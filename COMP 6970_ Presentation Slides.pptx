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aleway"/>
      <p:regular r:id="rId31"/>
      <p:bold r:id="rId32"/>
      <p:italic r:id="rId33"/>
      <p:boldItalic r:id="rId34"/>
    </p:embeddedFont>
    <p:embeddedFont>
      <p:font typeface="Lato"/>
      <p:regular r:id="rId35"/>
      <p:bold r:id="rId36"/>
      <p:italic r:id="rId37"/>
      <p:boldItalic r:id="rId38"/>
    </p:embeddedFont>
    <p:embeddedFont>
      <p:font typeface="Press Start 2P"/>
      <p:regular r:id="rId39"/>
    </p:embeddedFont>
    <p:embeddedFont>
      <p:font typeface="Quicksand"/>
      <p:regular r:id="rId40"/>
      <p:bold r:id="rId41"/>
    </p:embeddedFont>
    <p:embeddedFont>
      <p:font typeface="Quicksand Medium"/>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icksand-regular.fntdata"/><Relationship Id="rId20" Type="http://schemas.openxmlformats.org/officeDocument/2006/relationships/slide" Target="slides/slide14.xml"/><Relationship Id="rId42" Type="http://schemas.openxmlformats.org/officeDocument/2006/relationships/font" Target="fonts/QuicksandMedium-regular.fntdata"/><Relationship Id="rId41" Type="http://schemas.openxmlformats.org/officeDocument/2006/relationships/font" Target="fonts/Quicksand-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QuicksandMedium-bold.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italic.fntdata"/><Relationship Id="rId10" Type="http://schemas.openxmlformats.org/officeDocument/2006/relationships/slide" Target="slides/slide4.xml"/><Relationship Id="rId32" Type="http://schemas.openxmlformats.org/officeDocument/2006/relationships/font" Target="fonts/Raleway-bold.fntdata"/><Relationship Id="rId13" Type="http://schemas.openxmlformats.org/officeDocument/2006/relationships/slide" Target="slides/slide7.xml"/><Relationship Id="rId35" Type="http://schemas.openxmlformats.org/officeDocument/2006/relationships/font" Target="fonts/Lato-regular.fntdata"/><Relationship Id="rId12" Type="http://schemas.openxmlformats.org/officeDocument/2006/relationships/slide" Target="slides/slide6.xml"/><Relationship Id="rId34" Type="http://schemas.openxmlformats.org/officeDocument/2006/relationships/font" Target="fonts/Raleway-boldItalic.fntdata"/><Relationship Id="rId15" Type="http://schemas.openxmlformats.org/officeDocument/2006/relationships/slide" Target="slides/slide9.xml"/><Relationship Id="rId37" Type="http://schemas.openxmlformats.org/officeDocument/2006/relationships/font" Target="fonts/Lato-italic.fntdata"/><Relationship Id="rId14" Type="http://schemas.openxmlformats.org/officeDocument/2006/relationships/slide" Target="slides/slide8.xml"/><Relationship Id="rId36" Type="http://schemas.openxmlformats.org/officeDocument/2006/relationships/font" Target="fonts/Lato-bold.fntdata"/><Relationship Id="rId17" Type="http://schemas.openxmlformats.org/officeDocument/2006/relationships/slide" Target="slides/slide11.xml"/><Relationship Id="rId39" Type="http://schemas.openxmlformats.org/officeDocument/2006/relationships/font" Target="fonts/PressStart2P-regular.fntdata"/><Relationship Id="rId16" Type="http://schemas.openxmlformats.org/officeDocument/2006/relationships/slide" Target="slides/slide10.xml"/><Relationship Id="rId38" Type="http://schemas.openxmlformats.org/officeDocument/2006/relationships/font" Target="fonts/La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8" name="Shape 3428"/>
        <p:cNvGrpSpPr/>
        <p:nvPr/>
      </p:nvGrpSpPr>
      <p:grpSpPr>
        <a:xfrm>
          <a:off x="0" y="0"/>
          <a:ext cx="0" cy="0"/>
          <a:chOff x="0" y="0"/>
          <a:chExt cx="0" cy="0"/>
        </a:xfrm>
      </p:grpSpPr>
      <p:sp>
        <p:nvSpPr>
          <p:cNvPr id="3429" name="Google Shape;3429;g3da93fc57c0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30" name="Google Shape;3430;g3da93fc57c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we’re Group 2, and this is our game, Hamster Homebound. My name is _____, and I’m here with [others names] to walk you through our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5" name="Shape 4555"/>
        <p:cNvGrpSpPr/>
        <p:nvPr/>
      </p:nvGrpSpPr>
      <p:grpSpPr>
        <a:xfrm>
          <a:off x="0" y="0"/>
          <a:ext cx="0" cy="0"/>
          <a:chOff x="0" y="0"/>
          <a:chExt cx="0" cy="0"/>
        </a:xfrm>
      </p:grpSpPr>
      <p:sp>
        <p:nvSpPr>
          <p:cNvPr id="4556" name="Google Shape;4556;g3da93fc57c0_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7" name="Google Shape;4557;g3da93fc57c0_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6" name="Shape 4716"/>
        <p:cNvGrpSpPr/>
        <p:nvPr/>
      </p:nvGrpSpPr>
      <p:grpSpPr>
        <a:xfrm>
          <a:off x="0" y="0"/>
          <a:ext cx="0" cy="0"/>
          <a:chOff x="0" y="0"/>
          <a:chExt cx="0" cy="0"/>
        </a:xfrm>
      </p:grpSpPr>
      <p:sp>
        <p:nvSpPr>
          <p:cNvPr id="4717" name="Google Shape;4717;g3da93fc57c0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8" name="Google Shape;4718;g3da93fc57c0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5" name="Shape 4915"/>
        <p:cNvGrpSpPr/>
        <p:nvPr/>
      </p:nvGrpSpPr>
      <p:grpSpPr>
        <a:xfrm>
          <a:off x="0" y="0"/>
          <a:ext cx="0" cy="0"/>
          <a:chOff x="0" y="0"/>
          <a:chExt cx="0" cy="0"/>
        </a:xfrm>
      </p:grpSpPr>
      <p:sp>
        <p:nvSpPr>
          <p:cNvPr id="4916" name="Google Shape;4916;g3da93fc57c0_2_3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7" name="Google Shape;4917;g3da93fc57c0_2_3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Characters: Milton (Player), Brothers:  Let &amp; Burg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4" name="Shape 5014"/>
        <p:cNvGrpSpPr/>
        <p:nvPr/>
      </p:nvGrpSpPr>
      <p:grpSpPr>
        <a:xfrm>
          <a:off x="0" y="0"/>
          <a:ext cx="0" cy="0"/>
          <a:chOff x="0" y="0"/>
          <a:chExt cx="0" cy="0"/>
        </a:xfrm>
      </p:grpSpPr>
      <p:sp>
        <p:nvSpPr>
          <p:cNvPr id="5015" name="Google Shape;5015;g3da93fc57c0_2_3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6" name="Google Shape;5016;g3da93fc57c0_2_3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Enemies: Snake, Big Snake changed to -&gt; Frog and Hawk</a:t>
            </a:r>
            <a:endParaRPr sz="1500">
              <a:solidFill>
                <a:srgbClr val="1A1A1A"/>
              </a:solidFill>
              <a:latin typeface="Lato"/>
              <a:ea typeface="Lato"/>
              <a:cs typeface="Lato"/>
              <a:sym typeface="Lato"/>
            </a:endParaRPr>
          </a:p>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Obstacles: spikes, moving platform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9" name="Shape 5069"/>
        <p:cNvGrpSpPr/>
        <p:nvPr/>
      </p:nvGrpSpPr>
      <p:grpSpPr>
        <a:xfrm>
          <a:off x="0" y="0"/>
          <a:ext cx="0" cy="0"/>
          <a:chOff x="0" y="0"/>
          <a:chExt cx="0" cy="0"/>
        </a:xfrm>
      </p:grpSpPr>
      <p:sp>
        <p:nvSpPr>
          <p:cNvPr id="5070" name="Google Shape;5070;g3da93fc57c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1" name="Google Shape;5071;g3da93fc57c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Collectibles: golden key for final cage unlock (in the tutorial this would be the gems; the amount of these you collect show up in the upper right hand corner of the screen as you collect them); pear for restoring a half life (tutorial version: cherries). Optional:  stars to collect for the level score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4" name="Shape 5124"/>
        <p:cNvGrpSpPr/>
        <p:nvPr/>
      </p:nvGrpSpPr>
      <p:grpSpPr>
        <a:xfrm>
          <a:off x="0" y="0"/>
          <a:ext cx="0" cy="0"/>
          <a:chOff x="0" y="0"/>
          <a:chExt cx="0" cy="0"/>
        </a:xfrm>
      </p:grpSpPr>
      <p:sp>
        <p:nvSpPr>
          <p:cNvPr id="5125" name="Google Shape;5125;g3da93fc57c0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6" name="Google Shape;5126;g3da93fc57c0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4" name="Shape 5274"/>
        <p:cNvGrpSpPr/>
        <p:nvPr/>
      </p:nvGrpSpPr>
      <p:grpSpPr>
        <a:xfrm>
          <a:off x="0" y="0"/>
          <a:ext cx="0" cy="0"/>
          <a:chOff x="0" y="0"/>
          <a:chExt cx="0" cy="0"/>
        </a:xfrm>
      </p:grpSpPr>
      <p:sp>
        <p:nvSpPr>
          <p:cNvPr id="5275" name="Google Shape;5275;g3d8e07724d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6" name="Google Shape;5276;g3d8e07724d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1" name="Shape 5281"/>
        <p:cNvGrpSpPr/>
        <p:nvPr/>
      </p:nvGrpSpPr>
      <p:grpSpPr>
        <a:xfrm>
          <a:off x="0" y="0"/>
          <a:ext cx="0" cy="0"/>
          <a:chOff x="0" y="0"/>
          <a:chExt cx="0" cy="0"/>
        </a:xfrm>
      </p:grpSpPr>
      <p:sp>
        <p:nvSpPr>
          <p:cNvPr id="5282" name="Google Shape;5282;g3da93fc57c0_8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3" name="Google Shape;5283;g3da93fc57c0_8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3" name="Shape 5353"/>
        <p:cNvGrpSpPr/>
        <p:nvPr/>
      </p:nvGrpSpPr>
      <p:grpSpPr>
        <a:xfrm>
          <a:off x="0" y="0"/>
          <a:ext cx="0" cy="0"/>
          <a:chOff x="0" y="0"/>
          <a:chExt cx="0" cy="0"/>
        </a:xfrm>
      </p:grpSpPr>
      <p:sp>
        <p:nvSpPr>
          <p:cNvPr id="5354" name="Google Shape;5354;g3da9fe0b94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5" name="Google Shape;5355;g3da9fe0b94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1" name="Shape 5941"/>
        <p:cNvGrpSpPr/>
        <p:nvPr/>
      </p:nvGrpSpPr>
      <p:grpSpPr>
        <a:xfrm>
          <a:off x="0" y="0"/>
          <a:ext cx="0" cy="0"/>
          <a:chOff x="0" y="0"/>
          <a:chExt cx="0" cy="0"/>
        </a:xfrm>
      </p:grpSpPr>
      <p:sp>
        <p:nvSpPr>
          <p:cNvPr id="5942" name="Google Shape;5942;g3dad5eb27c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3" name="Google Shape;5943;g3dad5eb27c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7" name="Shape 5947"/>
        <p:cNvGrpSpPr/>
        <p:nvPr/>
      </p:nvGrpSpPr>
      <p:grpSpPr>
        <a:xfrm>
          <a:off x="0" y="0"/>
          <a:ext cx="0" cy="0"/>
          <a:chOff x="0" y="0"/>
          <a:chExt cx="0" cy="0"/>
        </a:xfrm>
      </p:grpSpPr>
      <p:sp>
        <p:nvSpPr>
          <p:cNvPr id="5948" name="Google Shape;5948;g3daec97319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9" name="Google Shape;5949;g3daec97319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3" name="Shape 5953"/>
        <p:cNvGrpSpPr/>
        <p:nvPr/>
      </p:nvGrpSpPr>
      <p:grpSpPr>
        <a:xfrm>
          <a:off x="0" y="0"/>
          <a:ext cx="0" cy="0"/>
          <a:chOff x="0" y="0"/>
          <a:chExt cx="0" cy="0"/>
        </a:xfrm>
      </p:grpSpPr>
      <p:sp>
        <p:nvSpPr>
          <p:cNvPr id="5954" name="Google Shape;5954;g3daec97319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5" name="Google Shape;5955;g3daec97319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9" name="Shape 5959"/>
        <p:cNvGrpSpPr/>
        <p:nvPr/>
      </p:nvGrpSpPr>
      <p:grpSpPr>
        <a:xfrm>
          <a:off x="0" y="0"/>
          <a:ext cx="0" cy="0"/>
          <a:chOff x="0" y="0"/>
          <a:chExt cx="0" cy="0"/>
        </a:xfrm>
      </p:grpSpPr>
      <p:sp>
        <p:nvSpPr>
          <p:cNvPr id="5960" name="Google Shape;5960;g3daec97319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1" name="Google Shape;5961;g3daec97319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Enemies: Snake, Big Snake changed to -&gt; Frog and Hawk</a:t>
            </a:r>
            <a:endParaRPr sz="1500">
              <a:solidFill>
                <a:srgbClr val="1A1A1A"/>
              </a:solidFill>
              <a:latin typeface="Lato"/>
              <a:ea typeface="Lato"/>
              <a:cs typeface="Lato"/>
              <a:sym typeface="Lato"/>
            </a:endParaRPr>
          </a:p>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Obstacles: spikes, moving platform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5" name="Shape 5965"/>
        <p:cNvGrpSpPr/>
        <p:nvPr/>
      </p:nvGrpSpPr>
      <p:grpSpPr>
        <a:xfrm>
          <a:off x="0" y="0"/>
          <a:ext cx="0" cy="0"/>
          <a:chOff x="0" y="0"/>
          <a:chExt cx="0" cy="0"/>
        </a:xfrm>
      </p:grpSpPr>
      <p:sp>
        <p:nvSpPr>
          <p:cNvPr id="5966" name="Google Shape;5966;g3daec97319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7" name="Google Shape;5967;g3daec97319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Enemies: Snake, Big Snake changed to -&gt; Frog and Hawk</a:t>
            </a:r>
            <a:endParaRPr sz="1500">
              <a:solidFill>
                <a:srgbClr val="1A1A1A"/>
              </a:solidFill>
              <a:latin typeface="Lato"/>
              <a:ea typeface="Lato"/>
              <a:cs typeface="Lato"/>
              <a:sym typeface="Lato"/>
            </a:endParaRPr>
          </a:p>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Obstacles: spikes, moving platform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1" name="Shape 5971"/>
        <p:cNvGrpSpPr/>
        <p:nvPr/>
      </p:nvGrpSpPr>
      <p:grpSpPr>
        <a:xfrm>
          <a:off x="0" y="0"/>
          <a:ext cx="0" cy="0"/>
          <a:chOff x="0" y="0"/>
          <a:chExt cx="0" cy="0"/>
        </a:xfrm>
      </p:grpSpPr>
      <p:sp>
        <p:nvSpPr>
          <p:cNvPr id="5972" name="Google Shape;5972;g3daec97319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3" name="Google Shape;5973;g3daec97319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Enemies: Snake, Big Snake changed to -&gt; Frog and Hawk</a:t>
            </a:r>
            <a:endParaRPr sz="1500">
              <a:solidFill>
                <a:srgbClr val="1A1A1A"/>
              </a:solidFill>
              <a:latin typeface="Lato"/>
              <a:ea typeface="Lato"/>
              <a:cs typeface="Lato"/>
              <a:sym typeface="Lato"/>
            </a:endParaRPr>
          </a:p>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Obstacles: spikes, moving platform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7" name="Shape 5977"/>
        <p:cNvGrpSpPr/>
        <p:nvPr/>
      </p:nvGrpSpPr>
      <p:grpSpPr>
        <a:xfrm>
          <a:off x="0" y="0"/>
          <a:ext cx="0" cy="0"/>
          <a:chOff x="0" y="0"/>
          <a:chExt cx="0" cy="0"/>
        </a:xfrm>
      </p:grpSpPr>
      <p:sp>
        <p:nvSpPr>
          <p:cNvPr id="5978" name="Google Shape;5978;g3daec97319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9" name="Google Shape;5979;g3daec97319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Enemies: Snake, Big Snake changed to -&gt; Frog and Hawk</a:t>
            </a:r>
            <a:endParaRPr sz="1500">
              <a:solidFill>
                <a:srgbClr val="1A1A1A"/>
              </a:solidFill>
              <a:latin typeface="Lato"/>
              <a:ea typeface="Lato"/>
              <a:cs typeface="Lato"/>
              <a:sym typeface="Lato"/>
            </a:endParaRPr>
          </a:p>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Obstacles: spikes, moving platform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0" name="Shape 5990"/>
        <p:cNvGrpSpPr/>
        <p:nvPr/>
      </p:nvGrpSpPr>
      <p:grpSpPr>
        <a:xfrm>
          <a:off x="0" y="0"/>
          <a:ext cx="0" cy="0"/>
          <a:chOff x="0" y="0"/>
          <a:chExt cx="0" cy="0"/>
        </a:xfrm>
      </p:grpSpPr>
      <p:sp>
        <p:nvSpPr>
          <p:cNvPr id="5991" name="Google Shape;5991;g3daec97319b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2" name="Google Shape;5992;g3daec97319b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Enemies: Snake, Big Snake changed to -&gt; Frog and Hawk</a:t>
            </a:r>
            <a:endParaRPr sz="1500">
              <a:solidFill>
                <a:srgbClr val="1A1A1A"/>
              </a:solidFill>
              <a:latin typeface="Lato"/>
              <a:ea typeface="Lato"/>
              <a:cs typeface="Lato"/>
              <a:sym typeface="Lato"/>
            </a:endParaRPr>
          </a:p>
          <a:p>
            <a:pPr indent="-323850" lvl="0" marL="457200" rtl="0" algn="l">
              <a:lnSpc>
                <a:spcPct val="115000"/>
              </a:lnSpc>
              <a:spcBef>
                <a:spcPts val="0"/>
              </a:spcBef>
              <a:spcAft>
                <a:spcPts val="0"/>
              </a:spcAft>
              <a:buClr>
                <a:srgbClr val="1A1A1A"/>
              </a:buClr>
              <a:buSzPts val="1500"/>
              <a:buFont typeface="Lato"/>
              <a:buChar char="●"/>
            </a:pPr>
            <a:r>
              <a:rPr lang="en" sz="1500">
                <a:solidFill>
                  <a:srgbClr val="1A1A1A"/>
                </a:solidFill>
                <a:latin typeface="Lato"/>
                <a:ea typeface="Lato"/>
                <a:cs typeface="Lato"/>
                <a:sym typeface="Lato"/>
              </a:rPr>
              <a:t>Obstacles: spikes, moving platform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3" name="Shape 6003"/>
        <p:cNvGrpSpPr/>
        <p:nvPr/>
      </p:nvGrpSpPr>
      <p:grpSpPr>
        <a:xfrm>
          <a:off x="0" y="0"/>
          <a:ext cx="0" cy="0"/>
          <a:chOff x="0" y="0"/>
          <a:chExt cx="0" cy="0"/>
        </a:xfrm>
      </p:grpSpPr>
      <p:sp>
        <p:nvSpPr>
          <p:cNvPr id="6004" name="Google Shape;6004;g3daec97319b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5" name="Google Shape;6005;g3daec97319b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9" name="Shape 6009"/>
        <p:cNvGrpSpPr/>
        <p:nvPr/>
      </p:nvGrpSpPr>
      <p:grpSpPr>
        <a:xfrm>
          <a:off x="0" y="0"/>
          <a:ext cx="0" cy="0"/>
          <a:chOff x="0" y="0"/>
          <a:chExt cx="0" cy="0"/>
        </a:xfrm>
      </p:grpSpPr>
      <p:sp>
        <p:nvSpPr>
          <p:cNvPr id="6010" name="Google Shape;6010;g3daec97319b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1" name="Google Shape;6011;g3daec97319b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5" name="Shape 6015"/>
        <p:cNvGrpSpPr/>
        <p:nvPr/>
      </p:nvGrpSpPr>
      <p:grpSpPr>
        <a:xfrm>
          <a:off x="0" y="0"/>
          <a:ext cx="0" cy="0"/>
          <a:chOff x="0" y="0"/>
          <a:chExt cx="0" cy="0"/>
        </a:xfrm>
      </p:grpSpPr>
      <p:sp>
        <p:nvSpPr>
          <p:cNvPr id="6016" name="Google Shape;6016;g3dad5eb27c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7" name="Google Shape;6017;g3dad5eb27c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2" name="Shape 6022"/>
        <p:cNvGrpSpPr/>
        <p:nvPr/>
      </p:nvGrpSpPr>
      <p:grpSpPr>
        <a:xfrm>
          <a:off x="0" y="0"/>
          <a:ext cx="0" cy="0"/>
          <a:chOff x="0" y="0"/>
          <a:chExt cx="0" cy="0"/>
        </a:xfrm>
      </p:grpSpPr>
      <p:sp>
        <p:nvSpPr>
          <p:cNvPr id="6023" name="Google Shape;6023;g3daec97319b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4" name="Google Shape;6024;g3daec97319b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9" name="Shape 6029"/>
        <p:cNvGrpSpPr/>
        <p:nvPr/>
      </p:nvGrpSpPr>
      <p:grpSpPr>
        <a:xfrm>
          <a:off x="0" y="0"/>
          <a:ext cx="0" cy="0"/>
          <a:chOff x="0" y="0"/>
          <a:chExt cx="0" cy="0"/>
        </a:xfrm>
      </p:grpSpPr>
      <p:sp>
        <p:nvSpPr>
          <p:cNvPr id="6030" name="Google Shape;6030;g3daec97319b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1" name="Google Shape;6031;g3daec97319b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4" name="Shape 6034"/>
        <p:cNvGrpSpPr/>
        <p:nvPr/>
      </p:nvGrpSpPr>
      <p:grpSpPr>
        <a:xfrm>
          <a:off x="0" y="0"/>
          <a:ext cx="0" cy="0"/>
          <a:chOff x="0" y="0"/>
          <a:chExt cx="0" cy="0"/>
        </a:xfrm>
      </p:grpSpPr>
      <p:sp>
        <p:nvSpPr>
          <p:cNvPr id="6035" name="Google Shape;6035;g3daec97319b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6" name="Google Shape;6036;g3daec97319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5" name="Shape 85"/>
        <p:cNvGrpSpPr/>
        <p:nvPr/>
      </p:nvGrpSpPr>
      <p:grpSpPr>
        <a:xfrm>
          <a:off x="0" y="0"/>
          <a:ext cx="0" cy="0"/>
          <a:chOff x="0" y="0"/>
          <a:chExt cx="0" cy="0"/>
        </a:xfrm>
      </p:grpSpPr>
      <p:grpSp>
        <p:nvGrpSpPr>
          <p:cNvPr id="86" name="Google Shape;86;p14"/>
          <p:cNvGrpSpPr/>
          <p:nvPr/>
        </p:nvGrpSpPr>
        <p:grpSpPr>
          <a:xfrm>
            <a:off x="876441" y="486692"/>
            <a:ext cx="7404908" cy="4167438"/>
            <a:chOff x="0" y="-7"/>
            <a:chExt cx="9144120" cy="5146256"/>
          </a:xfrm>
        </p:grpSpPr>
        <p:sp>
          <p:nvSpPr>
            <p:cNvPr id="87" name="Google Shape;87;p14"/>
            <p:cNvSpPr/>
            <p:nvPr/>
          </p:nvSpPr>
          <p:spPr>
            <a:xfrm>
              <a:off x="0" y="9"/>
              <a:ext cx="9144068" cy="4668675"/>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15" y="4242951"/>
              <a:ext cx="9144068" cy="622991"/>
            </a:xfrm>
            <a:custGeom>
              <a:rect b="b" l="l" r="r" t="t"/>
              <a:pathLst>
                <a:path extrusionOk="0" h="25294" w="161449">
                  <a:moveTo>
                    <a:pt x="0" y="0"/>
                  </a:moveTo>
                  <a:lnTo>
                    <a:pt x="0" y="25293"/>
                  </a:lnTo>
                  <a:lnTo>
                    <a:pt x="161449" y="2529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15" y="4147448"/>
              <a:ext cx="9144068" cy="77877"/>
            </a:xfrm>
            <a:custGeom>
              <a:rect b="b" l="l" r="r" t="t"/>
              <a:pathLst>
                <a:path extrusionOk="0" h="2550"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15" y="4066271"/>
              <a:ext cx="9144068" cy="59889"/>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15" y="3998319"/>
              <a:ext cx="9144068" cy="41901"/>
            </a:xfrm>
            <a:custGeom>
              <a:rect b="b" l="l" r="r" t="t"/>
              <a:pathLst>
                <a:path extrusionOk="0" h="1372" w="161449">
                  <a:moveTo>
                    <a:pt x="0" y="0"/>
                  </a:moveTo>
                  <a:lnTo>
                    <a:pt x="0" y="1371"/>
                  </a:lnTo>
                  <a:lnTo>
                    <a:pt x="161449" y="1371"/>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15" y="3947622"/>
              <a:ext cx="9144068" cy="23913"/>
            </a:xfrm>
            <a:custGeom>
              <a:rect b="b" l="l" r="r" t="t"/>
              <a:pathLst>
                <a:path extrusionOk="0" h="783" w="161449">
                  <a:moveTo>
                    <a:pt x="0" y="1"/>
                  </a:moveTo>
                  <a:lnTo>
                    <a:pt x="0" y="783"/>
                  </a:lnTo>
                  <a:lnTo>
                    <a:pt x="161449" y="783"/>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15" y="-7"/>
              <a:ext cx="9144068" cy="186063"/>
            </a:xfrm>
            <a:custGeom>
              <a:rect b="b" l="l" r="r" t="t"/>
              <a:pathLst>
                <a:path extrusionOk="0" h="4921" w="161449">
                  <a:moveTo>
                    <a:pt x="0" y="1"/>
                  </a:moveTo>
                  <a:lnTo>
                    <a:pt x="0" y="4920"/>
                  </a:lnTo>
                  <a:lnTo>
                    <a:pt x="161449" y="4920"/>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15" y="207830"/>
              <a:ext cx="9144068" cy="96453"/>
            </a:xfrm>
            <a:custGeom>
              <a:rect b="b" l="l" r="r" t="t"/>
              <a:pathLst>
                <a:path extrusionOk="0" h="2551"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15" y="330596"/>
              <a:ext cx="9144068" cy="74145"/>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15" y="436990"/>
              <a:ext cx="9144068" cy="51875"/>
            </a:xfrm>
            <a:custGeom>
              <a:rect b="b" l="l" r="r" t="t"/>
              <a:pathLst>
                <a:path extrusionOk="0" h="1372" w="161449">
                  <a:moveTo>
                    <a:pt x="0" y="1"/>
                  </a:moveTo>
                  <a:lnTo>
                    <a:pt x="0" y="1372"/>
                  </a:lnTo>
                  <a:lnTo>
                    <a:pt x="161449" y="1372"/>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15" y="522023"/>
              <a:ext cx="9144068" cy="29605"/>
            </a:xfrm>
            <a:custGeom>
              <a:rect b="b" l="l" r="r" t="t"/>
              <a:pathLst>
                <a:path extrusionOk="0" h="783" w="161449">
                  <a:moveTo>
                    <a:pt x="0" y="0"/>
                  </a:moveTo>
                  <a:lnTo>
                    <a:pt x="0" y="783"/>
                  </a:lnTo>
                  <a:lnTo>
                    <a:pt x="161449" y="78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4"/>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4"/>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 name="Google Shape;295;p14"/>
          <p:cNvGrpSpPr/>
          <p:nvPr/>
        </p:nvGrpSpPr>
        <p:grpSpPr>
          <a:xfrm>
            <a:off x="790254" y="425901"/>
            <a:ext cx="7563480" cy="4291690"/>
            <a:chOff x="836356" y="408591"/>
            <a:chExt cx="7693500" cy="4326300"/>
          </a:xfrm>
        </p:grpSpPr>
        <p:sp>
          <p:nvSpPr>
            <p:cNvPr id="296" name="Google Shape;296;p14"/>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4"/>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 name="Google Shape;298;p14"/>
          <p:cNvSpPr txBox="1"/>
          <p:nvPr>
            <p:ph type="ctrTitle"/>
          </p:nvPr>
        </p:nvSpPr>
        <p:spPr>
          <a:xfrm>
            <a:off x="2166525" y="842818"/>
            <a:ext cx="4822200" cy="2320800"/>
          </a:xfrm>
          <a:prstGeom prst="rect">
            <a:avLst/>
          </a:prstGeom>
          <a:noFill/>
          <a:effectLst>
            <a:outerShdw rotWithShape="0" algn="bl" dir="3360000" dist="57150">
              <a:schemeClr val="dk1"/>
            </a:outerShdw>
          </a:effectLst>
        </p:spPr>
        <p:txBody>
          <a:bodyPr anchorCtr="0" anchor="ctr" bIns="91425" lIns="91425" spcFirstLastPara="1" rIns="91425" wrap="square" tIns="91425">
            <a:noAutofit/>
          </a:bodyPr>
          <a:lstStyle>
            <a:lvl1pPr lvl="0" rtl="0" algn="ctr">
              <a:lnSpc>
                <a:spcPct val="90000"/>
              </a:lnSpc>
              <a:spcBef>
                <a:spcPts val="0"/>
              </a:spcBef>
              <a:spcAft>
                <a:spcPts val="0"/>
              </a:spcAft>
              <a:buSzPts val="7200"/>
              <a:buNone/>
              <a:defRPr sz="4500"/>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p:txBody>
      </p:sp>
      <p:sp>
        <p:nvSpPr>
          <p:cNvPr id="299" name="Google Shape;299;p14"/>
          <p:cNvSpPr txBox="1"/>
          <p:nvPr>
            <p:ph idx="1" type="subTitle"/>
          </p:nvPr>
        </p:nvSpPr>
        <p:spPr>
          <a:xfrm>
            <a:off x="2463025" y="3581777"/>
            <a:ext cx="4229400" cy="349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0" name="Shape 300"/>
        <p:cNvGrpSpPr/>
        <p:nvPr/>
      </p:nvGrpSpPr>
      <p:grpSpPr>
        <a:xfrm>
          <a:off x="0" y="0"/>
          <a:ext cx="0" cy="0"/>
          <a:chOff x="0" y="0"/>
          <a:chExt cx="0" cy="0"/>
        </a:xfrm>
      </p:grpSpPr>
      <p:grpSp>
        <p:nvGrpSpPr>
          <p:cNvPr id="301" name="Google Shape;301;p15"/>
          <p:cNvGrpSpPr/>
          <p:nvPr/>
        </p:nvGrpSpPr>
        <p:grpSpPr>
          <a:xfrm>
            <a:off x="4888738" y="542953"/>
            <a:ext cx="3397607" cy="1648500"/>
            <a:chOff x="4867261" y="-1433476"/>
            <a:chExt cx="3418116" cy="1658451"/>
          </a:xfrm>
        </p:grpSpPr>
        <p:sp>
          <p:nvSpPr>
            <p:cNvPr id="302" name="Google Shape;302;p15"/>
            <p:cNvSpPr/>
            <p:nvPr/>
          </p:nvSpPr>
          <p:spPr>
            <a:xfrm>
              <a:off x="4873477" y="-167725"/>
              <a:ext cx="3411900" cy="392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4872454" y="-1433476"/>
              <a:ext cx="3411821" cy="1255999"/>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4872456" y="-522189"/>
              <a:ext cx="3411821" cy="392689"/>
            </a:xfrm>
            <a:custGeom>
              <a:rect b="b" l="l" r="r" t="t"/>
              <a:pathLst>
                <a:path extrusionOk="0" h="25294" w="161449">
                  <a:moveTo>
                    <a:pt x="0" y="0"/>
                  </a:moveTo>
                  <a:lnTo>
                    <a:pt x="0" y="25293"/>
                  </a:lnTo>
                  <a:lnTo>
                    <a:pt x="161449" y="2529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4872457" y="-599536"/>
              <a:ext cx="3411821" cy="63061"/>
            </a:xfrm>
            <a:custGeom>
              <a:rect b="b" l="l" r="r" t="t"/>
              <a:pathLst>
                <a:path extrusionOk="0" h="2550"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4872457" y="-665272"/>
              <a:ext cx="3411821" cy="48496"/>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4872457" y="-720300"/>
              <a:ext cx="3411821" cy="33930"/>
            </a:xfrm>
            <a:custGeom>
              <a:rect b="b" l="l" r="r" t="t"/>
              <a:pathLst>
                <a:path extrusionOk="0" h="1372" w="161449">
                  <a:moveTo>
                    <a:pt x="0" y="0"/>
                  </a:moveTo>
                  <a:lnTo>
                    <a:pt x="0" y="1371"/>
                  </a:lnTo>
                  <a:lnTo>
                    <a:pt x="161449" y="1371"/>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4872457" y="-761354"/>
              <a:ext cx="3411821" cy="19364"/>
            </a:xfrm>
            <a:custGeom>
              <a:rect b="b" l="l" r="r" t="t"/>
              <a:pathLst>
                <a:path extrusionOk="0" h="783" w="161449">
                  <a:moveTo>
                    <a:pt x="0" y="1"/>
                  </a:moveTo>
                  <a:lnTo>
                    <a:pt x="0" y="783"/>
                  </a:lnTo>
                  <a:lnTo>
                    <a:pt x="161449" y="783"/>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4872530" y="-177425"/>
              <a:ext cx="3411828" cy="42526"/>
            </a:xfrm>
            <a:custGeom>
              <a:rect b="b" l="l" r="r" t="t"/>
              <a:pathLst>
                <a:path extrusionOk="0" h="927" w="29179">
                  <a:moveTo>
                    <a:pt x="1" y="1"/>
                  </a:moveTo>
                  <a:lnTo>
                    <a:pt x="1" y="927"/>
                  </a:lnTo>
                  <a:lnTo>
                    <a:pt x="29178" y="927"/>
                  </a:lnTo>
                  <a:lnTo>
                    <a:pt x="2917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5989800" y="80193"/>
              <a:ext cx="86639" cy="43067"/>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5989800" y="-48916"/>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5946779" y="-5895"/>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5903712" y="166235"/>
              <a:ext cx="43113" cy="43067"/>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5903712" y="-91937"/>
              <a:ext cx="43113" cy="43067"/>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5860186" y="123214"/>
              <a:ext cx="43572" cy="43067"/>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5860186" y="-134958"/>
              <a:ext cx="43572" cy="43067"/>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5644485" y="37126"/>
              <a:ext cx="86089" cy="86134"/>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5644485" y="-91937"/>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5557892" y="-5895"/>
              <a:ext cx="43618" cy="86134"/>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5514871" y="80193"/>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5385211" y="80193"/>
              <a:ext cx="43663" cy="43067"/>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5342190" y="123214"/>
              <a:ext cx="43067" cy="43067"/>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5299169" y="80193"/>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5039896" y="80193"/>
              <a:ext cx="129706" cy="8608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4953854" y="37126"/>
              <a:ext cx="43067" cy="43113"/>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4867261" y="80193"/>
              <a:ext cx="86639" cy="43067"/>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7327995" y="80193"/>
              <a:ext cx="86639" cy="43067"/>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7327995" y="-48916"/>
              <a:ext cx="43618" cy="43067"/>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7284974" y="-5895"/>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7241952" y="166235"/>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7241952" y="-91937"/>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7198931" y="123214"/>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7198931" y="-134958"/>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6982679" y="37126"/>
              <a:ext cx="86685" cy="86134"/>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6982679" y="-91937"/>
              <a:ext cx="43067" cy="43067"/>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6896637" y="-5895"/>
              <a:ext cx="43067" cy="86134"/>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6853066" y="80193"/>
              <a:ext cx="43618" cy="43067"/>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6724002" y="80193"/>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6680385" y="123214"/>
              <a:ext cx="43663" cy="43067"/>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6637364" y="80193"/>
              <a:ext cx="43067" cy="43067"/>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6378136" y="80193"/>
              <a:ext cx="129660" cy="8608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6292048" y="37126"/>
              <a:ext cx="43067" cy="43113"/>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6205502" y="80193"/>
              <a:ext cx="86593" cy="43067"/>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6162481" y="37126"/>
              <a:ext cx="43067" cy="43113"/>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8191811" y="80193"/>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8062197" y="80193"/>
              <a:ext cx="43067" cy="43067"/>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8019176" y="123214"/>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7975558" y="80193"/>
              <a:ext cx="43663" cy="43067"/>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7716881" y="80193"/>
              <a:ext cx="129660" cy="8608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7630289" y="37126"/>
              <a:ext cx="43067" cy="43113"/>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7544201" y="80193"/>
              <a:ext cx="86134" cy="43067"/>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7500675" y="37126"/>
              <a:ext cx="43572" cy="43113"/>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5989800" y="-134958"/>
              <a:ext cx="43067" cy="8608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5946779" y="-48916"/>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5903712" y="-134958"/>
              <a:ext cx="43113" cy="43067"/>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5644485" y="-134958"/>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5342190" y="80193"/>
              <a:ext cx="43067" cy="43067"/>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4953854" y="-134958"/>
              <a:ext cx="43067" cy="43067"/>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7327995" y="-134958"/>
              <a:ext cx="43618" cy="8608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7284974" y="-48916"/>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7241952" y="-134958"/>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6982679" y="-134958"/>
              <a:ext cx="43067" cy="43067"/>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6680385" y="80193"/>
              <a:ext cx="43663" cy="43067"/>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6292048" y="-134958"/>
              <a:ext cx="43067" cy="43067"/>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8019176" y="80193"/>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7630289" y="-134958"/>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6076393" y="80193"/>
              <a:ext cx="43067" cy="43067"/>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5989800" y="37126"/>
              <a:ext cx="86639" cy="43113"/>
            </a:xfrm>
            <a:custGeom>
              <a:rect b="b" l="l" r="r" t="t"/>
              <a:pathLst>
                <a:path extrusionOk="0" h="940" w="1889">
                  <a:moveTo>
                    <a:pt x="0" y="1"/>
                  </a:moveTo>
                  <a:lnTo>
                    <a:pt x="0"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5946779" y="80193"/>
              <a:ext cx="43067" cy="43067"/>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5946779" y="-134958"/>
              <a:ext cx="43067" cy="86089"/>
            </a:xfrm>
            <a:custGeom>
              <a:rect b="b" l="l" r="r" t="t"/>
              <a:pathLst>
                <a:path extrusionOk="0" h="1877" w="939">
                  <a:moveTo>
                    <a:pt x="0" y="1"/>
                  </a:moveTo>
                  <a:lnTo>
                    <a:pt x="0" y="1877"/>
                  </a:lnTo>
                  <a:lnTo>
                    <a:pt x="938" y="1877"/>
                  </a:lnTo>
                  <a:lnTo>
                    <a:pt x="938" y="939"/>
                  </a:lnTo>
                  <a:lnTo>
                    <a:pt x="93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5687506" y="-134958"/>
              <a:ext cx="259321" cy="129110"/>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5730527" y="-5895"/>
              <a:ext cx="129706" cy="86134"/>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5428829" y="-134958"/>
              <a:ext cx="215703" cy="8608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5342190" y="-48916"/>
              <a:ext cx="172728" cy="129156"/>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5169556" y="-134958"/>
              <a:ext cx="215703" cy="129110"/>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5126534" y="-48916"/>
              <a:ext cx="86089" cy="86089"/>
            </a:xfrm>
            <a:custGeom>
              <a:rect b="b" l="l" r="r" t="t"/>
              <a:pathLst>
                <a:path extrusionOk="0" h="1877" w="1877">
                  <a:moveTo>
                    <a:pt x="1" y="1"/>
                  </a:moveTo>
                  <a:lnTo>
                    <a:pt x="1" y="1877"/>
                  </a:lnTo>
                  <a:lnTo>
                    <a:pt x="939" y="1877"/>
                  </a:lnTo>
                  <a:lnTo>
                    <a:pt x="939" y="939"/>
                  </a:lnTo>
                  <a:lnTo>
                    <a:pt x="1877" y="939"/>
                  </a:lnTo>
                  <a:lnTo>
                    <a:pt x="1877"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4953854" y="-134958"/>
              <a:ext cx="172728" cy="129110"/>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7414633" y="80193"/>
              <a:ext cx="43067" cy="43067"/>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p:nvPr/>
          </p:nvSpPr>
          <p:spPr>
            <a:xfrm>
              <a:off x="7327995" y="37126"/>
              <a:ext cx="86639" cy="43113"/>
            </a:xfrm>
            <a:custGeom>
              <a:rect b="b" l="l" r="r" t="t"/>
              <a:pathLst>
                <a:path extrusionOk="0" h="940" w="1889">
                  <a:moveTo>
                    <a:pt x="0" y="1"/>
                  </a:moveTo>
                  <a:lnTo>
                    <a:pt x="0"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p:nvPr/>
          </p:nvSpPr>
          <p:spPr>
            <a:xfrm>
              <a:off x="7284974" y="80193"/>
              <a:ext cx="43067" cy="43067"/>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7284974" y="-134958"/>
              <a:ext cx="43067" cy="86089"/>
            </a:xfrm>
            <a:custGeom>
              <a:rect b="b" l="l" r="r" t="t"/>
              <a:pathLst>
                <a:path extrusionOk="0" h="1877" w="939">
                  <a:moveTo>
                    <a:pt x="0" y="1"/>
                  </a:moveTo>
                  <a:lnTo>
                    <a:pt x="0" y="1877"/>
                  </a:lnTo>
                  <a:lnTo>
                    <a:pt x="938" y="1877"/>
                  </a:lnTo>
                  <a:lnTo>
                    <a:pt x="938" y="939"/>
                  </a:lnTo>
                  <a:lnTo>
                    <a:pt x="93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7025700" y="-134958"/>
              <a:ext cx="259321" cy="129110"/>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7069318" y="-5895"/>
              <a:ext cx="129660" cy="86134"/>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6767023" y="-134958"/>
              <a:ext cx="215703" cy="8608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p:nvPr/>
          </p:nvSpPr>
          <p:spPr>
            <a:xfrm>
              <a:off x="6680385" y="-48916"/>
              <a:ext cx="172728" cy="129156"/>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6507750" y="-134958"/>
              <a:ext cx="216299" cy="129110"/>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p:nvPr/>
          </p:nvSpPr>
          <p:spPr>
            <a:xfrm>
              <a:off x="6464729" y="-48916"/>
              <a:ext cx="86639" cy="86089"/>
            </a:xfrm>
            <a:custGeom>
              <a:rect b="b" l="l" r="r" t="t"/>
              <a:pathLst>
                <a:path extrusionOk="0" h="1877" w="1889">
                  <a:moveTo>
                    <a:pt x="1" y="1"/>
                  </a:moveTo>
                  <a:lnTo>
                    <a:pt x="1" y="1877"/>
                  </a:lnTo>
                  <a:lnTo>
                    <a:pt x="939" y="1877"/>
                  </a:lnTo>
                  <a:lnTo>
                    <a:pt x="939" y="939"/>
                  </a:lnTo>
                  <a:lnTo>
                    <a:pt x="1888" y="939"/>
                  </a:lnTo>
                  <a:lnTo>
                    <a:pt x="188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6292048" y="-134958"/>
              <a:ext cx="172728" cy="129110"/>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6032821" y="-134958"/>
              <a:ext cx="259275" cy="129110"/>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8019176" y="-48916"/>
              <a:ext cx="172682" cy="129156"/>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7846495" y="-134958"/>
              <a:ext cx="215749" cy="129110"/>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7802924" y="-48916"/>
              <a:ext cx="86639" cy="86089"/>
            </a:xfrm>
            <a:custGeom>
              <a:rect b="b" l="l" r="r" t="t"/>
              <a:pathLst>
                <a:path extrusionOk="0" h="1877" w="1889">
                  <a:moveTo>
                    <a:pt x="1" y="1"/>
                  </a:moveTo>
                  <a:lnTo>
                    <a:pt x="1" y="1877"/>
                  </a:lnTo>
                  <a:lnTo>
                    <a:pt x="951" y="1877"/>
                  </a:lnTo>
                  <a:lnTo>
                    <a:pt x="951"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p:nvPr/>
          </p:nvSpPr>
          <p:spPr>
            <a:xfrm>
              <a:off x="7630289" y="-134958"/>
              <a:ext cx="172682" cy="129110"/>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a:off x="7371566" y="-134958"/>
              <a:ext cx="258770" cy="129110"/>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15"/>
          <p:cNvGrpSpPr/>
          <p:nvPr/>
        </p:nvGrpSpPr>
        <p:grpSpPr>
          <a:xfrm>
            <a:off x="4820225" y="426500"/>
            <a:ext cx="3531000" cy="1827300"/>
            <a:chOff x="4820225" y="426500"/>
            <a:chExt cx="3531000" cy="1827300"/>
          </a:xfrm>
        </p:grpSpPr>
        <p:sp>
          <p:nvSpPr>
            <p:cNvPr id="396" name="Google Shape;396;p15"/>
            <p:cNvSpPr/>
            <p:nvPr/>
          </p:nvSpPr>
          <p:spPr>
            <a:xfrm>
              <a:off x="4820225" y="426500"/>
              <a:ext cx="3531000" cy="1827300"/>
            </a:xfrm>
            <a:prstGeom prst="roundRect">
              <a:avLst>
                <a:gd fmla="val 22480"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5"/>
            <p:cNvSpPr/>
            <p:nvPr/>
          </p:nvSpPr>
          <p:spPr>
            <a:xfrm>
              <a:off x="4874125" y="484568"/>
              <a:ext cx="3411900" cy="1714200"/>
            </a:xfrm>
            <a:prstGeom prst="roundRect">
              <a:avLst>
                <a:gd fmla="val 23378"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15"/>
          <p:cNvSpPr/>
          <p:nvPr/>
        </p:nvSpPr>
        <p:spPr>
          <a:xfrm>
            <a:off x="879900" y="2758201"/>
            <a:ext cx="7390500" cy="1931100"/>
          </a:xfrm>
          <a:prstGeom prst="roundRect">
            <a:avLst>
              <a:gd fmla="val 9213"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15"/>
          <p:cNvGrpSpPr/>
          <p:nvPr/>
        </p:nvGrpSpPr>
        <p:grpSpPr>
          <a:xfrm>
            <a:off x="784625" y="2693125"/>
            <a:ext cx="7566600" cy="2024700"/>
            <a:chOff x="784625" y="2693125"/>
            <a:chExt cx="7566600" cy="2024700"/>
          </a:xfrm>
        </p:grpSpPr>
        <p:sp>
          <p:nvSpPr>
            <p:cNvPr id="400" name="Google Shape;400;p15"/>
            <p:cNvSpPr/>
            <p:nvPr/>
          </p:nvSpPr>
          <p:spPr>
            <a:xfrm>
              <a:off x="784625" y="2693125"/>
              <a:ext cx="7566600" cy="2024700"/>
            </a:xfrm>
            <a:prstGeom prst="roundRect">
              <a:avLst>
                <a:gd fmla="val 20550"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p:nvPr/>
          </p:nvSpPr>
          <p:spPr>
            <a:xfrm>
              <a:off x="843550" y="2752700"/>
              <a:ext cx="7447500" cy="1899900"/>
            </a:xfrm>
            <a:prstGeom prst="roundRect">
              <a:avLst>
                <a:gd fmla="val 20088"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 name="Google Shape;402;p15"/>
          <p:cNvSpPr/>
          <p:nvPr/>
        </p:nvSpPr>
        <p:spPr>
          <a:xfrm>
            <a:off x="829082" y="489521"/>
            <a:ext cx="3448500" cy="1742400"/>
          </a:xfrm>
          <a:prstGeom prst="roundRect">
            <a:avLst>
              <a:gd fmla="val 9213"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15"/>
          <p:cNvGrpSpPr/>
          <p:nvPr/>
        </p:nvGrpSpPr>
        <p:grpSpPr>
          <a:xfrm>
            <a:off x="784625" y="426500"/>
            <a:ext cx="3531000" cy="1827300"/>
            <a:chOff x="784625" y="426500"/>
            <a:chExt cx="3531000" cy="1827300"/>
          </a:xfrm>
        </p:grpSpPr>
        <p:sp>
          <p:nvSpPr>
            <p:cNvPr id="404" name="Google Shape;404;p15"/>
            <p:cNvSpPr/>
            <p:nvPr/>
          </p:nvSpPr>
          <p:spPr>
            <a:xfrm>
              <a:off x="784625" y="426500"/>
              <a:ext cx="3531000" cy="1827300"/>
            </a:xfrm>
            <a:prstGeom prst="roundRect">
              <a:avLst>
                <a:gd fmla="val 22480"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838525" y="484568"/>
              <a:ext cx="3411900" cy="1714200"/>
            </a:xfrm>
            <a:prstGeom prst="roundRect">
              <a:avLst>
                <a:gd fmla="val 23378"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 name="Google Shape;406;p15"/>
          <p:cNvSpPr txBox="1"/>
          <p:nvPr>
            <p:ph type="title"/>
          </p:nvPr>
        </p:nvSpPr>
        <p:spPr>
          <a:xfrm>
            <a:off x="872050" y="2918200"/>
            <a:ext cx="7390500" cy="1147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07" name="Google Shape;407;p15"/>
          <p:cNvSpPr txBox="1"/>
          <p:nvPr>
            <p:ph hasCustomPrompt="1" idx="2" type="title"/>
          </p:nvPr>
        </p:nvSpPr>
        <p:spPr>
          <a:xfrm>
            <a:off x="1814425" y="974083"/>
            <a:ext cx="1477800" cy="861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08" name="Google Shape;408;p15"/>
          <p:cNvSpPr txBox="1"/>
          <p:nvPr>
            <p:ph idx="1" type="subTitle"/>
          </p:nvPr>
        </p:nvSpPr>
        <p:spPr>
          <a:xfrm>
            <a:off x="2531537" y="4093212"/>
            <a:ext cx="4080900" cy="42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09" name="Google Shape;409;p15"/>
          <p:cNvGrpSpPr/>
          <p:nvPr/>
        </p:nvGrpSpPr>
        <p:grpSpPr>
          <a:xfrm>
            <a:off x="8536400" y="2315025"/>
            <a:ext cx="513300" cy="513300"/>
            <a:chOff x="8536400" y="2315025"/>
            <a:chExt cx="513300" cy="513300"/>
          </a:xfrm>
        </p:grpSpPr>
        <p:sp>
          <p:nvSpPr>
            <p:cNvPr id="410" name="Google Shape;410;p15"/>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 name="Google Shape;411;p15"/>
            <p:cNvGrpSpPr/>
            <p:nvPr/>
          </p:nvGrpSpPr>
          <p:grpSpPr>
            <a:xfrm>
              <a:off x="8615811" y="2393370"/>
              <a:ext cx="354612" cy="356676"/>
              <a:chOff x="222275" y="1270743"/>
              <a:chExt cx="309300" cy="311100"/>
            </a:xfrm>
          </p:grpSpPr>
          <p:sp>
            <p:nvSpPr>
              <p:cNvPr id="412" name="Google Shape;412;p15"/>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 name="Google Shape;414;p15"/>
          <p:cNvGrpSpPr/>
          <p:nvPr/>
        </p:nvGrpSpPr>
        <p:grpSpPr>
          <a:xfrm>
            <a:off x="132508" y="2315025"/>
            <a:ext cx="513300" cy="513300"/>
            <a:chOff x="8536400" y="2315025"/>
            <a:chExt cx="513300" cy="513300"/>
          </a:xfrm>
        </p:grpSpPr>
        <p:sp>
          <p:nvSpPr>
            <p:cNvPr id="415" name="Google Shape;415;p15"/>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15"/>
            <p:cNvGrpSpPr/>
            <p:nvPr/>
          </p:nvGrpSpPr>
          <p:grpSpPr>
            <a:xfrm>
              <a:off x="8615811" y="2393370"/>
              <a:ext cx="354612" cy="356676"/>
              <a:chOff x="222275" y="1270743"/>
              <a:chExt cx="309300" cy="311100"/>
            </a:xfrm>
          </p:grpSpPr>
          <p:sp>
            <p:nvSpPr>
              <p:cNvPr id="417" name="Google Shape;417;p15"/>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9" name="Shape 419"/>
        <p:cNvGrpSpPr/>
        <p:nvPr/>
      </p:nvGrpSpPr>
      <p:grpSpPr>
        <a:xfrm>
          <a:off x="0" y="0"/>
          <a:ext cx="0" cy="0"/>
          <a:chOff x="0" y="0"/>
          <a:chExt cx="0" cy="0"/>
        </a:xfrm>
      </p:grpSpPr>
      <p:grpSp>
        <p:nvGrpSpPr>
          <p:cNvPr id="420" name="Google Shape;420;p16"/>
          <p:cNvGrpSpPr/>
          <p:nvPr/>
        </p:nvGrpSpPr>
        <p:grpSpPr>
          <a:xfrm>
            <a:off x="189696" y="184100"/>
            <a:ext cx="8792995" cy="4817325"/>
            <a:chOff x="-9" y="105624"/>
            <a:chExt cx="9144129" cy="5040625"/>
          </a:xfrm>
        </p:grpSpPr>
        <p:sp>
          <p:nvSpPr>
            <p:cNvPr id="421" name="Google Shape;421;p16"/>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6"/>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6"/>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6"/>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6"/>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6"/>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6"/>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6"/>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6"/>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6"/>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6"/>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6"/>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6"/>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6"/>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6"/>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6"/>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6"/>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6"/>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 name="Google Shape;619;p16"/>
          <p:cNvGrpSpPr/>
          <p:nvPr/>
        </p:nvGrpSpPr>
        <p:grpSpPr>
          <a:xfrm>
            <a:off x="77519" y="76775"/>
            <a:ext cx="8988316" cy="4989522"/>
            <a:chOff x="836356" y="408591"/>
            <a:chExt cx="7693500" cy="4326300"/>
          </a:xfrm>
        </p:grpSpPr>
        <p:sp>
          <p:nvSpPr>
            <p:cNvPr id="620" name="Google Shape;620;p16"/>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2" name="Google Shape;622;p16"/>
          <p:cNvSpPr txBox="1"/>
          <p:nvPr>
            <p:ph idx="1" type="body"/>
          </p:nvPr>
        </p:nvSpPr>
        <p:spPr>
          <a:xfrm>
            <a:off x="720000" y="923875"/>
            <a:ext cx="7704000" cy="3489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AutoNum type="arabicPeriod"/>
              <a:defRPr sz="1200">
                <a:solidFill>
                  <a:schemeClr val="dk1"/>
                </a:solidFill>
              </a:defRPr>
            </a:lvl1pPr>
            <a:lvl2pPr indent="-317500" lvl="1" marL="914400" rtl="0">
              <a:lnSpc>
                <a:spcPct val="115000"/>
              </a:lnSpc>
              <a:spcBef>
                <a:spcPts val="0"/>
              </a:spcBef>
              <a:spcAft>
                <a:spcPts val="0"/>
              </a:spcAft>
              <a:buClr>
                <a:schemeClr val="dk1"/>
              </a:buClr>
              <a:buSzPts val="1400"/>
              <a:buAutoNum type="alphaLcPeriod"/>
              <a:defRPr>
                <a:solidFill>
                  <a:schemeClr val="dk1"/>
                </a:solidFill>
              </a:defRPr>
            </a:lvl2pPr>
            <a:lvl3pPr indent="-317500" lvl="2" marL="1371600" rtl="0">
              <a:lnSpc>
                <a:spcPct val="115000"/>
              </a:lnSpc>
              <a:spcBef>
                <a:spcPts val="0"/>
              </a:spcBef>
              <a:spcAft>
                <a:spcPts val="0"/>
              </a:spcAft>
              <a:buClr>
                <a:schemeClr val="dk1"/>
              </a:buClr>
              <a:buSzPts val="1400"/>
              <a:buAutoNum type="romanLcPeriod"/>
              <a:defRPr>
                <a:solidFill>
                  <a:schemeClr val="dk1"/>
                </a:solidFill>
              </a:defRPr>
            </a:lvl3pPr>
            <a:lvl4pPr indent="-317500" lvl="3" marL="1828800" rtl="0">
              <a:lnSpc>
                <a:spcPct val="115000"/>
              </a:lnSpc>
              <a:spcBef>
                <a:spcPts val="0"/>
              </a:spcBef>
              <a:spcAft>
                <a:spcPts val="0"/>
              </a:spcAft>
              <a:buClr>
                <a:schemeClr val="dk1"/>
              </a:buClr>
              <a:buSzPts val="1400"/>
              <a:buAutoNum type="arabicPeriod"/>
              <a:defRPr>
                <a:solidFill>
                  <a:schemeClr val="dk1"/>
                </a:solidFill>
              </a:defRPr>
            </a:lvl4pPr>
            <a:lvl5pPr indent="-317500" lvl="4" marL="2286000" rtl="0">
              <a:lnSpc>
                <a:spcPct val="115000"/>
              </a:lnSpc>
              <a:spcBef>
                <a:spcPts val="0"/>
              </a:spcBef>
              <a:spcAft>
                <a:spcPts val="0"/>
              </a:spcAft>
              <a:buClr>
                <a:schemeClr val="dk1"/>
              </a:buClr>
              <a:buSzPts val="1400"/>
              <a:buAutoNum type="alphaLcPeriod"/>
              <a:defRPr>
                <a:solidFill>
                  <a:schemeClr val="dk1"/>
                </a:solidFill>
              </a:defRPr>
            </a:lvl5pPr>
            <a:lvl6pPr indent="-317500" lvl="5" marL="2743200" rtl="0">
              <a:lnSpc>
                <a:spcPct val="115000"/>
              </a:lnSpc>
              <a:spcBef>
                <a:spcPts val="0"/>
              </a:spcBef>
              <a:spcAft>
                <a:spcPts val="0"/>
              </a:spcAft>
              <a:buClr>
                <a:schemeClr val="dk1"/>
              </a:buClr>
              <a:buSzPts val="1400"/>
              <a:buAutoNum type="romanLcPeriod"/>
              <a:defRPr>
                <a:solidFill>
                  <a:schemeClr val="dk1"/>
                </a:solidFill>
              </a:defRPr>
            </a:lvl6pPr>
            <a:lvl7pPr indent="-317500" lvl="6" marL="3200400" rtl="0">
              <a:lnSpc>
                <a:spcPct val="115000"/>
              </a:lnSpc>
              <a:spcBef>
                <a:spcPts val="0"/>
              </a:spcBef>
              <a:spcAft>
                <a:spcPts val="0"/>
              </a:spcAft>
              <a:buClr>
                <a:schemeClr val="dk1"/>
              </a:buClr>
              <a:buSzPts val="1400"/>
              <a:buAutoNum type="arabicPeriod"/>
              <a:defRPr>
                <a:solidFill>
                  <a:schemeClr val="dk1"/>
                </a:solidFill>
              </a:defRPr>
            </a:lvl7pPr>
            <a:lvl8pPr indent="-317500" lvl="7" marL="3657600" rtl="0">
              <a:lnSpc>
                <a:spcPct val="115000"/>
              </a:lnSpc>
              <a:spcBef>
                <a:spcPts val="0"/>
              </a:spcBef>
              <a:spcAft>
                <a:spcPts val="0"/>
              </a:spcAft>
              <a:buClr>
                <a:schemeClr val="dk1"/>
              </a:buClr>
              <a:buSzPts val="1400"/>
              <a:buAutoNum type="alphaLcPeriod"/>
              <a:defRPr>
                <a:solidFill>
                  <a:schemeClr val="dk1"/>
                </a:solidFill>
              </a:defRPr>
            </a:lvl8pPr>
            <a:lvl9pPr indent="-317500" lvl="8" marL="4114800" rtl="0">
              <a:lnSpc>
                <a:spcPct val="115000"/>
              </a:lnSpc>
              <a:spcBef>
                <a:spcPts val="0"/>
              </a:spcBef>
              <a:spcAft>
                <a:spcPts val="0"/>
              </a:spcAft>
              <a:buClr>
                <a:schemeClr val="dk1"/>
              </a:buClr>
              <a:buSzPts val="1400"/>
              <a:buAutoNum type="romanLcPeriod"/>
              <a:defRPr>
                <a:solidFill>
                  <a:schemeClr val="dk1"/>
                </a:solidFill>
              </a:defRPr>
            </a:lvl9pPr>
          </a:lstStyle>
          <a:p/>
        </p:txBody>
      </p:sp>
      <p:sp>
        <p:nvSpPr>
          <p:cNvPr id="623" name="Google Shape;623;p1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4" name="Shape 624"/>
        <p:cNvGrpSpPr/>
        <p:nvPr/>
      </p:nvGrpSpPr>
      <p:grpSpPr>
        <a:xfrm>
          <a:off x="0" y="0"/>
          <a:ext cx="0" cy="0"/>
          <a:chOff x="0" y="0"/>
          <a:chExt cx="0" cy="0"/>
        </a:xfrm>
      </p:grpSpPr>
      <p:grpSp>
        <p:nvGrpSpPr>
          <p:cNvPr id="625" name="Google Shape;625;p17"/>
          <p:cNvGrpSpPr/>
          <p:nvPr/>
        </p:nvGrpSpPr>
        <p:grpSpPr>
          <a:xfrm>
            <a:off x="189696" y="184100"/>
            <a:ext cx="8792995" cy="4817325"/>
            <a:chOff x="-9" y="105624"/>
            <a:chExt cx="9144129" cy="5040625"/>
          </a:xfrm>
        </p:grpSpPr>
        <p:sp>
          <p:nvSpPr>
            <p:cNvPr id="626" name="Google Shape;626;p17"/>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7"/>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7"/>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7"/>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7"/>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7"/>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7"/>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7"/>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7"/>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7"/>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7"/>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7"/>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7"/>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7"/>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7"/>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7"/>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7"/>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7"/>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7"/>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7"/>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7"/>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7"/>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7"/>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7"/>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7"/>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7"/>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7"/>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7"/>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7"/>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7"/>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7"/>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7"/>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7"/>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7"/>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7"/>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7"/>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7"/>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7"/>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7"/>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7"/>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7"/>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7"/>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7"/>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7"/>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7"/>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7"/>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7"/>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7"/>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7"/>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7"/>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7"/>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7"/>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7"/>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7"/>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7"/>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7"/>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7"/>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7"/>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7"/>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7"/>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7"/>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7"/>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7"/>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7"/>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7"/>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7"/>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7"/>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7"/>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7"/>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7"/>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7"/>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7"/>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7"/>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7"/>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7"/>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7"/>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7"/>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7"/>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7"/>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7"/>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7"/>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7"/>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7"/>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7"/>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7"/>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7"/>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7"/>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7"/>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7"/>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7"/>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7"/>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7"/>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7"/>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7"/>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7"/>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7"/>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7"/>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7"/>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7"/>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7"/>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7"/>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7"/>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7"/>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7"/>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7"/>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7"/>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7"/>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7"/>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7"/>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7"/>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7"/>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7"/>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7"/>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7"/>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7"/>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7"/>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7"/>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7"/>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7"/>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7"/>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7"/>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7"/>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7"/>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7"/>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7"/>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7"/>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7"/>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7"/>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7"/>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7"/>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7"/>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7"/>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7"/>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7"/>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7"/>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7"/>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7"/>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7"/>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7"/>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7"/>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7"/>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7"/>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7"/>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7"/>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7"/>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7"/>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7"/>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7"/>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7"/>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7"/>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7"/>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7"/>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7"/>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 name="Google Shape;824;p17"/>
          <p:cNvGrpSpPr/>
          <p:nvPr/>
        </p:nvGrpSpPr>
        <p:grpSpPr>
          <a:xfrm>
            <a:off x="77519" y="76775"/>
            <a:ext cx="8988316" cy="4989522"/>
            <a:chOff x="836356" y="408591"/>
            <a:chExt cx="7693500" cy="4326300"/>
          </a:xfrm>
        </p:grpSpPr>
        <p:sp>
          <p:nvSpPr>
            <p:cNvPr id="825" name="Google Shape;825;p17"/>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7"/>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7" name="Google Shape;827;p1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828" name="Google Shape;828;p17"/>
          <p:cNvSpPr txBox="1"/>
          <p:nvPr>
            <p:ph idx="2" type="title"/>
          </p:nvPr>
        </p:nvSpPr>
        <p:spPr>
          <a:xfrm>
            <a:off x="1336913" y="2451700"/>
            <a:ext cx="2837100" cy="28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29" name="Google Shape;829;p17"/>
          <p:cNvSpPr txBox="1"/>
          <p:nvPr>
            <p:ph idx="1" type="subTitle"/>
          </p:nvPr>
        </p:nvSpPr>
        <p:spPr>
          <a:xfrm>
            <a:off x="1336913" y="2874725"/>
            <a:ext cx="2837100" cy="81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830" name="Google Shape;830;p17"/>
          <p:cNvSpPr txBox="1"/>
          <p:nvPr>
            <p:ph idx="3" type="title"/>
          </p:nvPr>
        </p:nvSpPr>
        <p:spPr>
          <a:xfrm>
            <a:off x="4969977" y="2451700"/>
            <a:ext cx="2837100" cy="28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31" name="Google Shape;831;p17"/>
          <p:cNvSpPr txBox="1"/>
          <p:nvPr>
            <p:ph idx="4" type="subTitle"/>
          </p:nvPr>
        </p:nvSpPr>
        <p:spPr>
          <a:xfrm>
            <a:off x="4969984" y="2874725"/>
            <a:ext cx="2837100" cy="813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grpSp>
        <p:nvGrpSpPr>
          <p:cNvPr id="832" name="Google Shape;832;p17"/>
          <p:cNvGrpSpPr/>
          <p:nvPr/>
        </p:nvGrpSpPr>
        <p:grpSpPr>
          <a:xfrm>
            <a:off x="395518" y="2964832"/>
            <a:ext cx="387080" cy="392693"/>
            <a:chOff x="6301268" y="2035382"/>
            <a:chExt cx="387080" cy="392693"/>
          </a:xfrm>
        </p:grpSpPr>
        <p:sp>
          <p:nvSpPr>
            <p:cNvPr id="833" name="Google Shape;833;p17"/>
            <p:cNvSpPr/>
            <p:nvPr/>
          </p:nvSpPr>
          <p:spPr>
            <a:xfrm>
              <a:off x="6430293" y="2297182"/>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17"/>
            <p:cNvGrpSpPr/>
            <p:nvPr/>
          </p:nvGrpSpPr>
          <p:grpSpPr>
            <a:xfrm>
              <a:off x="6301268" y="2035382"/>
              <a:ext cx="387080" cy="261793"/>
              <a:chOff x="7858018" y="1481557"/>
              <a:chExt cx="387080" cy="261793"/>
            </a:xfrm>
          </p:grpSpPr>
          <p:sp>
            <p:nvSpPr>
              <p:cNvPr id="835" name="Google Shape;835;p17"/>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7"/>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7"/>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7"/>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7"/>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40" name="Google Shape;840;p17"/>
          <p:cNvGrpSpPr/>
          <p:nvPr/>
        </p:nvGrpSpPr>
        <p:grpSpPr>
          <a:xfrm>
            <a:off x="8545808" y="3085348"/>
            <a:ext cx="259159" cy="272180"/>
            <a:chOff x="4685992" y="1362548"/>
            <a:chExt cx="720886" cy="757106"/>
          </a:xfrm>
        </p:grpSpPr>
        <p:sp>
          <p:nvSpPr>
            <p:cNvPr id="841" name="Google Shape;841;p17"/>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7"/>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7"/>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7"/>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7"/>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7"/>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7"/>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7"/>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7"/>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7"/>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7"/>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7"/>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7"/>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7"/>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7"/>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7"/>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7"/>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7"/>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7"/>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7"/>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7"/>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7"/>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7"/>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7"/>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7"/>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 name="Google Shape;866;p17"/>
          <p:cNvGrpSpPr/>
          <p:nvPr/>
        </p:nvGrpSpPr>
        <p:grpSpPr>
          <a:xfrm rot="2700000">
            <a:off x="410558" y="1236660"/>
            <a:ext cx="124930" cy="124095"/>
            <a:chOff x="4891103" y="1571383"/>
            <a:chExt cx="347518" cy="345195"/>
          </a:xfrm>
        </p:grpSpPr>
        <p:sp>
          <p:nvSpPr>
            <p:cNvPr id="867" name="Google Shape;867;p17"/>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7"/>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7"/>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7"/>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7"/>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7"/>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7"/>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7"/>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7"/>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7"/>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7"/>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7"/>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7"/>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 name="Google Shape;880;p17"/>
          <p:cNvGrpSpPr/>
          <p:nvPr/>
        </p:nvGrpSpPr>
        <p:grpSpPr>
          <a:xfrm>
            <a:off x="300032" y="3904812"/>
            <a:ext cx="578068" cy="632247"/>
            <a:chOff x="1129378" y="3247948"/>
            <a:chExt cx="928026" cy="1014516"/>
          </a:xfrm>
        </p:grpSpPr>
        <p:sp>
          <p:nvSpPr>
            <p:cNvPr id="881" name="Google Shape;881;p17"/>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7"/>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7"/>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7"/>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7"/>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7"/>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7"/>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7"/>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7"/>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7"/>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7"/>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7"/>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7"/>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7"/>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7"/>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7"/>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 name="Google Shape;898;p17"/>
          <p:cNvGrpSpPr/>
          <p:nvPr/>
        </p:nvGrpSpPr>
        <p:grpSpPr>
          <a:xfrm>
            <a:off x="8545805" y="4113726"/>
            <a:ext cx="387080" cy="423358"/>
            <a:chOff x="1129378" y="3247948"/>
            <a:chExt cx="928026" cy="1014516"/>
          </a:xfrm>
        </p:grpSpPr>
        <p:sp>
          <p:nvSpPr>
            <p:cNvPr id="899" name="Google Shape;899;p17"/>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7"/>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7"/>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7"/>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7"/>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7"/>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7"/>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7"/>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7"/>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7"/>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7"/>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7"/>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7"/>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7"/>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7"/>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7"/>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7"/>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 name="Google Shape;916;p17"/>
          <p:cNvGrpSpPr/>
          <p:nvPr/>
        </p:nvGrpSpPr>
        <p:grpSpPr>
          <a:xfrm>
            <a:off x="8373793" y="1536132"/>
            <a:ext cx="387080" cy="702718"/>
            <a:chOff x="8334818" y="1536132"/>
            <a:chExt cx="387080" cy="702718"/>
          </a:xfrm>
        </p:grpSpPr>
        <p:grpSp>
          <p:nvGrpSpPr>
            <p:cNvPr id="917" name="Google Shape;917;p17"/>
            <p:cNvGrpSpPr/>
            <p:nvPr/>
          </p:nvGrpSpPr>
          <p:grpSpPr>
            <a:xfrm>
              <a:off x="8334818" y="1536132"/>
              <a:ext cx="387080" cy="448243"/>
              <a:chOff x="7858018" y="1295107"/>
              <a:chExt cx="387080" cy="448243"/>
            </a:xfrm>
          </p:grpSpPr>
          <p:sp>
            <p:nvSpPr>
              <p:cNvPr id="918" name="Google Shape;918;p17"/>
              <p:cNvSpPr/>
              <p:nvPr/>
            </p:nvSpPr>
            <p:spPr>
              <a:xfrm>
                <a:off x="8116068" y="129510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9" name="Google Shape;919;p17"/>
              <p:cNvGrpSpPr/>
              <p:nvPr/>
            </p:nvGrpSpPr>
            <p:grpSpPr>
              <a:xfrm>
                <a:off x="7858018" y="1481557"/>
                <a:ext cx="387080" cy="261793"/>
                <a:chOff x="7858018" y="1481557"/>
                <a:chExt cx="387080" cy="261793"/>
              </a:xfrm>
            </p:grpSpPr>
            <p:sp>
              <p:nvSpPr>
                <p:cNvPr id="920" name="Google Shape;920;p17"/>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7"/>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7"/>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7"/>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7"/>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5" name="Google Shape;925;p17"/>
            <p:cNvSpPr/>
            <p:nvPr/>
          </p:nvSpPr>
          <p:spPr>
            <a:xfrm>
              <a:off x="8463843" y="21079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6" name="Shape 926"/>
        <p:cNvGrpSpPr/>
        <p:nvPr/>
      </p:nvGrpSpPr>
      <p:grpSpPr>
        <a:xfrm>
          <a:off x="0" y="0"/>
          <a:ext cx="0" cy="0"/>
          <a:chOff x="0" y="0"/>
          <a:chExt cx="0" cy="0"/>
        </a:xfrm>
      </p:grpSpPr>
      <p:grpSp>
        <p:nvGrpSpPr>
          <p:cNvPr id="927" name="Google Shape;927;p18"/>
          <p:cNvGrpSpPr/>
          <p:nvPr/>
        </p:nvGrpSpPr>
        <p:grpSpPr>
          <a:xfrm>
            <a:off x="189696" y="184100"/>
            <a:ext cx="8792995" cy="4817325"/>
            <a:chOff x="-9" y="105624"/>
            <a:chExt cx="9144129" cy="5040625"/>
          </a:xfrm>
        </p:grpSpPr>
        <p:sp>
          <p:nvSpPr>
            <p:cNvPr id="928" name="Google Shape;928;p18"/>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8"/>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8"/>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8"/>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8"/>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8"/>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8"/>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8"/>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8"/>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8"/>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8"/>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8"/>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8"/>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8"/>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8"/>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8"/>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8"/>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8"/>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8"/>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8"/>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8"/>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8"/>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8"/>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8"/>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8"/>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8"/>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8"/>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8"/>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8"/>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8"/>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8"/>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8"/>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8"/>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8"/>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8"/>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8"/>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8"/>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8"/>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8"/>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8"/>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8"/>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8"/>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8"/>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8"/>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8"/>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8"/>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8"/>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8"/>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8"/>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8"/>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8"/>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8"/>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8"/>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8"/>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8"/>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8"/>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8"/>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8"/>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8"/>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8"/>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8"/>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8"/>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8"/>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8"/>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8"/>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8"/>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8"/>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8"/>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8"/>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8"/>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8"/>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8"/>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8"/>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8"/>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8"/>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8"/>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8"/>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8"/>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8"/>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8"/>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8"/>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8"/>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8"/>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8"/>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8"/>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8"/>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8"/>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8"/>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8"/>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8"/>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8"/>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8"/>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8"/>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8"/>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8"/>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8"/>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8"/>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8"/>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8"/>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8"/>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8"/>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8"/>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8"/>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8"/>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8"/>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8"/>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8"/>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8"/>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8"/>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8"/>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8"/>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8"/>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8"/>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8"/>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8"/>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8"/>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8"/>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8"/>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8"/>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8"/>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8"/>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8"/>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8"/>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8"/>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8"/>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8"/>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8"/>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8"/>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8"/>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8"/>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8"/>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8"/>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8"/>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8"/>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8"/>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8"/>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8"/>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8"/>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8"/>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8"/>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8"/>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8"/>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8"/>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8"/>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8"/>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8"/>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8"/>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8"/>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8"/>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8"/>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8"/>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8"/>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8"/>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8"/>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8"/>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8"/>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8"/>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8"/>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8"/>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8"/>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8"/>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8"/>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6" name="Google Shape;1126;p18"/>
          <p:cNvGrpSpPr/>
          <p:nvPr/>
        </p:nvGrpSpPr>
        <p:grpSpPr>
          <a:xfrm>
            <a:off x="77519" y="76775"/>
            <a:ext cx="8988316" cy="4989522"/>
            <a:chOff x="836356" y="408591"/>
            <a:chExt cx="7693500" cy="4326300"/>
          </a:xfrm>
        </p:grpSpPr>
        <p:sp>
          <p:nvSpPr>
            <p:cNvPr id="1127" name="Google Shape;1127;p18"/>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9" name="Google Shape;1129;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30" name="Shape 1130"/>
        <p:cNvGrpSpPr/>
        <p:nvPr/>
      </p:nvGrpSpPr>
      <p:grpSpPr>
        <a:xfrm>
          <a:off x="0" y="0"/>
          <a:ext cx="0" cy="0"/>
          <a:chOff x="0" y="0"/>
          <a:chExt cx="0" cy="0"/>
        </a:xfrm>
      </p:grpSpPr>
      <p:grpSp>
        <p:nvGrpSpPr>
          <p:cNvPr id="1131" name="Google Shape;1131;p19"/>
          <p:cNvGrpSpPr/>
          <p:nvPr/>
        </p:nvGrpSpPr>
        <p:grpSpPr>
          <a:xfrm>
            <a:off x="876441" y="486692"/>
            <a:ext cx="7404908" cy="4167438"/>
            <a:chOff x="0" y="-7"/>
            <a:chExt cx="9144120" cy="5146256"/>
          </a:xfrm>
        </p:grpSpPr>
        <p:sp>
          <p:nvSpPr>
            <p:cNvPr id="1132" name="Google Shape;1132;p19"/>
            <p:cNvSpPr/>
            <p:nvPr/>
          </p:nvSpPr>
          <p:spPr>
            <a:xfrm>
              <a:off x="0" y="9"/>
              <a:ext cx="9144068" cy="4668675"/>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9"/>
            <p:cNvSpPr/>
            <p:nvPr/>
          </p:nvSpPr>
          <p:spPr>
            <a:xfrm>
              <a:off x="15" y="4242951"/>
              <a:ext cx="9144068" cy="622991"/>
            </a:xfrm>
            <a:custGeom>
              <a:rect b="b" l="l" r="r" t="t"/>
              <a:pathLst>
                <a:path extrusionOk="0" h="25294" w="161449">
                  <a:moveTo>
                    <a:pt x="0" y="0"/>
                  </a:moveTo>
                  <a:lnTo>
                    <a:pt x="0" y="25293"/>
                  </a:lnTo>
                  <a:lnTo>
                    <a:pt x="161449" y="2529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9"/>
            <p:cNvSpPr/>
            <p:nvPr/>
          </p:nvSpPr>
          <p:spPr>
            <a:xfrm>
              <a:off x="15" y="4147448"/>
              <a:ext cx="9144068" cy="77877"/>
            </a:xfrm>
            <a:custGeom>
              <a:rect b="b" l="l" r="r" t="t"/>
              <a:pathLst>
                <a:path extrusionOk="0" h="2550"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9"/>
            <p:cNvSpPr/>
            <p:nvPr/>
          </p:nvSpPr>
          <p:spPr>
            <a:xfrm>
              <a:off x="15" y="4066271"/>
              <a:ext cx="9144068" cy="59889"/>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9"/>
            <p:cNvSpPr/>
            <p:nvPr/>
          </p:nvSpPr>
          <p:spPr>
            <a:xfrm>
              <a:off x="15" y="3998319"/>
              <a:ext cx="9144068" cy="41901"/>
            </a:xfrm>
            <a:custGeom>
              <a:rect b="b" l="l" r="r" t="t"/>
              <a:pathLst>
                <a:path extrusionOk="0" h="1372" w="161449">
                  <a:moveTo>
                    <a:pt x="0" y="0"/>
                  </a:moveTo>
                  <a:lnTo>
                    <a:pt x="0" y="1371"/>
                  </a:lnTo>
                  <a:lnTo>
                    <a:pt x="161449" y="1371"/>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9"/>
            <p:cNvSpPr/>
            <p:nvPr/>
          </p:nvSpPr>
          <p:spPr>
            <a:xfrm>
              <a:off x="15" y="3947622"/>
              <a:ext cx="9144068" cy="23913"/>
            </a:xfrm>
            <a:custGeom>
              <a:rect b="b" l="l" r="r" t="t"/>
              <a:pathLst>
                <a:path extrusionOk="0" h="783" w="161449">
                  <a:moveTo>
                    <a:pt x="0" y="1"/>
                  </a:moveTo>
                  <a:lnTo>
                    <a:pt x="0" y="783"/>
                  </a:lnTo>
                  <a:lnTo>
                    <a:pt x="161449" y="783"/>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9"/>
            <p:cNvSpPr/>
            <p:nvPr/>
          </p:nvSpPr>
          <p:spPr>
            <a:xfrm>
              <a:off x="15" y="-7"/>
              <a:ext cx="9144068" cy="186063"/>
            </a:xfrm>
            <a:custGeom>
              <a:rect b="b" l="l" r="r" t="t"/>
              <a:pathLst>
                <a:path extrusionOk="0" h="4921" w="161449">
                  <a:moveTo>
                    <a:pt x="0" y="1"/>
                  </a:moveTo>
                  <a:lnTo>
                    <a:pt x="0" y="4920"/>
                  </a:lnTo>
                  <a:lnTo>
                    <a:pt x="161449" y="4920"/>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9"/>
            <p:cNvSpPr/>
            <p:nvPr/>
          </p:nvSpPr>
          <p:spPr>
            <a:xfrm>
              <a:off x="15" y="207830"/>
              <a:ext cx="9144068" cy="96453"/>
            </a:xfrm>
            <a:custGeom>
              <a:rect b="b" l="l" r="r" t="t"/>
              <a:pathLst>
                <a:path extrusionOk="0" h="2551"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9"/>
            <p:cNvSpPr/>
            <p:nvPr/>
          </p:nvSpPr>
          <p:spPr>
            <a:xfrm>
              <a:off x="15" y="330596"/>
              <a:ext cx="9144068" cy="74145"/>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9"/>
            <p:cNvSpPr/>
            <p:nvPr/>
          </p:nvSpPr>
          <p:spPr>
            <a:xfrm>
              <a:off x="15" y="436990"/>
              <a:ext cx="9144068" cy="51875"/>
            </a:xfrm>
            <a:custGeom>
              <a:rect b="b" l="l" r="r" t="t"/>
              <a:pathLst>
                <a:path extrusionOk="0" h="1372" w="161449">
                  <a:moveTo>
                    <a:pt x="0" y="1"/>
                  </a:moveTo>
                  <a:lnTo>
                    <a:pt x="0" y="1372"/>
                  </a:lnTo>
                  <a:lnTo>
                    <a:pt x="161449" y="1372"/>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9"/>
            <p:cNvSpPr/>
            <p:nvPr/>
          </p:nvSpPr>
          <p:spPr>
            <a:xfrm>
              <a:off x="15" y="522023"/>
              <a:ext cx="9144068" cy="29605"/>
            </a:xfrm>
            <a:custGeom>
              <a:rect b="b" l="l" r="r" t="t"/>
              <a:pathLst>
                <a:path extrusionOk="0" h="783" w="161449">
                  <a:moveTo>
                    <a:pt x="0" y="0"/>
                  </a:moveTo>
                  <a:lnTo>
                    <a:pt x="0" y="783"/>
                  </a:lnTo>
                  <a:lnTo>
                    <a:pt x="161449" y="78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9"/>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9"/>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9"/>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9"/>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9"/>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9"/>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9"/>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9"/>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9"/>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9"/>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9"/>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9"/>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9"/>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9"/>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9"/>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9"/>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9"/>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9"/>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9"/>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9"/>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9"/>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9"/>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9"/>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9"/>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9"/>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9"/>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9"/>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9"/>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9"/>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9"/>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9"/>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9"/>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9"/>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9"/>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9"/>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9"/>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9"/>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9"/>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9"/>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9"/>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9"/>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9"/>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9"/>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9"/>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9"/>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9"/>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9"/>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9"/>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9"/>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9"/>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9"/>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9"/>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9"/>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9"/>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9"/>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9"/>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9"/>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9"/>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9"/>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9"/>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9"/>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9"/>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9"/>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9"/>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9"/>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9"/>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9"/>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9"/>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9"/>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9"/>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9"/>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9"/>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9"/>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9"/>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9"/>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9"/>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9"/>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9"/>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9"/>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9"/>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9"/>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9"/>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9"/>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9"/>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9"/>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9"/>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9"/>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9"/>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9"/>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9"/>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9"/>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9"/>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9"/>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9"/>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9"/>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9"/>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9"/>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9"/>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9"/>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9"/>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9"/>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9"/>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9"/>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9"/>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9"/>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9"/>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9"/>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9"/>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9"/>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9"/>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9"/>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9"/>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9"/>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9"/>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9"/>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9"/>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9"/>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9"/>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9"/>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9"/>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9"/>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9"/>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9"/>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9"/>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9"/>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9"/>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9"/>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9"/>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9"/>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9"/>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9"/>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9"/>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9"/>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9"/>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9"/>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9"/>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9"/>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9"/>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9"/>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9"/>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9"/>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9"/>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9"/>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9"/>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9"/>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9"/>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9"/>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9"/>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9"/>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9"/>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9"/>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9"/>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9"/>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9"/>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9"/>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9"/>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9"/>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9"/>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9"/>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9"/>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9"/>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9"/>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9"/>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9"/>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9"/>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9"/>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9"/>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9"/>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9"/>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9"/>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9"/>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9"/>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9"/>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9"/>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9"/>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9"/>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9"/>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9"/>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9"/>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9"/>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9"/>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9"/>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9"/>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9"/>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9"/>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9"/>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9"/>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9"/>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9"/>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9"/>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9"/>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9"/>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9"/>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9"/>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9"/>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9"/>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9"/>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0" name="Google Shape;1340;p19"/>
          <p:cNvGrpSpPr/>
          <p:nvPr/>
        </p:nvGrpSpPr>
        <p:grpSpPr>
          <a:xfrm>
            <a:off x="790254" y="425901"/>
            <a:ext cx="7563480" cy="4291690"/>
            <a:chOff x="836356" y="408591"/>
            <a:chExt cx="7693500" cy="4326300"/>
          </a:xfrm>
        </p:grpSpPr>
        <p:sp>
          <p:nvSpPr>
            <p:cNvPr id="1341" name="Google Shape;1341;p19"/>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9"/>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3" name="Google Shape;1343;p19"/>
          <p:cNvSpPr txBox="1"/>
          <p:nvPr>
            <p:ph type="title"/>
          </p:nvPr>
        </p:nvSpPr>
        <p:spPr>
          <a:xfrm>
            <a:off x="1376800" y="1326950"/>
            <a:ext cx="33222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1344" name="Google Shape;1344;p19"/>
          <p:cNvSpPr txBox="1"/>
          <p:nvPr>
            <p:ph idx="1" type="body"/>
          </p:nvPr>
        </p:nvSpPr>
        <p:spPr>
          <a:xfrm>
            <a:off x="1376800" y="2034400"/>
            <a:ext cx="3322200" cy="16701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1345" name="Google Shape;1345;p19"/>
          <p:cNvGrpSpPr/>
          <p:nvPr/>
        </p:nvGrpSpPr>
        <p:grpSpPr>
          <a:xfrm>
            <a:off x="8536400" y="2315025"/>
            <a:ext cx="513300" cy="513300"/>
            <a:chOff x="8536400" y="2315025"/>
            <a:chExt cx="513300" cy="513300"/>
          </a:xfrm>
        </p:grpSpPr>
        <p:sp>
          <p:nvSpPr>
            <p:cNvPr id="1346" name="Google Shape;1346;p19"/>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7" name="Google Shape;1347;p19"/>
            <p:cNvGrpSpPr/>
            <p:nvPr/>
          </p:nvGrpSpPr>
          <p:grpSpPr>
            <a:xfrm>
              <a:off x="8615811" y="2393370"/>
              <a:ext cx="354612" cy="356676"/>
              <a:chOff x="222275" y="1270743"/>
              <a:chExt cx="309300" cy="311100"/>
            </a:xfrm>
          </p:grpSpPr>
          <p:sp>
            <p:nvSpPr>
              <p:cNvPr id="1348" name="Google Shape;1348;p19"/>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9"/>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50" name="Google Shape;1350;p19"/>
          <p:cNvGrpSpPr/>
          <p:nvPr/>
        </p:nvGrpSpPr>
        <p:grpSpPr>
          <a:xfrm>
            <a:off x="132508" y="2315025"/>
            <a:ext cx="513300" cy="513300"/>
            <a:chOff x="8536400" y="2315025"/>
            <a:chExt cx="513300" cy="513300"/>
          </a:xfrm>
        </p:grpSpPr>
        <p:sp>
          <p:nvSpPr>
            <p:cNvPr id="1351" name="Google Shape;1351;p19"/>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2" name="Google Shape;1352;p19"/>
            <p:cNvGrpSpPr/>
            <p:nvPr/>
          </p:nvGrpSpPr>
          <p:grpSpPr>
            <a:xfrm>
              <a:off x="8615811" y="2393370"/>
              <a:ext cx="354612" cy="356676"/>
              <a:chOff x="222275" y="1270743"/>
              <a:chExt cx="309300" cy="311100"/>
            </a:xfrm>
          </p:grpSpPr>
          <p:sp>
            <p:nvSpPr>
              <p:cNvPr id="1353" name="Google Shape;1353;p19"/>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9"/>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5" name="Shape 1355"/>
        <p:cNvGrpSpPr/>
        <p:nvPr/>
      </p:nvGrpSpPr>
      <p:grpSpPr>
        <a:xfrm>
          <a:off x="0" y="0"/>
          <a:ext cx="0" cy="0"/>
          <a:chOff x="0" y="0"/>
          <a:chExt cx="0" cy="0"/>
        </a:xfrm>
      </p:grpSpPr>
      <p:sp>
        <p:nvSpPr>
          <p:cNvPr id="1356" name="Google Shape;1356;p20"/>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57" name="Shape 1357"/>
        <p:cNvGrpSpPr/>
        <p:nvPr/>
      </p:nvGrpSpPr>
      <p:grpSpPr>
        <a:xfrm>
          <a:off x="0" y="0"/>
          <a:ext cx="0" cy="0"/>
          <a:chOff x="0" y="0"/>
          <a:chExt cx="0" cy="0"/>
        </a:xfrm>
      </p:grpSpPr>
      <p:sp>
        <p:nvSpPr>
          <p:cNvPr id="1358" name="Google Shape;1358;p21"/>
          <p:cNvSpPr txBox="1"/>
          <p:nvPr>
            <p:ph type="title"/>
          </p:nvPr>
        </p:nvSpPr>
        <p:spPr>
          <a:xfrm>
            <a:off x="720000" y="2179625"/>
            <a:ext cx="7704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59" name="Google Shape;1359;p21"/>
          <p:cNvSpPr txBox="1"/>
          <p:nvPr>
            <p:ph idx="1" type="subTitle"/>
          </p:nvPr>
        </p:nvSpPr>
        <p:spPr>
          <a:xfrm>
            <a:off x="2391925" y="3132175"/>
            <a:ext cx="43602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0" name="Shape 1360"/>
        <p:cNvGrpSpPr/>
        <p:nvPr/>
      </p:nvGrpSpPr>
      <p:grpSpPr>
        <a:xfrm>
          <a:off x="0" y="0"/>
          <a:ext cx="0" cy="0"/>
          <a:chOff x="0" y="0"/>
          <a:chExt cx="0" cy="0"/>
        </a:xfrm>
      </p:grpSpPr>
      <p:sp>
        <p:nvSpPr>
          <p:cNvPr id="1361" name="Google Shape;1361;p22"/>
          <p:cNvSpPr txBox="1"/>
          <p:nvPr>
            <p:ph type="title"/>
          </p:nvPr>
        </p:nvSpPr>
        <p:spPr>
          <a:xfrm>
            <a:off x="757175" y="572433"/>
            <a:ext cx="5410500" cy="1443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sz="2800"/>
            </a:lvl1pPr>
            <a:lvl2pPr lvl="1" rtl="0" algn="ctr">
              <a:spcBef>
                <a:spcPts val="0"/>
              </a:spcBef>
              <a:spcAft>
                <a:spcPts val="0"/>
              </a:spcAft>
              <a:buSzPts val="2000"/>
              <a:buNone/>
              <a:defRPr/>
            </a:lvl2pPr>
            <a:lvl3pPr lvl="2" rtl="0" algn="ctr">
              <a:spcBef>
                <a:spcPts val="0"/>
              </a:spcBef>
              <a:spcAft>
                <a:spcPts val="0"/>
              </a:spcAft>
              <a:buSzPts val="2000"/>
              <a:buNone/>
              <a:defRPr/>
            </a:lvl3pPr>
            <a:lvl4pPr lvl="3" rtl="0" algn="ctr">
              <a:spcBef>
                <a:spcPts val="0"/>
              </a:spcBef>
              <a:spcAft>
                <a:spcPts val="0"/>
              </a:spcAft>
              <a:buSzPts val="2000"/>
              <a:buNone/>
              <a:defRPr/>
            </a:lvl4pPr>
            <a:lvl5pPr lvl="4" rtl="0" algn="ctr">
              <a:spcBef>
                <a:spcPts val="0"/>
              </a:spcBef>
              <a:spcAft>
                <a:spcPts val="0"/>
              </a:spcAft>
              <a:buSzPts val="2000"/>
              <a:buNone/>
              <a:defRPr/>
            </a:lvl5pPr>
            <a:lvl6pPr lvl="5" rtl="0" algn="ctr">
              <a:spcBef>
                <a:spcPts val="0"/>
              </a:spcBef>
              <a:spcAft>
                <a:spcPts val="0"/>
              </a:spcAft>
              <a:buSzPts val="2000"/>
              <a:buNone/>
              <a:defRPr/>
            </a:lvl6pPr>
            <a:lvl7pPr lvl="6" rtl="0" algn="ctr">
              <a:spcBef>
                <a:spcPts val="0"/>
              </a:spcBef>
              <a:spcAft>
                <a:spcPts val="0"/>
              </a:spcAft>
              <a:buSzPts val="2000"/>
              <a:buNone/>
              <a:defRPr/>
            </a:lvl7pPr>
            <a:lvl8pPr lvl="7" rtl="0" algn="ctr">
              <a:spcBef>
                <a:spcPts val="0"/>
              </a:spcBef>
              <a:spcAft>
                <a:spcPts val="0"/>
              </a:spcAft>
              <a:buSzPts val="2000"/>
              <a:buNone/>
              <a:defRPr/>
            </a:lvl8pPr>
            <a:lvl9pPr lvl="8" rtl="0" algn="ctr">
              <a:spcBef>
                <a:spcPts val="0"/>
              </a:spcBef>
              <a:spcAft>
                <a:spcPts val="0"/>
              </a:spcAft>
              <a:buSzPts val="2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62" name="Shape 1362"/>
        <p:cNvGrpSpPr/>
        <p:nvPr/>
      </p:nvGrpSpPr>
      <p:grpSpPr>
        <a:xfrm>
          <a:off x="0" y="0"/>
          <a:ext cx="0" cy="0"/>
          <a:chOff x="0" y="0"/>
          <a:chExt cx="0" cy="0"/>
        </a:xfrm>
      </p:grpSpPr>
      <p:sp>
        <p:nvSpPr>
          <p:cNvPr id="1363" name="Google Shape;1363;p23"/>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64" name="Google Shape;1364;p23"/>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365" name="Shape 1365"/>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366" name="Shape 1366"/>
        <p:cNvGrpSpPr/>
        <p:nvPr/>
      </p:nvGrpSpPr>
      <p:grpSpPr>
        <a:xfrm>
          <a:off x="0" y="0"/>
          <a:ext cx="0" cy="0"/>
          <a:chOff x="0" y="0"/>
          <a:chExt cx="0" cy="0"/>
        </a:xfrm>
      </p:grpSpPr>
      <p:grpSp>
        <p:nvGrpSpPr>
          <p:cNvPr id="1367" name="Google Shape;1367;p25"/>
          <p:cNvGrpSpPr/>
          <p:nvPr/>
        </p:nvGrpSpPr>
        <p:grpSpPr>
          <a:xfrm>
            <a:off x="189696" y="184100"/>
            <a:ext cx="8792995" cy="4817325"/>
            <a:chOff x="-9" y="105624"/>
            <a:chExt cx="9144129" cy="5040625"/>
          </a:xfrm>
        </p:grpSpPr>
        <p:sp>
          <p:nvSpPr>
            <p:cNvPr id="1368" name="Google Shape;1368;p25"/>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5"/>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5"/>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5"/>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5"/>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5"/>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5"/>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5"/>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5"/>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5"/>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5"/>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5"/>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5"/>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5"/>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5"/>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5"/>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5"/>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5"/>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5"/>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5"/>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5"/>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5"/>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5"/>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5"/>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5"/>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5"/>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5"/>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5"/>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5"/>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5"/>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5"/>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5"/>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5"/>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5"/>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5"/>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5"/>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5"/>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5"/>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5"/>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5"/>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5"/>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5"/>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5"/>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5"/>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5"/>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5"/>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5"/>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5"/>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5"/>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5"/>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5"/>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5"/>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5"/>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5"/>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5"/>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5"/>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5"/>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5"/>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5"/>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5"/>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5"/>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5"/>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5"/>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5"/>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5"/>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5"/>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5"/>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5"/>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5"/>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5"/>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5"/>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5"/>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5"/>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5"/>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5"/>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5"/>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5"/>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5"/>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5"/>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5"/>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5"/>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5"/>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5"/>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5"/>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5"/>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5"/>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5"/>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5"/>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5"/>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5"/>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5"/>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5"/>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5"/>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5"/>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5"/>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5"/>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5"/>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5"/>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5"/>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5"/>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5"/>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5"/>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5"/>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5"/>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5"/>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5"/>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5"/>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5"/>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5"/>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5"/>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5"/>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5"/>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5"/>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5"/>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5"/>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5"/>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5"/>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5"/>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5"/>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5"/>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5"/>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5"/>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5"/>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5"/>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5"/>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5"/>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5"/>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5"/>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5"/>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5"/>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5"/>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5"/>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5"/>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5"/>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5"/>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5"/>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5"/>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5"/>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5"/>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5"/>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5"/>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5"/>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5"/>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5"/>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5"/>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5"/>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5"/>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5"/>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5"/>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5"/>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5"/>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5"/>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5"/>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5"/>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5"/>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5"/>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5"/>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5"/>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5"/>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5"/>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5"/>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5"/>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5"/>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5"/>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5"/>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5"/>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5"/>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5"/>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5"/>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5"/>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5"/>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5"/>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5"/>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5"/>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5"/>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5"/>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5"/>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5"/>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5"/>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5"/>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5"/>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5"/>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5"/>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5"/>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5"/>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5"/>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5"/>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5"/>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5"/>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5"/>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5"/>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5"/>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5"/>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5"/>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5"/>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5"/>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5"/>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5"/>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25"/>
          <p:cNvGrpSpPr/>
          <p:nvPr/>
        </p:nvGrpSpPr>
        <p:grpSpPr>
          <a:xfrm>
            <a:off x="77519" y="76775"/>
            <a:ext cx="8988316" cy="4989522"/>
            <a:chOff x="836356" y="408591"/>
            <a:chExt cx="7693500" cy="4326300"/>
          </a:xfrm>
        </p:grpSpPr>
        <p:sp>
          <p:nvSpPr>
            <p:cNvPr id="1567" name="Google Shape;1567;p25"/>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5"/>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9" name="Google Shape;1569;p25"/>
          <p:cNvSpPr txBox="1"/>
          <p:nvPr>
            <p:ph type="title"/>
          </p:nvPr>
        </p:nvSpPr>
        <p:spPr>
          <a:xfrm>
            <a:off x="2074725" y="1387608"/>
            <a:ext cx="23364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570" name="Google Shape;1570;p25"/>
          <p:cNvSpPr txBox="1"/>
          <p:nvPr>
            <p:ph hasCustomPrompt="1" idx="2" type="title"/>
          </p:nvPr>
        </p:nvSpPr>
        <p:spPr>
          <a:xfrm>
            <a:off x="989738" y="1724575"/>
            <a:ext cx="824100" cy="393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a:solidFill>
                  <a:schemeClr val="lt2"/>
                </a:solidFill>
              </a:defRPr>
            </a:lvl1pPr>
            <a:lvl2pPr lvl="1" rtl="0">
              <a:spcBef>
                <a:spcPts val="0"/>
              </a:spcBef>
              <a:spcAft>
                <a:spcPts val="0"/>
              </a:spcAft>
              <a:buClr>
                <a:schemeClr val="lt2"/>
              </a:buClr>
              <a:buSzPts val="3000"/>
              <a:buNone/>
              <a:defRPr sz="3000">
                <a:solidFill>
                  <a:schemeClr val="lt2"/>
                </a:solidFill>
              </a:defRPr>
            </a:lvl2pPr>
            <a:lvl3pPr lvl="2" rtl="0">
              <a:spcBef>
                <a:spcPts val="0"/>
              </a:spcBef>
              <a:spcAft>
                <a:spcPts val="0"/>
              </a:spcAft>
              <a:buClr>
                <a:schemeClr val="lt2"/>
              </a:buClr>
              <a:buSzPts val="3000"/>
              <a:buNone/>
              <a:defRPr sz="3000">
                <a:solidFill>
                  <a:schemeClr val="lt2"/>
                </a:solidFill>
              </a:defRPr>
            </a:lvl3pPr>
            <a:lvl4pPr lvl="3" rtl="0">
              <a:spcBef>
                <a:spcPts val="0"/>
              </a:spcBef>
              <a:spcAft>
                <a:spcPts val="0"/>
              </a:spcAft>
              <a:buClr>
                <a:schemeClr val="lt2"/>
              </a:buClr>
              <a:buSzPts val="3000"/>
              <a:buNone/>
              <a:defRPr sz="3000">
                <a:solidFill>
                  <a:schemeClr val="lt2"/>
                </a:solidFill>
              </a:defRPr>
            </a:lvl4pPr>
            <a:lvl5pPr lvl="4" rtl="0">
              <a:spcBef>
                <a:spcPts val="0"/>
              </a:spcBef>
              <a:spcAft>
                <a:spcPts val="0"/>
              </a:spcAft>
              <a:buClr>
                <a:schemeClr val="lt2"/>
              </a:buClr>
              <a:buSzPts val="3000"/>
              <a:buNone/>
              <a:defRPr sz="3000">
                <a:solidFill>
                  <a:schemeClr val="lt2"/>
                </a:solidFill>
              </a:defRPr>
            </a:lvl5pPr>
            <a:lvl6pPr lvl="5" rtl="0">
              <a:spcBef>
                <a:spcPts val="0"/>
              </a:spcBef>
              <a:spcAft>
                <a:spcPts val="0"/>
              </a:spcAft>
              <a:buClr>
                <a:schemeClr val="lt2"/>
              </a:buClr>
              <a:buSzPts val="3000"/>
              <a:buNone/>
              <a:defRPr sz="3000">
                <a:solidFill>
                  <a:schemeClr val="lt2"/>
                </a:solidFill>
              </a:defRPr>
            </a:lvl6pPr>
            <a:lvl7pPr lvl="6" rtl="0">
              <a:spcBef>
                <a:spcPts val="0"/>
              </a:spcBef>
              <a:spcAft>
                <a:spcPts val="0"/>
              </a:spcAft>
              <a:buClr>
                <a:schemeClr val="lt2"/>
              </a:buClr>
              <a:buSzPts val="3000"/>
              <a:buNone/>
              <a:defRPr sz="3000">
                <a:solidFill>
                  <a:schemeClr val="lt2"/>
                </a:solidFill>
              </a:defRPr>
            </a:lvl7pPr>
            <a:lvl8pPr lvl="7" rtl="0">
              <a:spcBef>
                <a:spcPts val="0"/>
              </a:spcBef>
              <a:spcAft>
                <a:spcPts val="0"/>
              </a:spcAft>
              <a:buClr>
                <a:schemeClr val="lt2"/>
              </a:buClr>
              <a:buSzPts val="3000"/>
              <a:buNone/>
              <a:defRPr sz="3000">
                <a:solidFill>
                  <a:schemeClr val="lt2"/>
                </a:solidFill>
              </a:defRPr>
            </a:lvl8pPr>
            <a:lvl9pPr lvl="8" rtl="0">
              <a:spcBef>
                <a:spcPts val="0"/>
              </a:spcBef>
              <a:spcAft>
                <a:spcPts val="0"/>
              </a:spcAft>
              <a:buClr>
                <a:schemeClr val="lt2"/>
              </a:buClr>
              <a:buSzPts val="3000"/>
              <a:buNone/>
              <a:defRPr sz="3000">
                <a:solidFill>
                  <a:schemeClr val="lt2"/>
                </a:solidFill>
              </a:defRPr>
            </a:lvl9pPr>
          </a:lstStyle>
          <a:p>
            <a:r>
              <a:t>xx%</a:t>
            </a:r>
          </a:p>
        </p:txBody>
      </p:sp>
      <p:sp>
        <p:nvSpPr>
          <p:cNvPr id="1571" name="Google Shape;1571;p25"/>
          <p:cNvSpPr txBox="1"/>
          <p:nvPr>
            <p:ph idx="1" type="subTitle"/>
          </p:nvPr>
        </p:nvSpPr>
        <p:spPr>
          <a:xfrm>
            <a:off x="2074725" y="19703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1572" name="Google Shape;1572;p25"/>
          <p:cNvSpPr txBox="1"/>
          <p:nvPr>
            <p:ph idx="3" type="title"/>
          </p:nvPr>
        </p:nvSpPr>
        <p:spPr>
          <a:xfrm>
            <a:off x="5961350" y="1387608"/>
            <a:ext cx="23364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573" name="Google Shape;1573;p25"/>
          <p:cNvSpPr txBox="1"/>
          <p:nvPr>
            <p:ph hasCustomPrompt="1" idx="4" type="title"/>
          </p:nvPr>
        </p:nvSpPr>
        <p:spPr>
          <a:xfrm>
            <a:off x="4876525" y="1724575"/>
            <a:ext cx="824100" cy="393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a:solidFill>
                  <a:schemeClr val="lt2"/>
                </a:solidFill>
              </a:defRPr>
            </a:lvl1pPr>
            <a:lvl2pPr lvl="1" rtl="0">
              <a:spcBef>
                <a:spcPts val="0"/>
              </a:spcBef>
              <a:spcAft>
                <a:spcPts val="0"/>
              </a:spcAft>
              <a:buClr>
                <a:schemeClr val="lt2"/>
              </a:buClr>
              <a:buSzPts val="3000"/>
              <a:buNone/>
              <a:defRPr sz="3000">
                <a:solidFill>
                  <a:schemeClr val="lt2"/>
                </a:solidFill>
              </a:defRPr>
            </a:lvl2pPr>
            <a:lvl3pPr lvl="2" rtl="0">
              <a:spcBef>
                <a:spcPts val="0"/>
              </a:spcBef>
              <a:spcAft>
                <a:spcPts val="0"/>
              </a:spcAft>
              <a:buClr>
                <a:schemeClr val="lt2"/>
              </a:buClr>
              <a:buSzPts val="3000"/>
              <a:buNone/>
              <a:defRPr sz="3000">
                <a:solidFill>
                  <a:schemeClr val="lt2"/>
                </a:solidFill>
              </a:defRPr>
            </a:lvl3pPr>
            <a:lvl4pPr lvl="3" rtl="0">
              <a:spcBef>
                <a:spcPts val="0"/>
              </a:spcBef>
              <a:spcAft>
                <a:spcPts val="0"/>
              </a:spcAft>
              <a:buClr>
                <a:schemeClr val="lt2"/>
              </a:buClr>
              <a:buSzPts val="3000"/>
              <a:buNone/>
              <a:defRPr sz="3000">
                <a:solidFill>
                  <a:schemeClr val="lt2"/>
                </a:solidFill>
              </a:defRPr>
            </a:lvl4pPr>
            <a:lvl5pPr lvl="4" rtl="0">
              <a:spcBef>
                <a:spcPts val="0"/>
              </a:spcBef>
              <a:spcAft>
                <a:spcPts val="0"/>
              </a:spcAft>
              <a:buClr>
                <a:schemeClr val="lt2"/>
              </a:buClr>
              <a:buSzPts val="3000"/>
              <a:buNone/>
              <a:defRPr sz="3000">
                <a:solidFill>
                  <a:schemeClr val="lt2"/>
                </a:solidFill>
              </a:defRPr>
            </a:lvl5pPr>
            <a:lvl6pPr lvl="5" rtl="0">
              <a:spcBef>
                <a:spcPts val="0"/>
              </a:spcBef>
              <a:spcAft>
                <a:spcPts val="0"/>
              </a:spcAft>
              <a:buClr>
                <a:schemeClr val="lt2"/>
              </a:buClr>
              <a:buSzPts val="3000"/>
              <a:buNone/>
              <a:defRPr sz="3000">
                <a:solidFill>
                  <a:schemeClr val="lt2"/>
                </a:solidFill>
              </a:defRPr>
            </a:lvl6pPr>
            <a:lvl7pPr lvl="6" rtl="0">
              <a:spcBef>
                <a:spcPts val="0"/>
              </a:spcBef>
              <a:spcAft>
                <a:spcPts val="0"/>
              </a:spcAft>
              <a:buClr>
                <a:schemeClr val="lt2"/>
              </a:buClr>
              <a:buSzPts val="3000"/>
              <a:buNone/>
              <a:defRPr sz="3000">
                <a:solidFill>
                  <a:schemeClr val="lt2"/>
                </a:solidFill>
              </a:defRPr>
            </a:lvl7pPr>
            <a:lvl8pPr lvl="7" rtl="0">
              <a:spcBef>
                <a:spcPts val="0"/>
              </a:spcBef>
              <a:spcAft>
                <a:spcPts val="0"/>
              </a:spcAft>
              <a:buClr>
                <a:schemeClr val="lt2"/>
              </a:buClr>
              <a:buSzPts val="3000"/>
              <a:buNone/>
              <a:defRPr sz="3000">
                <a:solidFill>
                  <a:schemeClr val="lt2"/>
                </a:solidFill>
              </a:defRPr>
            </a:lvl8pPr>
            <a:lvl9pPr lvl="8" rtl="0">
              <a:spcBef>
                <a:spcPts val="0"/>
              </a:spcBef>
              <a:spcAft>
                <a:spcPts val="0"/>
              </a:spcAft>
              <a:buClr>
                <a:schemeClr val="lt2"/>
              </a:buClr>
              <a:buSzPts val="3000"/>
              <a:buNone/>
              <a:defRPr sz="3000">
                <a:solidFill>
                  <a:schemeClr val="lt2"/>
                </a:solidFill>
              </a:defRPr>
            </a:lvl9pPr>
          </a:lstStyle>
          <a:p>
            <a:r>
              <a:t>xx%</a:t>
            </a:r>
          </a:p>
        </p:txBody>
      </p:sp>
      <p:sp>
        <p:nvSpPr>
          <p:cNvPr id="1574" name="Google Shape;1574;p25"/>
          <p:cNvSpPr txBox="1"/>
          <p:nvPr>
            <p:ph idx="5" type="subTitle"/>
          </p:nvPr>
        </p:nvSpPr>
        <p:spPr>
          <a:xfrm>
            <a:off x="5961350" y="19703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1575" name="Google Shape;1575;p25"/>
          <p:cNvSpPr txBox="1"/>
          <p:nvPr>
            <p:ph idx="6" type="title"/>
          </p:nvPr>
        </p:nvSpPr>
        <p:spPr>
          <a:xfrm>
            <a:off x="2074725" y="3036408"/>
            <a:ext cx="23364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576" name="Google Shape;1576;p25"/>
          <p:cNvSpPr txBox="1"/>
          <p:nvPr>
            <p:ph hasCustomPrompt="1" idx="7" type="title"/>
          </p:nvPr>
        </p:nvSpPr>
        <p:spPr>
          <a:xfrm>
            <a:off x="989738" y="3373425"/>
            <a:ext cx="824100" cy="393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a:solidFill>
                  <a:schemeClr val="lt2"/>
                </a:solidFill>
              </a:defRPr>
            </a:lvl1pPr>
            <a:lvl2pPr lvl="1" rtl="0">
              <a:spcBef>
                <a:spcPts val="0"/>
              </a:spcBef>
              <a:spcAft>
                <a:spcPts val="0"/>
              </a:spcAft>
              <a:buClr>
                <a:schemeClr val="lt2"/>
              </a:buClr>
              <a:buSzPts val="3000"/>
              <a:buNone/>
              <a:defRPr sz="3000">
                <a:solidFill>
                  <a:schemeClr val="lt2"/>
                </a:solidFill>
              </a:defRPr>
            </a:lvl2pPr>
            <a:lvl3pPr lvl="2" rtl="0">
              <a:spcBef>
                <a:spcPts val="0"/>
              </a:spcBef>
              <a:spcAft>
                <a:spcPts val="0"/>
              </a:spcAft>
              <a:buClr>
                <a:schemeClr val="lt2"/>
              </a:buClr>
              <a:buSzPts val="3000"/>
              <a:buNone/>
              <a:defRPr sz="3000">
                <a:solidFill>
                  <a:schemeClr val="lt2"/>
                </a:solidFill>
              </a:defRPr>
            </a:lvl3pPr>
            <a:lvl4pPr lvl="3" rtl="0">
              <a:spcBef>
                <a:spcPts val="0"/>
              </a:spcBef>
              <a:spcAft>
                <a:spcPts val="0"/>
              </a:spcAft>
              <a:buClr>
                <a:schemeClr val="lt2"/>
              </a:buClr>
              <a:buSzPts val="3000"/>
              <a:buNone/>
              <a:defRPr sz="3000">
                <a:solidFill>
                  <a:schemeClr val="lt2"/>
                </a:solidFill>
              </a:defRPr>
            </a:lvl4pPr>
            <a:lvl5pPr lvl="4" rtl="0">
              <a:spcBef>
                <a:spcPts val="0"/>
              </a:spcBef>
              <a:spcAft>
                <a:spcPts val="0"/>
              </a:spcAft>
              <a:buClr>
                <a:schemeClr val="lt2"/>
              </a:buClr>
              <a:buSzPts val="3000"/>
              <a:buNone/>
              <a:defRPr sz="3000">
                <a:solidFill>
                  <a:schemeClr val="lt2"/>
                </a:solidFill>
              </a:defRPr>
            </a:lvl5pPr>
            <a:lvl6pPr lvl="5" rtl="0">
              <a:spcBef>
                <a:spcPts val="0"/>
              </a:spcBef>
              <a:spcAft>
                <a:spcPts val="0"/>
              </a:spcAft>
              <a:buClr>
                <a:schemeClr val="lt2"/>
              </a:buClr>
              <a:buSzPts val="3000"/>
              <a:buNone/>
              <a:defRPr sz="3000">
                <a:solidFill>
                  <a:schemeClr val="lt2"/>
                </a:solidFill>
              </a:defRPr>
            </a:lvl6pPr>
            <a:lvl7pPr lvl="6" rtl="0">
              <a:spcBef>
                <a:spcPts val="0"/>
              </a:spcBef>
              <a:spcAft>
                <a:spcPts val="0"/>
              </a:spcAft>
              <a:buClr>
                <a:schemeClr val="lt2"/>
              </a:buClr>
              <a:buSzPts val="3000"/>
              <a:buNone/>
              <a:defRPr sz="3000">
                <a:solidFill>
                  <a:schemeClr val="lt2"/>
                </a:solidFill>
              </a:defRPr>
            </a:lvl7pPr>
            <a:lvl8pPr lvl="7" rtl="0">
              <a:spcBef>
                <a:spcPts val="0"/>
              </a:spcBef>
              <a:spcAft>
                <a:spcPts val="0"/>
              </a:spcAft>
              <a:buClr>
                <a:schemeClr val="lt2"/>
              </a:buClr>
              <a:buSzPts val="3000"/>
              <a:buNone/>
              <a:defRPr sz="3000">
                <a:solidFill>
                  <a:schemeClr val="lt2"/>
                </a:solidFill>
              </a:defRPr>
            </a:lvl8pPr>
            <a:lvl9pPr lvl="8" rtl="0">
              <a:spcBef>
                <a:spcPts val="0"/>
              </a:spcBef>
              <a:spcAft>
                <a:spcPts val="0"/>
              </a:spcAft>
              <a:buClr>
                <a:schemeClr val="lt2"/>
              </a:buClr>
              <a:buSzPts val="3000"/>
              <a:buNone/>
              <a:defRPr sz="3000">
                <a:solidFill>
                  <a:schemeClr val="lt2"/>
                </a:solidFill>
              </a:defRPr>
            </a:lvl9pPr>
          </a:lstStyle>
          <a:p>
            <a:r>
              <a:t>xx%</a:t>
            </a:r>
          </a:p>
        </p:txBody>
      </p:sp>
      <p:sp>
        <p:nvSpPr>
          <p:cNvPr id="1577" name="Google Shape;1577;p25"/>
          <p:cNvSpPr txBox="1"/>
          <p:nvPr>
            <p:ph idx="8" type="subTitle"/>
          </p:nvPr>
        </p:nvSpPr>
        <p:spPr>
          <a:xfrm>
            <a:off x="2074725" y="36192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1578" name="Google Shape;1578;p25"/>
          <p:cNvSpPr txBox="1"/>
          <p:nvPr>
            <p:ph idx="9" type="title"/>
          </p:nvPr>
        </p:nvSpPr>
        <p:spPr>
          <a:xfrm>
            <a:off x="5961350" y="3036408"/>
            <a:ext cx="23364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579" name="Google Shape;1579;p25"/>
          <p:cNvSpPr txBox="1"/>
          <p:nvPr>
            <p:ph hasCustomPrompt="1" idx="13" type="title"/>
          </p:nvPr>
        </p:nvSpPr>
        <p:spPr>
          <a:xfrm>
            <a:off x="4876376" y="3373425"/>
            <a:ext cx="824100" cy="393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3000"/>
              <a:buNone/>
              <a:defRPr>
                <a:solidFill>
                  <a:schemeClr val="lt2"/>
                </a:solidFill>
              </a:defRPr>
            </a:lvl1pPr>
            <a:lvl2pPr lvl="1" rtl="0">
              <a:spcBef>
                <a:spcPts val="0"/>
              </a:spcBef>
              <a:spcAft>
                <a:spcPts val="0"/>
              </a:spcAft>
              <a:buClr>
                <a:schemeClr val="lt2"/>
              </a:buClr>
              <a:buSzPts val="3000"/>
              <a:buNone/>
              <a:defRPr sz="3000">
                <a:solidFill>
                  <a:schemeClr val="lt2"/>
                </a:solidFill>
              </a:defRPr>
            </a:lvl2pPr>
            <a:lvl3pPr lvl="2" rtl="0">
              <a:spcBef>
                <a:spcPts val="0"/>
              </a:spcBef>
              <a:spcAft>
                <a:spcPts val="0"/>
              </a:spcAft>
              <a:buClr>
                <a:schemeClr val="lt2"/>
              </a:buClr>
              <a:buSzPts val="3000"/>
              <a:buNone/>
              <a:defRPr sz="3000">
                <a:solidFill>
                  <a:schemeClr val="lt2"/>
                </a:solidFill>
              </a:defRPr>
            </a:lvl3pPr>
            <a:lvl4pPr lvl="3" rtl="0">
              <a:spcBef>
                <a:spcPts val="0"/>
              </a:spcBef>
              <a:spcAft>
                <a:spcPts val="0"/>
              </a:spcAft>
              <a:buClr>
                <a:schemeClr val="lt2"/>
              </a:buClr>
              <a:buSzPts val="3000"/>
              <a:buNone/>
              <a:defRPr sz="3000">
                <a:solidFill>
                  <a:schemeClr val="lt2"/>
                </a:solidFill>
              </a:defRPr>
            </a:lvl4pPr>
            <a:lvl5pPr lvl="4" rtl="0">
              <a:spcBef>
                <a:spcPts val="0"/>
              </a:spcBef>
              <a:spcAft>
                <a:spcPts val="0"/>
              </a:spcAft>
              <a:buClr>
                <a:schemeClr val="lt2"/>
              </a:buClr>
              <a:buSzPts val="3000"/>
              <a:buNone/>
              <a:defRPr sz="3000">
                <a:solidFill>
                  <a:schemeClr val="lt2"/>
                </a:solidFill>
              </a:defRPr>
            </a:lvl5pPr>
            <a:lvl6pPr lvl="5" rtl="0">
              <a:spcBef>
                <a:spcPts val="0"/>
              </a:spcBef>
              <a:spcAft>
                <a:spcPts val="0"/>
              </a:spcAft>
              <a:buClr>
                <a:schemeClr val="lt2"/>
              </a:buClr>
              <a:buSzPts val="3000"/>
              <a:buNone/>
              <a:defRPr sz="3000">
                <a:solidFill>
                  <a:schemeClr val="lt2"/>
                </a:solidFill>
              </a:defRPr>
            </a:lvl6pPr>
            <a:lvl7pPr lvl="6" rtl="0">
              <a:spcBef>
                <a:spcPts val="0"/>
              </a:spcBef>
              <a:spcAft>
                <a:spcPts val="0"/>
              </a:spcAft>
              <a:buClr>
                <a:schemeClr val="lt2"/>
              </a:buClr>
              <a:buSzPts val="3000"/>
              <a:buNone/>
              <a:defRPr sz="3000">
                <a:solidFill>
                  <a:schemeClr val="lt2"/>
                </a:solidFill>
              </a:defRPr>
            </a:lvl7pPr>
            <a:lvl8pPr lvl="7" rtl="0">
              <a:spcBef>
                <a:spcPts val="0"/>
              </a:spcBef>
              <a:spcAft>
                <a:spcPts val="0"/>
              </a:spcAft>
              <a:buClr>
                <a:schemeClr val="lt2"/>
              </a:buClr>
              <a:buSzPts val="3000"/>
              <a:buNone/>
              <a:defRPr sz="3000">
                <a:solidFill>
                  <a:schemeClr val="lt2"/>
                </a:solidFill>
              </a:defRPr>
            </a:lvl8pPr>
            <a:lvl9pPr lvl="8" rtl="0">
              <a:spcBef>
                <a:spcPts val="0"/>
              </a:spcBef>
              <a:spcAft>
                <a:spcPts val="0"/>
              </a:spcAft>
              <a:buClr>
                <a:schemeClr val="lt2"/>
              </a:buClr>
              <a:buSzPts val="3000"/>
              <a:buNone/>
              <a:defRPr sz="3000">
                <a:solidFill>
                  <a:schemeClr val="lt2"/>
                </a:solidFill>
              </a:defRPr>
            </a:lvl9pPr>
          </a:lstStyle>
          <a:p>
            <a:r>
              <a:t>xx%</a:t>
            </a:r>
          </a:p>
        </p:txBody>
      </p:sp>
      <p:sp>
        <p:nvSpPr>
          <p:cNvPr id="1580" name="Google Shape;1580;p25"/>
          <p:cNvSpPr txBox="1"/>
          <p:nvPr>
            <p:ph idx="14" type="subTitle"/>
          </p:nvPr>
        </p:nvSpPr>
        <p:spPr>
          <a:xfrm>
            <a:off x="5961350" y="36192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solidFill>
                  <a:schemeClr val="dk1"/>
                </a:solidFill>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p:txBody>
      </p:sp>
      <p:sp>
        <p:nvSpPr>
          <p:cNvPr id="1581" name="Google Shape;1581;p25"/>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grpSp>
        <p:nvGrpSpPr>
          <p:cNvPr id="1582" name="Google Shape;1582;p25"/>
          <p:cNvGrpSpPr/>
          <p:nvPr/>
        </p:nvGrpSpPr>
        <p:grpSpPr>
          <a:xfrm>
            <a:off x="342458" y="3186660"/>
            <a:ext cx="259159" cy="272180"/>
            <a:chOff x="4685992" y="1362548"/>
            <a:chExt cx="720886" cy="757106"/>
          </a:xfrm>
        </p:grpSpPr>
        <p:sp>
          <p:nvSpPr>
            <p:cNvPr id="1583" name="Google Shape;1583;p25"/>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5"/>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5"/>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5"/>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5"/>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5"/>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5"/>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5"/>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5"/>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5"/>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5"/>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5"/>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5"/>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5"/>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5"/>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5"/>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5"/>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5"/>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5"/>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5"/>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5"/>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5"/>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5"/>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5"/>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5"/>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8" name="Google Shape;1608;p25"/>
          <p:cNvGrpSpPr/>
          <p:nvPr/>
        </p:nvGrpSpPr>
        <p:grpSpPr>
          <a:xfrm rot="2700000">
            <a:off x="8612920" y="3308760"/>
            <a:ext cx="124930" cy="124095"/>
            <a:chOff x="4891103" y="1571383"/>
            <a:chExt cx="347518" cy="345195"/>
          </a:xfrm>
        </p:grpSpPr>
        <p:sp>
          <p:nvSpPr>
            <p:cNvPr id="1609" name="Google Shape;1609;p25"/>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5"/>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5"/>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5"/>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5"/>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5"/>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5"/>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5"/>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5"/>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5"/>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5"/>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5"/>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5"/>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22" name="Shape 1622"/>
        <p:cNvGrpSpPr/>
        <p:nvPr/>
      </p:nvGrpSpPr>
      <p:grpSpPr>
        <a:xfrm>
          <a:off x="0" y="0"/>
          <a:ext cx="0" cy="0"/>
          <a:chOff x="0" y="0"/>
          <a:chExt cx="0" cy="0"/>
        </a:xfrm>
      </p:grpSpPr>
      <p:grpSp>
        <p:nvGrpSpPr>
          <p:cNvPr id="1623" name="Google Shape;1623;p26"/>
          <p:cNvGrpSpPr/>
          <p:nvPr/>
        </p:nvGrpSpPr>
        <p:grpSpPr>
          <a:xfrm>
            <a:off x="189696" y="184100"/>
            <a:ext cx="8792995" cy="4817325"/>
            <a:chOff x="-9" y="105624"/>
            <a:chExt cx="9144129" cy="5040625"/>
          </a:xfrm>
        </p:grpSpPr>
        <p:sp>
          <p:nvSpPr>
            <p:cNvPr id="1624" name="Google Shape;1624;p26"/>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6"/>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6"/>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6"/>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6"/>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6"/>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6"/>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6"/>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6"/>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6"/>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6"/>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6"/>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6"/>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6"/>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6"/>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6"/>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6"/>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6"/>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6"/>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6"/>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6"/>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6"/>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6"/>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6"/>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6"/>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6"/>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6"/>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6"/>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6"/>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6"/>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6"/>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6"/>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6"/>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6"/>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6"/>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6"/>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6"/>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6"/>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6"/>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6"/>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6"/>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6"/>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6"/>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6"/>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6"/>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6"/>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6"/>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6"/>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6"/>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6"/>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6"/>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6"/>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6"/>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6"/>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6"/>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6"/>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6"/>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6"/>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6"/>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6"/>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6"/>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6"/>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6"/>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6"/>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6"/>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6"/>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6"/>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6"/>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6"/>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6"/>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6"/>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6"/>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6"/>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6"/>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6"/>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6"/>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6"/>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6"/>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6"/>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6"/>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6"/>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6"/>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6"/>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6"/>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6"/>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6"/>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6"/>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6"/>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6"/>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6"/>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6"/>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6"/>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6"/>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6"/>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6"/>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6"/>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6"/>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6"/>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6"/>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6"/>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6"/>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6"/>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6"/>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6"/>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6"/>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6"/>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6"/>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6"/>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6"/>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6"/>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6"/>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6"/>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6"/>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6"/>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6"/>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6"/>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6"/>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6"/>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6"/>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6"/>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6"/>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6"/>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6"/>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6"/>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6"/>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6"/>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6"/>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6"/>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6"/>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6"/>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6"/>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6"/>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6"/>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6"/>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6"/>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6"/>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6"/>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6"/>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6"/>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6"/>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6"/>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6"/>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6"/>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6"/>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6"/>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6"/>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6"/>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6"/>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6"/>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6"/>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6"/>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6"/>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6"/>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6"/>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6"/>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6"/>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6"/>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6"/>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6"/>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6"/>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6"/>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6"/>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6"/>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6"/>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6"/>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6"/>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6"/>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6"/>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6"/>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6"/>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6"/>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6"/>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6"/>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6"/>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6"/>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6"/>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6"/>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6"/>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6"/>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6"/>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6"/>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6"/>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6"/>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6"/>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6"/>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6"/>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6"/>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6"/>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6"/>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6"/>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6"/>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6"/>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6"/>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6"/>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6"/>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6"/>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6"/>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6"/>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2" name="Google Shape;1822;p26"/>
          <p:cNvGrpSpPr/>
          <p:nvPr/>
        </p:nvGrpSpPr>
        <p:grpSpPr>
          <a:xfrm>
            <a:off x="77519" y="76775"/>
            <a:ext cx="8988316" cy="4989522"/>
            <a:chOff x="836356" y="408591"/>
            <a:chExt cx="7693500" cy="4326300"/>
          </a:xfrm>
        </p:grpSpPr>
        <p:sp>
          <p:nvSpPr>
            <p:cNvPr id="1823" name="Google Shape;1823;p26"/>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6"/>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5" name="Google Shape;1825;p26"/>
          <p:cNvGrpSpPr/>
          <p:nvPr/>
        </p:nvGrpSpPr>
        <p:grpSpPr>
          <a:xfrm>
            <a:off x="1152395" y="692424"/>
            <a:ext cx="6839206" cy="3557128"/>
            <a:chOff x="911649" y="1485925"/>
            <a:chExt cx="959700" cy="959700"/>
          </a:xfrm>
        </p:grpSpPr>
        <p:sp>
          <p:nvSpPr>
            <p:cNvPr id="1826" name="Google Shape;1826;p26"/>
            <p:cNvSpPr/>
            <p:nvPr/>
          </p:nvSpPr>
          <p:spPr>
            <a:xfrm>
              <a:off x="923431" y="1485925"/>
              <a:ext cx="935100" cy="959700"/>
            </a:xfrm>
            <a:prstGeom prst="rect">
              <a:avLst/>
            </a:pr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6"/>
            <p:cNvSpPr/>
            <p:nvPr/>
          </p:nvSpPr>
          <p:spPr>
            <a:xfrm rot="-5400000">
              <a:off x="931149" y="1485218"/>
              <a:ext cx="920700" cy="959700"/>
            </a:xfrm>
            <a:prstGeom prst="rect">
              <a:avLst/>
            </a:pr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6"/>
            <p:cNvSpPr/>
            <p:nvPr/>
          </p:nvSpPr>
          <p:spPr>
            <a:xfrm>
              <a:off x="925083" y="1489499"/>
              <a:ext cx="931800" cy="95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9" name="Google Shape;1829;p26"/>
          <p:cNvSpPr txBox="1"/>
          <p:nvPr>
            <p:ph type="title"/>
          </p:nvPr>
        </p:nvSpPr>
        <p:spPr>
          <a:xfrm>
            <a:off x="2558375" y="3094938"/>
            <a:ext cx="4027200" cy="53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30" name="Google Shape;1830;p26"/>
          <p:cNvSpPr txBox="1"/>
          <p:nvPr>
            <p:ph idx="1" type="subTitle"/>
          </p:nvPr>
        </p:nvSpPr>
        <p:spPr>
          <a:xfrm>
            <a:off x="2558325" y="1315138"/>
            <a:ext cx="4027200" cy="1740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None/>
              <a:defRPr sz="2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831" name="Google Shape;1831;p26"/>
          <p:cNvGrpSpPr/>
          <p:nvPr/>
        </p:nvGrpSpPr>
        <p:grpSpPr>
          <a:xfrm>
            <a:off x="8310493" y="1346107"/>
            <a:ext cx="387080" cy="448243"/>
            <a:chOff x="7858018" y="1295107"/>
            <a:chExt cx="387080" cy="448243"/>
          </a:xfrm>
        </p:grpSpPr>
        <p:sp>
          <p:nvSpPr>
            <p:cNvPr id="1832" name="Google Shape;1832;p26"/>
            <p:cNvSpPr/>
            <p:nvPr/>
          </p:nvSpPr>
          <p:spPr>
            <a:xfrm>
              <a:off x="8116068" y="129510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3" name="Google Shape;1833;p26"/>
            <p:cNvGrpSpPr/>
            <p:nvPr/>
          </p:nvGrpSpPr>
          <p:grpSpPr>
            <a:xfrm>
              <a:off x="7858018" y="1481557"/>
              <a:ext cx="387080" cy="261793"/>
              <a:chOff x="7858018" y="1481557"/>
              <a:chExt cx="387080" cy="261793"/>
            </a:xfrm>
          </p:grpSpPr>
          <p:sp>
            <p:nvSpPr>
              <p:cNvPr id="1834" name="Google Shape;1834;p26"/>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6"/>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6"/>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6"/>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6"/>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39" name="Google Shape;1839;p26"/>
          <p:cNvGrpSpPr/>
          <p:nvPr/>
        </p:nvGrpSpPr>
        <p:grpSpPr>
          <a:xfrm>
            <a:off x="395518" y="2964832"/>
            <a:ext cx="387080" cy="392693"/>
            <a:chOff x="6301268" y="2035382"/>
            <a:chExt cx="387080" cy="392693"/>
          </a:xfrm>
        </p:grpSpPr>
        <p:sp>
          <p:nvSpPr>
            <p:cNvPr id="1840" name="Google Shape;1840;p26"/>
            <p:cNvSpPr/>
            <p:nvPr/>
          </p:nvSpPr>
          <p:spPr>
            <a:xfrm>
              <a:off x="6430293" y="2297182"/>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1" name="Google Shape;1841;p26"/>
            <p:cNvGrpSpPr/>
            <p:nvPr/>
          </p:nvGrpSpPr>
          <p:grpSpPr>
            <a:xfrm>
              <a:off x="6301268" y="2035382"/>
              <a:ext cx="387080" cy="261793"/>
              <a:chOff x="7858018" y="1481557"/>
              <a:chExt cx="387080" cy="261793"/>
            </a:xfrm>
          </p:grpSpPr>
          <p:sp>
            <p:nvSpPr>
              <p:cNvPr id="1842" name="Google Shape;1842;p26"/>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6"/>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6"/>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6"/>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6"/>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47" name="Google Shape;1847;p26"/>
          <p:cNvGrpSpPr/>
          <p:nvPr/>
        </p:nvGrpSpPr>
        <p:grpSpPr>
          <a:xfrm>
            <a:off x="459483" y="1470648"/>
            <a:ext cx="259159" cy="272180"/>
            <a:chOff x="4685992" y="1362548"/>
            <a:chExt cx="720886" cy="757106"/>
          </a:xfrm>
        </p:grpSpPr>
        <p:sp>
          <p:nvSpPr>
            <p:cNvPr id="1848" name="Google Shape;1848;p26"/>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6"/>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6"/>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6"/>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6"/>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6"/>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6"/>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6"/>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6"/>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6"/>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6"/>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6"/>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6"/>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6"/>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6"/>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6"/>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6"/>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6"/>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6"/>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6"/>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6"/>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6"/>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6"/>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6"/>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6"/>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3" name="Google Shape;1873;p26"/>
          <p:cNvGrpSpPr/>
          <p:nvPr/>
        </p:nvGrpSpPr>
        <p:grpSpPr>
          <a:xfrm rot="2700000">
            <a:off x="8571383" y="3065110"/>
            <a:ext cx="124930" cy="124095"/>
            <a:chOff x="4891103" y="1571383"/>
            <a:chExt cx="347518" cy="345195"/>
          </a:xfrm>
        </p:grpSpPr>
        <p:sp>
          <p:nvSpPr>
            <p:cNvPr id="1874" name="Google Shape;1874;p26"/>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6"/>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6"/>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6"/>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6"/>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6"/>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6"/>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6"/>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6"/>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6"/>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6"/>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6"/>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6"/>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7" name="Google Shape;1887;p26"/>
          <p:cNvGrpSpPr/>
          <p:nvPr/>
        </p:nvGrpSpPr>
        <p:grpSpPr>
          <a:xfrm>
            <a:off x="300032" y="3904812"/>
            <a:ext cx="578068" cy="632247"/>
            <a:chOff x="1129378" y="3247948"/>
            <a:chExt cx="928026" cy="1014516"/>
          </a:xfrm>
        </p:grpSpPr>
        <p:sp>
          <p:nvSpPr>
            <p:cNvPr id="1888" name="Google Shape;1888;p26"/>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6"/>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6"/>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6"/>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6"/>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6"/>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6"/>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6"/>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6"/>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6"/>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6"/>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6"/>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6"/>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6"/>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6"/>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6"/>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6"/>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5" name="Google Shape;1905;p26"/>
          <p:cNvGrpSpPr/>
          <p:nvPr/>
        </p:nvGrpSpPr>
        <p:grpSpPr>
          <a:xfrm>
            <a:off x="8215007" y="3904812"/>
            <a:ext cx="578068" cy="632247"/>
            <a:chOff x="1129378" y="3247948"/>
            <a:chExt cx="928026" cy="1014516"/>
          </a:xfrm>
        </p:grpSpPr>
        <p:sp>
          <p:nvSpPr>
            <p:cNvPr id="1906" name="Google Shape;1906;p26"/>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6"/>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6"/>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6"/>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6"/>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6"/>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6"/>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6"/>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6"/>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6"/>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6"/>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6"/>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6"/>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6"/>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6"/>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6"/>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6"/>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1_1_1">
    <p:spTree>
      <p:nvGrpSpPr>
        <p:cNvPr id="1923" name="Shape 1923"/>
        <p:cNvGrpSpPr/>
        <p:nvPr/>
      </p:nvGrpSpPr>
      <p:grpSpPr>
        <a:xfrm>
          <a:off x="0" y="0"/>
          <a:ext cx="0" cy="0"/>
          <a:chOff x="0" y="0"/>
          <a:chExt cx="0" cy="0"/>
        </a:xfrm>
      </p:grpSpPr>
      <p:grpSp>
        <p:nvGrpSpPr>
          <p:cNvPr id="1924" name="Google Shape;1924;p27"/>
          <p:cNvGrpSpPr/>
          <p:nvPr/>
        </p:nvGrpSpPr>
        <p:grpSpPr>
          <a:xfrm>
            <a:off x="189696" y="184100"/>
            <a:ext cx="8792995" cy="4817325"/>
            <a:chOff x="-9" y="105624"/>
            <a:chExt cx="9144129" cy="5040625"/>
          </a:xfrm>
        </p:grpSpPr>
        <p:sp>
          <p:nvSpPr>
            <p:cNvPr id="1925" name="Google Shape;1925;p27"/>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7"/>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7"/>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7"/>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7"/>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7"/>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7"/>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7"/>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7"/>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7"/>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7"/>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7"/>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7"/>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7"/>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7"/>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7"/>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7"/>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7"/>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7"/>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7"/>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7"/>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7"/>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7"/>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7"/>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7"/>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7"/>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7"/>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7"/>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7"/>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7"/>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7"/>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7"/>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7"/>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7"/>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7"/>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7"/>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7"/>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7"/>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7"/>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7"/>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7"/>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7"/>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7"/>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7"/>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7"/>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7"/>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7"/>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7"/>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7"/>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7"/>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7"/>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7"/>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7"/>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7"/>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7"/>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7"/>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7"/>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7"/>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7"/>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7"/>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7"/>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7"/>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7"/>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7"/>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7"/>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7"/>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7"/>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7"/>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7"/>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7"/>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7"/>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7"/>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7"/>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7"/>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7"/>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7"/>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7"/>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7"/>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7"/>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7"/>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7"/>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7"/>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7"/>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7"/>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7"/>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7"/>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7"/>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7"/>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7"/>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7"/>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7"/>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7"/>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7"/>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7"/>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7"/>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7"/>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7"/>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7"/>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7"/>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7"/>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7"/>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7"/>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7"/>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7"/>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7"/>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7"/>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7"/>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7"/>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7"/>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7"/>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7"/>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7"/>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7"/>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7"/>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7"/>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7"/>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7"/>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7"/>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7"/>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7"/>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7"/>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7"/>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7"/>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7"/>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7"/>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7"/>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7"/>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7"/>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7"/>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7"/>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7"/>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7"/>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7"/>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7"/>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7"/>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7"/>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7"/>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7"/>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7"/>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7"/>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7"/>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7"/>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7"/>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7"/>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7"/>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7"/>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7"/>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7"/>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7"/>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7"/>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7"/>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7"/>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7"/>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7"/>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7"/>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7"/>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7"/>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7"/>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7"/>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7"/>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7"/>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7"/>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7"/>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7"/>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7"/>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7"/>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7"/>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7"/>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7"/>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7"/>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7"/>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7"/>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7"/>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7"/>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7"/>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7"/>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7"/>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7"/>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7"/>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7"/>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7"/>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7"/>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7"/>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7"/>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7"/>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7"/>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7"/>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7"/>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7"/>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7"/>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7"/>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7"/>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7"/>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7"/>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7"/>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7"/>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7"/>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7"/>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3" name="Google Shape;2123;p27"/>
          <p:cNvGrpSpPr/>
          <p:nvPr/>
        </p:nvGrpSpPr>
        <p:grpSpPr>
          <a:xfrm>
            <a:off x="77519" y="76775"/>
            <a:ext cx="8988316" cy="4989522"/>
            <a:chOff x="836356" y="408591"/>
            <a:chExt cx="7693500" cy="4326300"/>
          </a:xfrm>
        </p:grpSpPr>
        <p:sp>
          <p:nvSpPr>
            <p:cNvPr id="2124" name="Google Shape;2124;p27"/>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7"/>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6" name="Google Shape;2126;p27"/>
          <p:cNvGrpSpPr/>
          <p:nvPr/>
        </p:nvGrpSpPr>
        <p:grpSpPr>
          <a:xfrm>
            <a:off x="8310493" y="1346107"/>
            <a:ext cx="387080" cy="448243"/>
            <a:chOff x="7858018" y="1295107"/>
            <a:chExt cx="387080" cy="448243"/>
          </a:xfrm>
        </p:grpSpPr>
        <p:sp>
          <p:nvSpPr>
            <p:cNvPr id="2127" name="Google Shape;2127;p27"/>
            <p:cNvSpPr/>
            <p:nvPr/>
          </p:nvSpPr>
          <p:spPr>
            <a:xfrm>
              <a:off x="8116068" y="129510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8" name="Google Shape;2128;p27"/>
            <p:cNvGrpSpPr/>
            <p:nvPr/>
          </p:nvGrpSpPr>
          <p:grpSpPr>
            <a:xfrm>
              <a:off x="7858018" y="1481557"/>
              <a:ext cx="387080" cy="261793"/>
              <a:chOff x="7858018" y="1481557"/>
              <a:chExt cx="387080" cy="261793"/>
            </a:xfrm>
          </p:grpSpPr>
          <p:sp>
            <p:nvSpPr>
              <p:cNvPr id="2129" name="Google Shape;2129;p27"/>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7"/>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7"/>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7"/>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7"/>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34" name="Google Shape;2134;p27"/>
          <p:cNvGrpSpPr/>
          <p:nvPr/>
        </p:nvGrpSpPr>
        <p:grpSpPr>
          <a:xfrm>
            <a:off x="395518" y="2964832"/>
            <a:ext cx="387080" cy="392693"/>
            <a:chOff x="6301268" y="2035382"/>
            <a:chExt cx="387080" cy="392693"/>
          </a:xfrm>
        </p:grpSpPr>
        <p:sp>
          <p:nvSpPr>
            <p:cNvPr id="2135" name="Google Shape;2135;p27"/>
            <p:cNvSpPr/>
            <p:nvPr/>
          </p:nvSpPr>
          <p:spPr>
            <a:xfrm>
              <a:off x="6430293" y="2297182"/>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6" name="Google Shape;2136;p27"/>
            <p:cNvGrpSpPr/>
            <p:nvPr/>
          </p:nvGrpSpPr>
          <p:grpSpPr>
            <a:xfrm>
              <a:off x="6301268" y="2035382"/>
              <a:ext cx="387080" cy="261793"/>
              <a:chOff x="7858018" y="1481557"/>
              <a:chExt cx="387080" cy="261793"/>
            </a:xfrm>
          </p:grpSpPr>
          <p:sp>
            <p:nvSpPr>
              <p:cNvPr id="2137" name="Google Shape;2137;p27"/>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7"/>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7"/>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7"/>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7"/>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42" name="Google Shape;2142;p27"/>
          <p:cNvGrpSpPr/>
          <p:nvPr/>
        </p:nvGrpSpPr>
        <p:grpSpPr>
          <a:xfrm>
            <a:off x="459483" y="1470648"/>
            <a:ext cx="259159" cy="272180"/>
            <a:chOff x="4685992" y="1362548"/>
            <a:chExt cx="720886" cy="757106"/>
          </a:xfrm>
        </p:grpSpPr>
        <p:sp>
          <p:nvSpPr>
            <p:cNvPr id="2143" name="Google Shape;2143;p27"/>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7"/>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7"/>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7"/>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7"/>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7"/>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7"/>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7"/>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7"/>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7"/>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7"/>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7"/>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7"/>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7"/>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7"/>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7"/>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7"/>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7"/>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7"/>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7"/>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7"/>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7"/>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7"/>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7"/>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7"/>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8" name="Google Shape;2168;p27"/>
          <p:cNvGrpSpPr/>
          <p:nvPr/>
        </p:nvGrpSpPr>
        <p:grpSpPr>
          <a:xfrm rot="2700000">
            <a:off x="8571383" y="3065110"/>
            <a:ext cx="124930" cy="124095"/>
            <a:chOff x="4891103" y="1571383"/>
            <a:chExt cx="347518" cy="345195"/>
          </a:xfrm>
        </p:grpSpPr>
        <p:sp>
          <p:nvSpPr>
            <p:cNvPr id="2169" name="Google Shape;2169;p27"/>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7"/>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7"/>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7"/>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7"/>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7"/>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7"/>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7"/>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7"/>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7"/>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7"/>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7"/>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7"/>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2" name="Google Shape;2182;p27"/>
          <p:cNvGrpSpPr/>
          <p:nvPr/>
        </p:nvGrpSpPr>
        <p:grpSpPr>
          <a:xfrm>
            <a:off x="300032" y="3904812"/>
            <a:ext cx="578068" cy="632247"/>
            <a:chOff x="1129378" y="3247948"/>
            <a:chExt cx="928026" cy="1014516"/>
          </a:xfrm>
        </p:grpSpPr>
        <p:sp>
          <p:nvSpPr>
            <p:cNvPr id="2183" name="Google Shape;2183;p27"/>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7"/>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7"/>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7"/>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7"/>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7"/>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7"/>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7"/>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7"/>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7"/>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7"/>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7"/>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7"/>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7"/>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7"/>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7"/>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7"/>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0" name="Google Shape;2200;p27"/>
          <p:cNvGrpSpPr/>
          <p:nvPr/>
        </p:nvGrpSpPr>
        <p:grpSpPr>
          <a:xfrm>
            <a:off x="8215007" y="3904812"/>
            <a:ext cx="578068" cy="632247"/>
            <a:chOff x="1129378" y="3247948"/>
            <a:chExt cx="928026" cy="1014516"/>
          </a:xfrm>
        </p:grpSpPr>
        <p:sp>
          <p:nvSpPr>
            <p:cNvPr id="2201" name="Google Shape;2201;p27"/>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7"/>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7"/>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7"/>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7"/>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7"/>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7"/>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7"/>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7"/>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7"/>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7"/>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7"/>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7"/>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7"/>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7"/>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7"/>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7"/>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8" name="Google Shape;2218;p27"/>
          <p:cNvSpPr txBox="1"/>
          <p:nvPr>
            <p:ph idx="1" type="body"/>
          </p:nvPr>
        </p:nvSpPr>
        <p:spPr>
          <a:xfrm>
            <a:off x="1271825" y="1199700"/>
            <a:ext cx="5235600" cy="267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2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2219" name="Google Shape;2219;p2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2220" name="Shape 2220"/>
        <p:cNvGrpSpPr/>
        <p:nvPr/>
      </p:nvGrpSpPr>
      <p:grpSpPr>
        <a:xfrm>
          <a:off x="0" y="0"/>
          <a:ext cx="0" cy="0"/>
          <a:chOff x="0" y="0"/>
          <a:chExt cx="0" cy="0"/>
        </a:xfrm>
      </p:grpSpPr>
      <p:sp>
        <p:nvSpPr>
          <p:cNvPr id="2221" name="Google Shape;2221;p28"/>
          <p:cNvSpPr/>
          <p:nvPr/>
        </p:nvSpPr>
        <p:spPr>
          <a:xfrm>
            <a:off x="189700" y="184100"/>
            <a:ext cx="8792916" cy="4811031"/>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2" name="Google Shape;2222;p28"/>
          <p:cNvGrpSpPr/>
          <p:nvPr/>
        </p:nvGrpSpPr>
        <p:grpSpPr>
          <a:xfrm>
            <a:off x="77519" y="76775"/>
            <a:ext cx="8988316" cy="4989522"/>
            <a:chOff x="836356" y="408591"/>
            <a:chExt cx="7693500" cy="4326300"/>
          </a:xfrm>
        </p:grpSpPr>
        <p:sp>
          <p:nvSpPr>
            <p:cNvPr id="2223" name="Google Shape;2223;p28"/>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8"/>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5" name="Google Shape;2225;p2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
    <p:spTree>
      <p:nvGrpSpPr>
        <p:cNvPr id="2226" name="Shape 2226"/>
        <p:cNvGrpSpPr/>
        <p:nvPr/>
      </p:nvGrpSpPr>
      <p:grpSpPr>
        <a:xfrm>
          <a:off x="0" y="0"/>
          <a:ext cx="0" cy="0"/>
          <a:chOff x="0" y="0"/>
          <a:chExt cx="0" cy="0"/>
        </a:xfrm>
      </p:grpSpPr>
      <p:grpSp>
        <p:nvGrpSpPr>
          <p:cNvPr id="2227" name="Google Shape;2227;p29"/>
          <p:cNvGrpSpPr/>
          <p:nvPr/>
        </p:nvGrpSpPr>
        <p:grpSpPr>
          <a:xfrm>
            <a:off x="793682" y="542950"/>
            <a:ext cx="2152184" cy="4108499"/>
            <a:chOff x="6201182" y="542950"/>
            <a:chExt cx="2152184" cy="4108499"/>
          </a:xfrm>
        </p:grpSpPr>
        <p:sp>
          <p:nvSpPr>
            <p:cNvPr id="2228" name="Google Shape;2228;p29"/>
            <p:cNvSpPr/>
            <p:nvPr/>
          </p:nvSpPr>
          <p:spPr>
            <a:xfrm>
              <a:off x="6271175" y="542950"/>
              <a:ext cx="2014480" cy="4108107"/>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9"/>
            <p:cNvSpPr/>
            <p:nvPr/>
          </p:nvSpPr>
          <p:spPr>
            <a:xfrm>
              <a:off x="6202066" y="3890940"/>
              <a:ext cx="2151300" cy="506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9"/>
            <p:cNvSpPr/>
            <p:nvPr/>
          </p:nvSpPr>
          <p:spPr>
            <a:xfrm>
              <a:off x="6201182" y="3826491"/>
              <a:ext cx="2150865" cy="62823"/>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9"/>
            <p:cNvSpPr/>
            <p:nvPr/>
          </p:nvSpPr>
          <p:spPr>
            <a:xfrm>
              <a:off x="7588965" y="4143519"/>
              <a:ext cx="138307" cy="127272"/>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9"/>
            <p:cNvSpPr/>
            <p:nvPr/>
          </p:nvSpPr>
          <p:spPr>
            <a:xfrm>
              <a:off x="7588965" y="3952814"/>
              <a:ext cx="69190" cy="63636"/>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9"/>
            <p:cNvSpPr/>
            <p:nvPr/>
          </p:nvSpPr>
          <p:spPr>
            <a:xfrm>
              <a:off x="7449848" y="4079950"/>
              <a:ext cx="69190" cy="127272"/>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9"/>
            <p:cNvSpPr/>
            <p:nvPr/>
          </p:nvSpPr>
          <p:spPr>
            <a:xfrm>
              <a:off x="7380731" y="4207155"/>
              <a:ext cx="69190" cy="63636"/>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9"/>
            <p:cNvSpPr/>
            <p:nvPr/>
          </p:nvSpPr>
          <p:spPr>
            <a:xfrm>
              <a:off x="7172424" y="4207155"/>
              <a:ext cx="69190" cy="63636"/>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9"/>
            <p:cNvSpPr/>
            <p:nvPr/>
          </p:nvSpPr>
          <p:spPr>
            <a:xfrm>
              <a:off x="7103307" y="4270723"/>
              <a:ext cx="69190" cy="63636"/>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9"/>
            <p:cNvSpPr/>
            <p:nvPr/>
          </p:nvSpPr>
          <p:spPr>
            <a:xfrm>
              <a:off x="7033307" y="4207155"/>
              <a:ext cx="70074" cy="63636"/>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9"/>
            <p:cNvSpPr/>
            <p:nvPr/>
          </p:nvSpPr>
          <p:spPr>
            <a:xfrm>
              <a:off x="6617650" y="4207155"/>
              <a:ext cx="208381" cy="127204"/>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9"/>
            <p:cNvSpPr/>
            <p:nvPr/>
          </p:nvSpPr>
          <p:spPr>
            <a:xfrm>
              <a:off x="6478532" y="4143519"/>
              <a:ext cx="70074" cy="63704"/>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9"/>
            <p:cNvSpPr/>
            <p:nvPr/>
          </p:nvSpPr>
          <p:spPr>
            <a:xfrm>
              <a:off x="6340299" y="4207155"/>
              <a:ext cx="138307" cy="63636"/>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9"/>
            <p:cNvSpPr/>
            <p:nvPr/>
          </p:nvSpPr>
          <p:spPr>
            <a:xfrm>
              <a:off x="6271183" y="4010194"/>
              <a:ext cx="69190" cy="63704"/>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9"/>
            <p:cNvSpPr/>
            <p:nvPr/>
          </p:nvSpPr>
          <p:spPr>
            <a:xfrm>
              <a:off x="7588965" y="3889246"/>
              <a:ext cx="69190" cy="63636"/>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9"/>
            <p:cNvSpPr/>
            <p:nvPr/>
          </p:nvSpPr>
          <p:spPr>
            <a:xfrm>
              <a:off x="7103307" y="4207155"/>
              <a:ext cx="69190" cy="63636"/>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9"/>
            <p:cNvSpPr/>
            <p:nvPr/>
          </p:nvSpPr>
          <p:spPr>
            <a:xfrm>
              <a:off x="6478532" y="3889246"/>
              <a:ext cx="70074" cy="63636"/>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9"/>
            <p:cNvSpPr/>
            <p:nvPr/>
          </p:nvSpPr>
          <p:spPr>
            <a:xfrm>
              <a:off x="7658082" y="3889246"/>
              <a:ext cx="415731" cy="190773"/>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9"/>
            <p:cNvSpPr/>
            <p:nvPr/>
          </p:nvSpPr>
          <p:spPr>
            <a:xfrm>
              <a:off x="7241540" y="3889246"/>
              <a:ext cx="347498" cy="127204"/>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9"/>
            <p:cNvSpPr/>
            <p:nvPr/>
          </p:nvSpPr>
          <p:spPr>
            <a:xfrm>
              <a:off x="7103307" y="4016382"/>
              <a:ext cx="277498" cy="190840"/>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9"/>
            <p:cNvSpPr/>
            <p:nvPr/>
          </p:nvSpPr>
          <p:spPr>
            <a:xfrm>
              <a:off x="6825957" y="3889246"/>
              <a:ext cx="346541" cy="190773"/>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9"/>
            <p:cNvSpPr/>
            <p:nvPr/>
          </p:nvSpPr>
          <p:spPr>
            <a:xfrm>
              <a:off x="6755883" y="4016382"/>
              <a:ext cx="139265" cy="127204"/>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9"/>
            <p:cNvSpPr/>
            <p:nvPr/>
          </p:nvSpPr>
          <p:spPr>
            <a:xfrm>
              <a:off x="6478532" y="3889246"/>
              <a:ext cx="277424" cy="190773"/>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9"/>
            <p:cNvSpPr/>
            <p:nvPr/>
          </p:nvSpPr>
          <p:spPr>
            <a:xfrm>
              <a:off x="6201182" y="3889246"/>
              <a:ext cx="277424" cy="190773"/>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9"/>
            <p:cNvSpPr/>
            <p:nvPr/>
          </p:nvSpPr>
          <p:spPr>
            <a:xfrm>
              <a:off x="8143666" y="4207155"/>
              <a:ext cx="208381" cy="127204"/>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9"/>
            <p:cNvSpPr/>
            <p:nvPr/>
          </p:nvSpPr>
          <p:spPr>
            <a:xfrm>
              <a:off x="8004549" y="4143519"/>
              <a:ext cx="70074" cy="63704"/>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9"/>
            <p:cNvSpPr/>
            <p:nvPr/>
          </p:nvSpPr>
          <p:spPr>
            <a:xfrm>
              <a:off x="7866316" y="4207155"/>
              <a:ext cx="138307" cy="63636"/>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9"/>
            <p:cNvSpPr/>
            <p:nvPr/>
          </p:nvSpPr>
          <p:spPr>
            <a:xfrm>
              <a:off x="6271225" y="4342350"/>
              <a:ext cx="2014480" cy="309099"/>
            </a:xfrm>
            <a:custGeom>
              <a:rect b="b" l="l" r="r" t="t"/>
              <a:pathLst>
                <a:path extrusionOk="0" h="3742" w="161449">
                  <a:moveTo>
                    <a:pt x="0" y="0"/>
                  </a:moveTo>
                  <a:lnTo>
                    <a:pt x="0" y="3741"/>
                  </a:lnTo>
                  <a:lnTo>
                    <a:pt x="161449" y="3741"/>
                  </a:lnTo>
                  <a:lnTo>
                    <a:pt x="16144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6" name="Google Shape;2256;p29"/>
          <p:cNvSpPr/>
          <p:nvPr/>
        </p:nvSpPr>
        <p:spPr>
          <a:xfrm>
            <a:off x="3398819" y="484150"/>
            <a:ext cx="4902300" cy="4167300"/>
          </a:xfrm>
          <a:prstGeom prst="roundRect">
            <a:avLst>
              <a:gd fmla="val 9213"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7" name="Google Shape;2257;p29"/>
          <p:cNvGrpSpPr/>
          <p:nvPr/>
        </p:nvGrpSpPr>
        <p:grpSpPr>
          <a:xfrm>
            <a:off x="3339392" y="425951"/>
            <a:ext cx="5011500" cy="4291800"/>
            <a:chOff x="3339392" y="425951"/>
            <a:chExt cx="5011500" cy="4291800"/>
          </a:xfrm>
        </p:grpSpPr>
        <p:sp>
          <p:nvSpPr>
            <p:cNvPr id="2258" name="Google Shape;2258;p29"/>
            <p:cNvSpPr/>
            <p:nvPr/>
          </p:nvSpPr>
          <p:spPr>
            <a:xfrm>
              <a:off x="3339392" y="425951"/>
              <a:ext cx="5011500" cy="42918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9"/>
            <p:cNvSpPr/>
            <p:nvPr/>
          </p:nvSpPr>
          <p:spPr>
            <a:xfrm>
              <a:off x="3398825" y="484150"/>
              <a:ext cx="4894800" cy="41673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0" name="Google Shape;2260;p29"/>
          <p:cNvGrpSpPr/>
          <p:nvPr/>
        </p:nvGrpSpPr>
        <p:grpSpPr>
          <a:xfrm>
            <a:off x="793674" y="425950"/>
            <a:ext cx="2152200" cy="4291800"/>
            <a:chOff x="6201174" y="425950"/>
            <a:chExt cx="2152200" cy="4291800"/>
          </a:xfrm>
        </p:grpSpPr>
        <p:sp>
          <p:nvSpPr>
            <p:cNvPr id="2261" name="Google Shape;2261;p29"/>
            <p:cNvSpPr/>
            <p:nvPr/>
          </p:nvSpPr>
          <p:spPr>
            <a:xfrm>
              <a:off x="6201174" y="425950"/>
              <a:ext cx="2152200" cy="4291800"/>
            </a:xfrm>
            <a:prstGeom prst="roundRect">
              <a:avLst>
                <a:gd fmla="val 19266"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9"/>
            <p:cNvSpPr/>
            <p:nvPr/>
          </p:nvSpPr>
          <p:spPr>
            <a:xfrm>
              <a:off x="6262125" y="484150"/>
              <a:ext cx="2042700" cy="4167300"/>
            </a:xfrm>
            <a:prstGeom prst="roundRect">
              <a:avLst>
                <a:gd fmla="val 18208"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3" name="Google Shape;2263;p29"/>
          <p:cNvSpPr txBox="1"/>
          <p:nvPr>
            <p:ph type="title"/>
          </p:nvPr>
        </p:nvSpPr>
        <p:spPr>
          <a:xfrm>
            <a:off x="3906537" y="2321785"/>
            <a:ext cx="3854400" cy="123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64" name="Google Shape;2264;p29"/>
          <p:cNvSpPr txBox="1"/>
          <p:nvPr>
            <p:ph hasCustomPrompt="1" idx="2" type="title"/>
          </p:nvPr>
        </p:nvSpPr>
        <p:spPr>
          <a:xfrm>
            <a:off x="5113144" y="1198046"/>
            <a:ext cx="1477800" cy="861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6000"/>
              <a:buNone/>
              <a:defRPr sz="3000">
                <a:solidFill>
                  <a:schemeClr val="lt2"/>
                </a:solidFill>
              </a:defRPr>
            </a:lvl1pPr>
            <a:lvl2pPr lvl="1" rtl="0" algn="ctr">
              <a:spcBef>
                <a:spcPts val="0"/>
              </a:spcBef>
              <a:spcAft>
                <a:spcPts val="0"/>
              </a:spcAft>
              <a:buClr>
                <a:schemeClr val="lt2"/>
              </a:buClr>
              <a:buSzPts val="6000"/>
              <a:buNone/>
              <a:defRPr sz="6000">
                <a:solidFill>
                  <a:schemeClr val="lt2"/>
                </a:solidFill>
              </a:defRPr>
            </a:lvl2pPr>
            <a:lvl3pPr lvl="2" rtl="0" algn="ctr">
              <a:spcBef>
                <a:spcPts val="0"/>
              </a:spcBef>
              <a:spcAft>
                <a:spcPts val="0"/>
              </a:spcAft>
              <a:buClr>
                <a:schemeClr val="lt2"/>
              </a:buClr>
              <a:buSzPts val="6000"/>
              <a:buNone/>
              <a:defRPr sz="6000">
                <a:solidFill>
                  <a:schemeClr val="lt2"/>
                </a:solidFill>
              </a:defRPr>
            </a:lvl3pPr>
            <a:lvl4pPr lvl="3" rtl="0" algn="ctr">
              <a:spcBef>
                <a:spcPts val="0"/>
              </a:spcBef>
              <a:spcAft>
                <a:spcPts val="0"/>
              </a:spcAft>
              <a:buClr>
                <a:schemeClr val="lt2"/>
              </a:buClr>
              <a:buSzPts val="6000"/>
              <a:buNone/>
              <a:defRPr sz="6000">
                <a:solidFill>
                  <a:schemeClr val="lt2"/>
                </a:solidFill>
              </a:defRPr>
            </a:lvl4pPr>
            <a:lvl5pPr lvl="4" rtl="0" algn="ctr">
              <a:spcBef>
                <a:spcPts val="0"/>
              </a:spcBef>
              <a:spcAft>
                <a:spcPts val="0"/>
              </a:spcAft>
              <a:buClr>
                <a:schemeClr val="lt2"/>
              </a:buClr>
              <a:buSzPts val="6000"/>
              <a:buNone/>
              <a:defRPr sz="6000">
                <a:solidFill>
                  <a:schemeClr val="lt2"/>
                </a:solidFill>
              </a:defRPr>
            </a:lvl5pPr>
            <a:lvl6pPr lvl="5" rtl="0" algn="ctr">
              <a:spcBef>
                <a:spcPts val="0"/>
              </a:spcBef>
              <a:spcAft>
                <a:spcPts val="0"/>
              </a:spcAft>
              <a:buClr>
                <a:schemeClr val="lt2"/>
              </a:buClr>
              <a:buSzPts val="6000"/>
              <a:buNone/>
              <a:defRPr sz="6000">
                <a:solidFill>
                  <a:schemeClr val="lt2"/>
                </a:solidFill>
              </a:defRPr>
            </a:lvl6pPr>
            <a:lvl7pPr lvl="6" rtl="0" algn="ctr">
              <a:spcBef>
                <a:spcPts val="0"/>
              </a:spcBef>
              <a:spcAft>
                <a:spcPts val="0"/>
              </a:spcAft>
              <a:buClr>
                <a:schemeClr val="lt2"/>
              </a:buClr>
              <a:buSzPts val="6000"/>
              <a:buNone/>
              <a:defRPr sz="6000">
                <a:solidFill>
                  <a:schemeClr val="lt2"/>
                </a:solidFill>
              </a:defRPr>
            </a:lvl7pPr>
            <a:lvl8pPr lvl="7" rtl="0" algn="ctr">
              <a:spcBef>
                <a:spcPts val="0"/>
              </a:spcBef>
              <a:spcAft>
                <a:spcPts val="0"/>
              </a:spcAft>
              <a:buClr>
                <a:schemeClr val="lt2"/>
              </a:buClr>
              <a:buSzPts val="6000"/>
              <a:buNone/>
              <a:defRPr sz="6000">
                <a:solidFill>
                  <a:schemeClr val="lt2"/>
                </a:solidFill>
              </a:defRPr>
            </a:lvl8pPr>
            <a:lvl9pPr lvl="8" rtl="0" algn="ctr">
              <a:spcBef>
                <a:spcPts val="0"/>
              </a:spcBef>
              <a:spcAft>
                <a:spcPts val="0"/>
              </a:spcAft>
              <a:buClr>
                <a:schemeClr val="lt2"/>
              </a:buClr>
              <a:buSzPts val="6000"/>
              <a:buNone/>
              <a:defRPr sz="6000">
                <a:solidFill>
                  <a:schemeClr val="lt2"/>
                </a:solidFill>
              </a:defRPr>
            </a:lvl9pPr>
          </a:lstStyle>
          <a:p>
            <a:r>
              <a:t>xx%</a:t>
            </a:r>
          </a:p>
        </p:txBody>
      </p:sp>
      <p:sp>
        <p:nvSpPr>
          <p:cNvPr id="2265" name="Google Shape;2265;p29"/>
          <p:cNvSpPr txBox="1"/>
          <p:nvPr>
            <p:ph idx="1" type="subTitle"/>
          </p:nvPr>
        </p:nvSpPr>
        <p:spPr>
          <a:xfrm>
            <a:off x="3793280" y="3718175"/>
            <a:ext cx="4080900" cy="42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266" name="Google Shape;2266;p29"/>
          <p:cNvGrpSpPr/>
          <p:nvPr/>
        </p:nvGrpSpPr>
        <p:grpSpPr>
          <a:xfrm>
            <a:off x="8536400" y="2315025"/>
            <a:ext cx="513300" cy="513300"/>
            <a:chOff x="8536400" y="2315025"/>
            <a:chExt cx="513300" cy="513300"/>
          </a:xfrm>
        </p:grpSpPr>
        <p:sp>
          <p:nvSpPr>
            <p:cNvPr id="2267" name="Google Shape;2267;p29"/>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8" name="Google Shape;2268;p29"/>
            <p:cNvGrpSpPr/>
            <p:nvPr/>
          </p:nvGrpSpPr>
          <p:grpSpPr>
            <a:xfrm>
              <a:off x="8615811" y="2393370"/>
              <a:ext cx="354612" cy="356676"/>
              <a:chOff x="222275" y="1270743"/>
              <a:chExt cx="309300" cy="311100"/>
            </a:xfrm>
          </p:grpSpPr>
          <p:sp>
            <p:nvSpPr>
              <p:cNvPr id="2269" name="Google Shape;2269;p29"/>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9"/>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71" name="Google Shape;2271;p29"/>
          <p:cNvGrpSpPr/>
          <p:nvPr/>
        </p:nvGrpSpPr>
        <p:grpSpPr>
          <a:xfrm>
            <a:off x="132508" y="2315025"/>
            <a:ext cx="513300" cy="513300"/>
            <a:chOff x="8536400" y="2315025"/>
            <a:chExt cx="513300" cy="513300"/>
          </a:xfrm>
        </p:grpSpPr>
        <p:sp>
          <p:nvSpPr>
            <p:cNvPr id="2272" name="Google Shape;2272;p29"/>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3" name="Google Shape;2273;p29"/>
            <p:cNvGrpSpPr/>
            <p:nvPr/>
          </p:nvGrpSpPr>
          <p:grpSpPr>
            <a:xfrm>
              <a:off x="8615811" y="2393370"/>
              <a:ext cx="354612" cy="356676"/>
              <a:chOff x="222275" y="1270743"/>
              <a:chExt cx="309300" cy="311100"/>
            </a:xfrm>
          </p:grpSpPr>
          <p:sp>
            <p:nvSpPr>
              <p:cNvPr id="2274" name="Google Shape;2274;p29"/>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9"/>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_1">
    <p:spTree>
      <p:nvGrpSpPr>
        <p:cNvPr id="2276" name="Shape 2276"/>
        <p:cNvGrpSpPr/>
        <p:nvPr/>
      </p:nvGrpSpPr>
      <p:grpSpPr>
        <a:xfrm>
          <a:off x="0" y="0"/>
          <a:ext cx="0" cy="0"/>
          <a:chOff x="0" y="0"/>
          <a:chExt cx="0" cy="0"/>
        </a:xfrm>
      </p:grpSpPr>
      <p:grpSp>
        <p:nvGrpSpPr>
          <p:cNvPr id="2277" name="Google Shape;2277;p30"/>
          <p:cNvGrpSpPr/>
          <p:nvPr/>
        </p:nvGrpSpPr>
        <p:grpSpPr>
          <a:xfrm>
            <a:off x="887599" y="508273"/>
            <a:ext cx="4842909" cy="4161527"/>
            <a:chOff x="876441" y="508273"/>
            <a:chExt cx="4842909" cy="4161527"/>
          </a:xfrm>
        </p:grpSpPr>
        <p:sp>
          <p:nvSpPr>
            <p:cNvPr id="2278" name="Google Shape;2278;p30"/>
            <p:cNvSpPr/>
            <p:nvPr/>
          </p:nvSpPr>
          <p:spPr>
            <a:xfrm>
              <a:off x="877350" y="4277100"/>
              <a:ext cx="4842000" cy="392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30"/>
            <p:cNvSpPr/>
            <p:nvPr/>
          </p:nvSpPr>
          <p:spPr>
            <a:xfrm>
              <a:off x="876450" y="542950"/>
              <a:ext cx="4841856" cy="3724405"/>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30"/>
            <p:cNvSpPr/>
            <p:nvPr/>
          </p:nvSpPr>
          <p:spPr>
            <a:xfrm>
              <a:off x="876453" y="3922638"/>
              <a:ext cx="4841856" cy="392689"/>
            </a:xfrm>
            <a:custGeom>
              <a:rect b="b" l="l" r="r" t="t"/>
              <a:pathLst>
                <a:path extrusionOk="0" h="25294" w="161449">
                  <a:moveTo>
                    <a:pt x="0" y="0"/>
                  </a:moveTo>
                  <a:lnTo>
                    <a:pt x="0" y="25293"/>
                  </a:lnTo>
                  <a:lnTo>
                    <a:pt x="161449" y="2529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30"/>
            <p:cNvSpPr/>
            <p:nvPr/>
          </p:nvSpPr>
          <p:spPr>
            <a:xfrm>
              <a:off x="876455" y="3845291"/>
              <a:ext cx="4841856" cy="63061"/>
            </a:xfrm>
            <a:custGeom>
              <a:rect b="b" l="l" r="r" t="t"/>
              <a:pathLst>
                <a:path extrusionOk="0" h="2550"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30"/>
            <p:cNvSpPr/>
            <p:nvPr/>
          </p:nvSpPr>
          <p:spPr>
            <a:xfrm>
              <a:off x="876455" y="3779555"/>
              <a:ext cx="4841856" cy="48496"/>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30"/>
            <p:cNvSpPr/>
            <p:nvPr/>
          </p:nvSpPr>
          <p:spPr>
            <a:xfrm>
              <a:off x="876455" y="3724527"/>
              <a:ext cx="4841856" cy="33930"/>
            </a:xfrm>
            <a:custGeom>
              <a:rect b="b" l="l" r="r" t="t"/>
              <a:pathLst>
                <a:path extrusionOk="0" h="1372" w="161449">
                  <a:moveTo>
                    <a:pt x="0" y="0"/>
                  </a:moveTo>
                  <a:lnTo>
                    <a:pt x="0" y="1371"/>
                  </a:lnTo>
                  <a:lnTo>
                    <a:pt x="161449" y="1371"/>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30"/>
            <p:cNvSpPr/>
            <p:nvPr/>
          </p:nvSpPr>
          <p:spPr>
            <a:xfrm>
              <a:off x="876455" y="3683473"/>
              <a:ext cx="4841856" cy="19364"/>
            </a:xfrm>
            <a:custGeom>
              <a:rect b="b" l="l" r="r" t="t"/>
              <a:pathLst>
                <a:path extrusionOk="0" h="783" w="161449">
                  <a:moveTo>
                    <a:pt x="0" y="1"/>
                  </a:moveTo>
                  <a:lnTo>
                    <a:pt x="0" y="783"/>
                  </a:lnTo>
                  <a:lnTo>
                    <a:pt x="161449" y="783"/>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30"/>
            <p:cNvSpPr/>
            <p:nvPr/>
          </p:nvSpPr>
          <p:spPr>
            <a:xfrm>
              <a:off x="876450" y="508273"/>
              <a:ext cx="4841856" cy="129102"/>
            </a:xfrm>
            <a:custGeom>
              <a:rect b="b" l="l" r="r" t="t"/>
              <a:pathLst>
                <a:path extrusionOk="0" h="4921" w="161449">
                  <a:moveTo>
                    <a:pt x="0" y="1"/>
                  </a:moveTo>
                  <a:lnTo>
                    <a:pt x="0" y="4920"/>
                  </a:lnTo>
                  <a:lnTo>
                    <a:pt x="161449" y="4920"/>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30"/>
            <p:cNvSpPr/>
            <p:nvPr/>
          </p:nvSpPr>
          <p:spPr>
            <a:xfrm>
              <a:off x="876455" y="655005"/>
              <a:ext cx="4841856" cy="78105"/>
            </a:xfrm>
            <a:custGeom>
              <a:rect b="b" l="l" r="r" t="t"/>
              <a:pathLst>
                <a:path extrusionOk="0" h="2551"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30"/>
            <p:cNvSpPr/>
            <p:nvPr/>
          </p:nvSpPr>
          <p:spPr>
            <a:xfrm>
              <a:off x="876455" y="754420"/>
              <a:ext cx="4841856" cy="60041"/>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30"/>
            <p:cNvSpPr/>
            <p:nvPr/>
          </p:nvSpPr>
          <p:spPr>
            <a:xfrm>
              <a:off x="876455" y="840578"/>
              <a:ext cx="4841856" cy="42007"/>
            </a:xfrm>
            <a:custGeom>
              <a:rect b="b" l="l" r="r" t="t"/>
              <a:pathLst>
                <a:path extrusionOk="0" h="1372" w="161449">
                  <a:moveTo>
                    <a:pt x="0" y="1"/>
                  </a:moveTo>
                  <a:lnTo>
                    <a:pt x="0" y="1372"/>
                  </a:lnTo>
                  <a:lnTo>
                    <a:pt x="161449" y="1372"/>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30"/>
            <p:cNvSpPr/>
            <p:nvPr/>
          </p:nvSpPr>
          <p:spPr>
            <a:xfrm>
              <a:off x="876455" y="909437"/>
              <a:ext cx="4841856" cy="23974"/>
            </a:xfrm>
            <a:custGeom>
              <a:rect b="b" l="l" r="r" t="t"/>
              <a:pathLst>
                <a:path extrusionOk="0" h="783" w="161449">
                  <a:moveTo>
                    <a:pt x="0" y="0"/>
                  </a:moveTo>
                  <a:lnTo>
                    <a:pt x="0" y="783"/>
                  </a:lnTo>
                  <a:lnTo>
                    <a:pt x="161449" y="78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30"/>
            <p:cNvSpPr/>
            <p:nvPr/>
          </p:nvSpPr>
          <p:spPr>
            <a:xfrm>
              <a:off x="876441" y="4267396"/>
              <a:ext cx="1338799" cy="42517"/>
            </a:xfrm>
            <a:custGeom>
              <a:rect b="b" l="l" r="r" t="t"/>
              <a:pathLst>
                <a:path extrusionOk="0" h="927" w="29190">
                  <a:moveTo>
                    <a:pt x="0" y="1"/>
                  </a:moveTo>
                  <a:lnTo>
                    <a:pt x="0" y="927"/>
                  </a:lnTo>
                  <a:lnTo>
                    <a:pt x="29190" y="927"/>
                  </a:lnTo>
                  <a:lnTo>
                    <a:pt x="29190"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30"/>
            <p:cNvSpPr/>
            <p:nvPr/>
          </p:nvSpPr>
          <p:spPr>
            <a:xfrm>
              <a:off x="2215186" y="4267396"/>
              <a:ext cx="1338249" cy="42517"/>
            </a:xfrm>
            <a:custGeom>
              <a:rect b="b" l="l" r="r" t="t"/>
              <a:pathLst>
                <a:path extrusionOk="0" h="927" w="29178">
                  <a:moveTo>
                    <a:pt x="1" y="1"/>
                  </a:moveTo>
                  <a:lnTo>
                    <a:pt x="1" y="927"/>
                  </a:lnTo>
                  <a:lnTo>
                    <a:pt x="29178" y="927"/>
                  </a:lnTo>
                  <a:lnTo>
                    <a:pt x="29178"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30"/>
            <p:cNvSpPr/>
            <p:nvPr/>
          </p:nvSpPr>
          <p:spPr>
            <a:xfrm>
              <a:off x="3553372" y="4267400"/>
              <a:ext cx="2164936" cy="42526"/>
            </a:xfrm>
            <a:custGeom>
              <a:rect b="b" l="l" r="r" t="t"/>
              <a:pathLst>
                <a:path extrusionOk="0" h="927" w="29179">
                  <a:moveTo>
                    <a:pt x="1" y="1"/>
                  </a:moveTo>
                  <a:lnTo>
                    <a:pt x="1" y="927"/>
                  </a:lnTo>
                  <a:lnTo>
                    <a:pt x="29178" y="927"/>
                  </a:lnTo>
                  <a:lnTo>
                    <a:pt x="29178"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30"/>
            <p:cNvSpPr/>
            <p:nvPr/>
          </p:nvSpPr>
          <p:spPr>
            <a:xfrm>
              <a:off x="876442" y="4267375"/>
              <a:ext cx="4842891" cy="42526"/>
            </a:xfrm>
            <a:custGeom>
              <a:rect b="b" l="l" r="r" t="t"/>
              <a:pathLst>
                <a:path extrusionOk="0" h="927" w="29178">
                  <a:moveTo>
                    <a:pt x="0" y="1"/>
                  </a:moveTo>
                  <a:lnTo>
                    <a:pt x="0" y="927"/>
                  </a:lnTo>
                  <a:lnTo>
                    <a:pt x="29177" y="927"/>
                  </a:lnTo>
                  <a:lnTo>
                    <a:pt x="2917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30"/>
            <p:cNvSpPr/>
            <p:nvPr/>
          </p:nvSpPr>
          <p:spPr>
            <a:xfrm>
              <a:off x="2085527" y="4525018"/>
              <a:ext cx="86134" cy="43067"/>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30"/>
            <p:cNvSpPr/>
            <p:nvPr/>
          </p:nvSpPr>
          <p:spPr>
            <a:xfrm>
              <a:off x="2085527" y="4395909"/>
              <a:ext cx="43113" cy="43067"/>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30"/>
            <p:cNvSpPr/>
            <p:nvPr/>
          </p:nvSpPr>
          <p:spPr>
            <a:xfrm>
              <a:off x="2042001" y="4438930"/>
              <a:ext cx="43572" cy="43067"/>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30"/>
            <p:cNvSpPr/>
            <p:nvPr/>
          </p:nvSpPr>
          <p:spPr>
            <a:xfrm>
              <a:off x="1998980" y="4611060"/>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30"/>
            <p:cNvSpPr/>
            <p:nvPr/>
          </p:nvSpPr>
          <p:spPr>
            <a:xfrm>
              <a:off x="1998980" y="4352888"/>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30"/>
            <p:cNvSpPr/>
            <p:nvPr/>
          </p:nvSpPr>
          <p:spPr>
            <a:xfrm>
              <a:off x="1955959" y="4568039"/>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30"/>
            <p:cNvSpPr/>
            <p:nvPr/>
          </p:nvSpPr>
          <p:spPr>
            <a:xfrm>
              <a:off x="1955959" y="4309867"/>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30"/>
            <p:cNvSpPr/>
            <p:nvPr/>
          </p:nvSpPr>
          <p:spPr>
            <a:xfrm>
              <a:off x="1740257" y="4481951"/>
              <a:ext cx="86089" cy="86134"/>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30"/>
            <p:cNvSpPr/>
            <p:nvPr/>
          </p:nvSpPr>
          <p:spPr>
            <a:xfrm>
              <a:off x="1740257" y="4352888"/>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30"/>
            <p:cNvSpPr/>
            <p:nvPr/>
          </p:nvSpPr>
          <p:spPr>
            <a:xfrm>
              <a:off x="1653664" y="4438930"/>
              <a:ext cx="43067" cy="86134"/>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30"/>
            <p:cNvSpPr/>
            <p:nvPr/>
          </p:nvSpPr>
          <p:spPr>
            <a:xfrm>
              <a:off x="1610643" y="4525018"/>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30"/>
            <p:cNvSpPr/>
            <p:nvPr/>
          </p:nvSpPr>
          <p:spPr>
            <a:xfrm>
              <a:off x="1480984" y="4525018"/>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30"/>
            <p:cNvSpPr/>
            <p:nvPr/>
          </p:nvSpPr>
          <p:spPr>
            <a:xfrm>
              <a:off x="1437963" y="4568039"/>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30"/>
            <p:cNvSpPr/>
            <p:nvPr/>
          </p:nvSpPr>
          <p:spPr>
            <a:xfrm>
              <a:off x="1394391" y="4525018"/>
              <a:ext cx="43618" cy="43067"/>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30"/>
            <p:cNvSpPr/>
            <p:nvPr/>
          </p:nvSpPr>
          <p:spPr>
            <a:xfrm>
              <a:off x="1135668" y="4525018"/>
              <a:ext cx="129706" cy="8608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30"/>
            <p:cNvSpPr/>
            <p:nvPr/>
          </p:nvSpPr>
          <p:spPr>
            <a:xfrm>
              <a:off x="1049076" y="4481951"/>
              <a:ext cx="43618" cy="43113"/>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30"/>
            <p:cNvSpPr/>
            <p:nvPr/>
          </p:nvSpPr>
          <p:spPr>
            <a:xfrm>
              <a:off x="963034" y="4525018"/>
              <a:ext cx="86089" cy="43067"/>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30"/>
            <p:cNvSpPr/>
            <p:nvPr/>
          </p:nvSpPr>
          <p:spPr>
            <a:xfrm>
              <a:off x="920013" y="4481951"/>
              <a:ext cx="43067" cy="43113"/>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30"/>
            <p:cNvSpPr/>
            <p:nvPr/>
          </p:nvSpPr>
          <p:spPr>
            <a:xfrm>
              <a:off x="3423504" y="4525018"/>
              <a:ext cx="86639" cy="43067"/>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30"/>
            <p:cNvSpPr/>
            <p:nvPr/>
          </p:nvSpPr>
          <p:spPr>
            <a:xfrm>
              <a:off x="3423504" y="4395909"/>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30"/>
            <p:cNvSpPr/>
            <p:nvPr/>
          </p:nvSpPr>
          <p:spPr>
            <a:xfrm>
              <a:off x="3380483" y="4438930"/>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30"/>
            <p:cNvSpPr/>
            <p:nvPr/>
          </p:nvSpPr>
          <p:spPr>
            <a:xfrm>
              <a:off x="3337416" y="4611060"/>
              <a:ext cx="43113" cy="43067"/>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30"/>
            <p:cNvSpPr/>
            <p:nvPr/>
          </p:nvSpPr>
          <p:spPr>
            <a:xfrm>
              <a:off x="3337416" y="4352888"/>
              <a:ext cx="43113" cy="43067"/>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30"/>
            <p:cNvSpPr/>
            <p:nvPr/>
          </p:nvSpPr>
          <p:spPr>
            <a:xfrm>
              <a:off x="3293891" y="4568039"/>
              <a:ext cx="43572" cy="43067"/>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30"/>
            <p:cNvSpPr/>
            <p:nvPr/>
          </p:nvSpPr>
          <p:spPr>
            <a:xfrm>
              <a:off x="3293891" y="4309867"/>
              <a:ext cx="43572" cy="43067"/>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30"/>
            <p:cNvSpPr/>
            <p:nvPr/>
          </p:nvSpPr>
          <p:spPr>
            <a:xfrm>
              <a:off x="3078189" y="4481951"/>
              <a:ext cx="86089" cy="86134"/>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30"/>
            <p:cNvSpPr/>
            <p:nvPr/>
          </p:nvSpPr>
          <p:spPr>
            <a:xfrm>
              <a:off x="3078189" y="4352888"/>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30"/>
            <p:cNvSpPr/>
            <p:nvPr/>
          </p:nvSpPr>
          <p:spPr>
            <a:xfrm>
              <a:off x="2991597" y="4438930"/>
              <a:ext cx="43618" cy="86134"/>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30"/>
            <p:cNvSpPr/>
            <p:nvPr/>
          </p:nvSpPr>
          <p:spPr>
            <a:xfrm>
              <a:off x="2948575" y="4525018"/>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30"/>
            <p:cNvSpPr/>
            <p:nvPr/>
          </p:nvSpPr>
          <p:spPr>
            <a:xfrm>
              <a:off x="2818916" y="4525018"/>
              <a:ext cx="43663" cy="43067"/>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30"/>
            <p:cNvSpPr/>
            <p:nvPr/>
          </p:nvSpPr>
          <p:spPr>
            <a:xfrm>
              <a:off x="2775895" y="4568039"/>
              <a:ext cx="43067" cy="43067"/>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30"/>
            <p:cNvSpPr/>
            <p:nvPr/>
          </p:nvSpPr>
          <p:spPr>
            <a:xfrm>
              <a:off x="2732874" y="4525018"/>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30"/>
            <p:cNvSpPr/>
            <p:nvPr/>
          </p:nvSpPr>
          <p:spPr>
            <a:xfrm>
              <a:off x="2473601" y="4525018"/>
              <a:ext cx="129706" cy="8608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30"/>
            <p:cNvSpPr/>
            <p:nvPr/>
          </p:nvSpPr>
          <p:spPr>
            <a:xfrm>
              <a:off x="2387558" y="4481951"/>
              <a:ext cx="43067" cy="43113"/>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30"/>
            <p:cNvSpPr/>
            <p:nvPr/>
          </p:nvSpPr>
          <p:spPr>
            <a:xfrm>
              <a:off x="2301228" y="4525018"/>
              <a:ext cx="86639" cy="43067"/>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30"/>
            <p:cNvSpPr/>
            <p:nvPr/>
          </p:nvSpPr>
          <p:spPr>
            <a:xfrm>
              <a:off x="2258207" y="4481951"/>
              <a:ext cx="43067" cy="43113"/>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30"/>
            <p:cNvSpPr/>
            <p:nvPr/>
          </p:nvSpPr>
          <p:spPr>
            <a:xfrm>
              <a:off x="4761962" y="4525018"/>
              <a:ext cx="86639" cy="43067"/>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30"/>
            <p:cNvSpPr/>
            <p:nvPr/>
          </p:nvSpPr>
          <p:spPr>
            <a:xfrm>
              <a:off x="4761962" y="4395909"/>
              <a:ext cx="43618" cy="43067"/>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30"/>
            <p:cNvSpPr/>
            <p:nvPr/>
          </p:nvSpPr>
          <p:spPr>
            <a:xfrm>
              <a:off x="4718940" y="4438930"/>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30"/>
            <p:cNvSpPr/>
            <p:nvPr/>
          </p:nvSpPr>
          <p:spPr>
            <a:xfrm>
              <a:off x="4675919" y="4611060"/>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30"/>
            <p:cNvSpPr/>
            <p:nvPr/>
          </p:nvSpPr>
          <p:spPr>
            <a:xfrm>
              <a:off x="4675919" y="4352888"/>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30"/>
            <p:cNvSpPr/>
            <p:nvPr/>
          </p:nvSpPr>
          <p:spPr>
            <a:xfrm>
              <a:off x="4632898" y="4568039"/>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30"/>
            <p:cNvSpPr/>
            <p:nvPr/>
          </p:nvSpPr>
          <p:spPr>
            <a:xfrm>
              <a:off x="4632898" y="4309867"/>
              <a:ext cx="43067" cy="43067"/>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30"/>
            <p:cNvSpPr/>
            <p:nvPr/>
          </p:nvSpPr>
          <p:spPr>
            <a:xfrm>
              <a:off x="4416646" y="4481951"/>
              <a:ext cx="86685" cy="86134"/>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30"/>
            <p:cNvSpPr/>
            <p:nvPr/>
          </p:nvSpPr>
          <p:spPr>
            <a:xfrm>
              <a:off x="4416646" y="4352888"/>
              <a:ext cx="43067" cy="43067"/>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30"/>
            <p:cNvSpPr/>
            <p:nvPr/>
          </p:nvSpPr>
          <p:spPr>
            <a:xfrm>
              <a:off x="4330604" y="4438930"/>
              <a:ext cx="43067" cy="86134"/>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30"/>
            <p:cNvSpPr/>
            <p:nvPr/>
          </p:nvSpPr>
          <p:spPr>
            <a:xfrm>
              <a:off x="4287033" y="4525018"/>
              <a:ext cx="43618" cy="43067"/>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30"/>
            <p:cNvSpPr/>
            <p:nvPr/>
          </p:nvSpPr>
          <p:spPr>
            <a:xfrm>
              <a:off x="4157969" y="4525018"/>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30"/>
            <p:cNvSpPr/>
            <p:nvPr/>
          </p:nvSpPr>
          <p:spPr>
            <a:xfrm>
              <a:off x="4114352" y="4568039"/>
              <a:ext cx="43663" cy="43067"/>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30"/>
            <p:cNvSpPr/>
            <p:nvPr/>
          </p:nvSpPr>
          <p:spPr>
            <a:xfrm>
              <a:off x="4071331" y="4525018"/>
              <a:ext cx="43067" cy="43067"/>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30"/>
            <p:cNvSpPr/>
            <p:nvPr/>
          </p:nvSpPr>
          <p:spPr>
            <a:xfrm>
              <a:off x="3812103" y="4525018"/>
              <a:ext cx="129660" cy="8608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30"/>
            <p:cNvSpPr/>
            <p:nvPr/>
          </p:nvSpPr>
          <p:spPr>
            <a:xfrm>
              <a:off x="3726015" y="4481951"/>
              <a:ext cx="43067" cy="43113"/>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30"/>
            <p:cNvSpPr/>
            <p:nvPr/>
          </p:nvSpPr>
          <p:spPr>
            <a:xfrm>
              <a:off x="3639469" y="4525018"/>
              <a:ext cx="86593" cy="43067"/>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30"/>
            <p:cNvSpPr/>
            <p:nvPr/>
          </p:nvSpPr>
          <p:spPr>
            <a:xfrm>
              <a:off x="3596448" y="4481951"/>
              <a:ext cx="43067" cy="43113"/>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30"/>
            <p:cNvSpPr/>
            <p:nvPr/>
          </p:nvSpPr>
          <p:spPr>
            <a:xfrm>
              <a:off x="5625777" y="4525018"/>
              <a:ext cx="43067" cy="43067"/>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30"/>
            <p:cNvSpPr/>
            <p:nvPr/>
          </p:nvSpPr>
          <p:spPr>
            <a:xfrm>
              <a:off x="5496164" y="4525018"/>
              <a:ext cx="43067" cy="43067"/>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30"/>
            <p:cNvSpPr/>
            <p:nvPr/>
          </p:nvSpPr>
          <p:spPr>
            <a:xfrm>
              <a:off x="5453143" y="4568039"/>
              <a:ext cx="43067" cy="43067"/>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30"/>
            <p:cNvSpPr/>
            <p:nvPr/>
          </p:nvSpPr>
          <p:spPr>
            <a:xfrm>
              <a:off x="5409525" y="4525018"/>
              <a:ext cx="43663" cy="43067"/>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30"/>
            <p:cNvSpPr/>
            <p:nvPr/>
          </p:nvSpPr>
          <p:spPr>
            <a:xfrm>
              <a:off x="5150848" y="4525018"/>
              <a:ext cx="129660" cy="8608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30"/>
            <p:cNvSpPr/>
            <p:nvPr/>
          </p:nvSpPr>
          <p:spPr>
            <a:xfrm>
              <a:off x="5064256" y="4481951"/>
              <a:ext cx="43067" cy="43113"/>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30"/>
            <p:cNvSpPr/>
            <p:nvPr/>
          </p:nvSpPr>
          <p:spPr>
            <a:xfrm>
              <a:off x="4978168" y="4525018"/>
              <a:ext cx="86134" cy="43067"/>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30"/>
            <p:cNvSpPr/>
            <p:nvPr/>
          </p:nvSpPr>
          <p:spPr>
            <a:xfrm>
              <a:off x="4934642" y="4481951"/>
              <a:ext cx="43572" cy="43113"/>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30"/>
            <p:cNvSpPr/>
            <p:nvPr/>
          </p:nvSpPr>
          <p:spPr>
            <a:xfrm>
              <a:off x="2085527" y="4309867"/>
              <a:ext cx="43113" cy="8608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30"/>
            <p:cNvSpPr/>
            <p:nvPr/>
          </p:nvSpPr>
          <p:spPr>
            <a:xfrm>
              <a:off x="2042001" y="4395909"/>
              <a:ext cx="43572" cy="43067"/>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30"/>
            <p:cNvSpPr/>
            <p:nvPr/>
          </p:nvSpPr>
          <p:spPr>
            <a:xfrm>
              <a:off x="1998980" y="4309867"/>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30"/>
            <p:cNvSpPr/>
            <p:nvPr/>
          </p:nvSpPr>
          <p:spPr>
            <a:xfrm>
              <a:off x="1740257" y="4309867"/>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30"/>
            <p:cNvSpPr/>
            <p:nvPr/>
          </p:nvSpPr>
          <p:spPr>
            <a:xfrm>
              <a:off x="1437963" y="4525018"/>
              <a:ext cx="43067" cy="43067"/>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30"/>
            <p:cNvSpPr/>
            <p:nvPr/>
          </p:nvSpPr>
          <p:spPr>
            <a:xfrm>
              <a:off x="1049076" y="4309867"/>
              <a:ext cx="43618" cy="43067"/>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30"/>
            <p:cNvSpPr/>
            <p:nvPr/>
          </p:nvSpPr>
          <p:spPr>
            <a:xfrm>
              <a:off x="3423767" y="4309867"/>
              <a:ext cx="43067" cy="8608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30"/>
            <p:cNvSpPr/>
            <p:nvPr/>
          </p:nvSpPr>
          <p:spPr>
            <a:xfrm>
              <a:off x="3380746" y="4395909"/>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30"/>
            <p:cNvSpPr/>
            <p:nvPr/>
          </p:nvSpPr>
          <p:spPr>
            <a:xfrm>
              <a:off x="3337679" y="4309867"/>
              <a:ext cx="43113" cy="43067"/>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30"/>
            <p:cNvSpPr/>
            <p:nvPr/>
          </p:nvSpPr>
          <p:spPr>
            <a:xfrm>
              <a:off x="3078452" y="4309867"/>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30"/>
            <p:cNvSpPr/>
            <p:nvPr/>
          </p:nvSpPr>
          <p:spPr>
            <a:xfrm>
              <a:off x="2776157" y="4525018"/>
              <a:ext cx="43067" cy="43067"/>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30"/>
            <p:cNvSpPr/>
            <p:nvPr/>
          </p:nvSpPr>
          <p:spPr>
            <a:xfrm>
              <a:off x="2387821" y="4309867"/>
              <a:ext cx="43067" cy="43067"/>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30"/>
            <p:cNvSpPr/>
            <p:nvPr/>
          </p:nvSpPr>
          <p:spPr>
            <a:xfrm>
              <a:off x="4761962" y="4309867"/>
              <a:ext cx="43618" cy="8608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30"/>
            <p:cNvSpPr/>
            <p:nvPr/>
          </p:nvSpPr>
          <p:spPr>
            <a:xfrm>
              <a:off x="4718940" y="4395909"/>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30"/>
            <p:cNvSpPr/>
            <p:nvPr/>
          </p:nvSpPr>
          <p:spPr>
            <a:xfrm>
              <a:off x="4675919" y="4309867"/>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30"/>
            <p:cNvSpPr/>
            <p:nvPr/>
          </p:nvSpPr>
          <p:spPr>
            <a:xfrm>
              <a:off x="4416646" y="4309867"/>
              <a:ext cx="43067" cy="43067"/>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30"/>
            <p:cNvSpPr/>
            <p:nvPr/>
          </p:nvSpPr>
          <p:spPr>
            <a:xfrm>
              <a:off x="4114352" y="4525018"/>
              <a:ext cx="43663" cy="43067"/>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30"/>
            <p:cNvSpPr/>
            <p:nvPr/>
          </p:nvSpPr>
          <p:spPr>
            <a:xfrm>
              <a:off x="3726015" y="4309867"/>
              <a:ext cx="43067" cy="43067"/>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30"/>
            <p:cNvSpPr/>
            <p:nvPr/>
          </p:nvSpPr>
          <p:spPr>
            <a:xfrm>
              <a:off x="5453143" y="4525018"/>
              <a:ext cx="43067" cy="43067"/>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30"/>
            <p:cNvSpPr/>
            <p:nvPr/>
          </p:nvSpPr>
          <p:spPr>
            <a:xfrm>
              <a:off x="5064256" y="4309867"/>
              <a:ext cx="43067" cy="43067"/>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30"/>
            <p:cNvSpPr/>
            <p:nvPr/>
          </p:nvSpPr>
          <p:spPr>
            <a:xfrm>
              <a:off x="2171615" y="4525018"/>
              <a:ext cx="43618" cy="43067"/>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30"/>
            <p:cNvSpPr/>
            <p:nvPr/>
          </p:nvSpPr>
          <p:spPr>
            <a:xfrm>
              <a:off x="2085527" y="4481951"/>
              <a:ext cx="86134" cy="43113"/>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30"/>
            <p:cNvSpPr/>
            <p:nvPr/>
          </p:nvSpPr>
          <p:spPr>
            <a:xfrm>
              <a:off x="2042001" y="4525018"/>
              <a:ext cx="43572" cy="43067"/>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30"/>
            <p:cNvSpPr/>
            <p:nvPr/>
          </p:nvSpPr>
          <p:spPr>
            <a:xfrm>
              <a:off x="2042001" y="4309867"/>
              <a:ext cx="43572" cy="8608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30"/>
            <p:cNvSpPr/>
            <p:nvPr/>
          </p:nvSpPr>
          <p:spPr>
            <a:xfrm>
              <a:off x="1783278" y="4309867"/>
              <a:ext cx="258770" cy="129110"/>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30"/>
            <p:cNvSpPr/>
            <p:nvPr/>
          </p:nvSpPr>
          <p:spPr>
            <a:xfrm>
              <a:off x="1826299" y="4438930"/>
              <a:ext cx="129706" cy="86134"/>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30"/>
            <p:cNvSpPr/>
            <p:nvPr/>
          </p:nvSpPr>
          <p:spPr>
            <a:xfrm>
              <a:off x="1524005" y="4309867"/>
              <a:ext cx="216299" cy="8608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30"/>
            <p:cNvSpPr/>
            <p:nvPr/>
          </p:nvSpPr>
          <p:spPr>
            <a:xfrm>
              <a:off x="1437963" y="4395909"/>
              <a:ext cx="172728" cy="129156"/>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30"/>
            <p:cNvSpPr/>
            <p:nvPr/>
          </p:nvSpPr>
          <p:spPr>
            <a:xfrm>
              <a:off x="1265328" y="4309867"/>
              <a:ext cx="215703" cy="129110"/>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30"/>
            <p:cNvSpPr/>
            <p:nvPr/>
          </p:nvSpPr>
          <p:spPr>
            <a:xfrm>
              <a:off x="1221711" y="4395909"/>
              <a:ext cx="86685" cy="8608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30"/>
            <p:cNvSpPr/>
            <p:nvPr/>
          </p:nvSpPr>
          <p:spPr>
            <a:xfrm>
              <a:off x="1049076" y="4309867"/>
              <a:ext cx="172682" cy="129110"/>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0"/>
            <p:cNvSpPr/>
            <p:nvPr/>
          </p:nvSpPr>
          <p:spPr>
            <a:xfrm>
              <a:off x="876441" y="4309867"/>
              <a:ext cx="172682" cy="129110"/>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0"/>
            <p:cNvSpPr/>
            <p:nvPr/>
          </p:nvSpPr>
          <p:spPr>
            <a:xfrm>
              <a:off x="3510360" y="4525018"/>
              <a:ext cx="43067" cy="43067"/>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0"/>
            <p:cNvSpPr/>
            <p:nvPr/>
          </p:nvSpPr>
          <p:spPr>
            <a:xfrm>
              <a:off x="3423767" y="4481951"/>
              <a:ext cx="86639" cy="43113"/>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0"/>
            <p:cNvSpPr/>
            <p:nvPr/>
          </p:nvSpPr>
          <p:spPr>
            <a:xfrm>
              <a:off x="3380746" y="4525018"/>
              <a:ext cx="43067" cy="43067"/>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0"/>
            <p:cNvSpPr/>
            <p:nvPr/>
          </p:nvSpPr>
          <p:spPr>
            <a:xfrm>
              <a:off x="3380746" y="4309867"/>
              <a:ext cx="43067" cy="8608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0"/>
            <p:cNvSpPr/>
            <p:nvPr/>
          </p:nvSpPr>
          <p:spPr>
            <a:xfrm>
              <a:off x="3121473" y="4309867"/>
              <a:ext cx="259321" cy="129110"/>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0"/>
            <p:cNvSpPr/>
            <p:nvPr/>
          </p:nvSpPr>
          <p:spPr>
            <a:xfrm>
              <a:off x="3164494" y="4438930"/>
              <a:ext cx="129706" cy="86134"/>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30"/>
            <p:cNvSpPr/>
            <p:nvPr/>
          </p:nvSpPr>
          <p:spPr>
            <a:xfrm>
              <a:off x="2862796" y="4309867"/>
              <a:ext cx="215703" cy="8608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0"/>
            <p:cNvSpPr/>
            <p:nvPr/>
          </p:nvSpPr>
          <p:spPr>
            <a:xfrm>
              <a:off x="2776157" y="4395909"/>
              <a:ext cx="172728" cy="129156"/>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0"/>
            <p:cNvSpPr/>
            <p:nvPr/>
          </p:nvSpPr>
          <p:spPr>
            <a:xfrm>
              <a:off x="2603523" y="4309867"/>
              <a:ext cx="215703" cy="129110"/>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0"/>
            <p:cNvSpPr/>
            <p:nvPr/>
          </p:nvSpPr>
          <p:spPr>
            <a:xfrm>
              <a:off x="2560501" y="4395909"/>
              <a:ext cx="86089" cy="8608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0"/>
            <p:cNvSpPr/>
            <p:nvPr/>
          </p:nvSpPr>
          <p:spPr>
            <a:xfrm>
              <a:off x="2387821" y="4309867"/>
              <a:ext cx="172728" cy="129110"/>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0"/>
            <p:cNvSpPr/>
            <p:nvPr/>
          </p:nvSpPr>
          <p:spPr>
            <a:xfrm>
              <a:off x="2128594" y="4309867"/>
              <a:ext cx="259275" cy="129110"/>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30"/>
            <p:cNvSpPr/>
            <p:nvPr/>
          </p:nvSpPr>
          <p:spPr>
            <a:xfrm>
              <a:off x="4848600" y="4525018"/>
              <a:ext cx="43067" cy="43067"/>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30"/>
            <p:cNvSpPr/>
            <p:nvPr/>
          </p:nvSpPr>
          <p:spPr>
            <a:xfrm>
              <a:off x="4761962" y="4481951"/>
              <a:ext cx="86639" cy="43113"/>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0"/>
            <p:cNvSpPr/>
            <p:nvPr/>
          </p:nvSpPr>
          <p:spPr>
            <a:xfrm>
              <a:off x="4718940" y="4525018"/>
              <a:ext cx="43067" cy="43067"/>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0"/>
            <p:cNvSpPr/>
            <p:nvPr/>
          </p:nvSpPr>
          <p:spPr>
            <a:xfrm>
              <a:off x="4718940" y="4309867"/>
              <a:ext cx="43067" cy="8608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0"/>
            <p:cNvSpPr/>
            <p:nvPr/>
          </p:nvSpPr>
          <p:spPr>
            <a:xfrm>
              <a:off x="4459667" y="4309867"/>
              <a:ext cx="259321" cy="129110"/>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0"/>
            <p:cNvSpPr/>
            <p:nvPr/>
          </p:nvSpPr>
          <p:spPr>
            <a:xfrm>
              <a:off x="4503285" y="4438930"/>
              <a:ext cx="129660" cy="86134"/>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0"/>
            <p:cNvSpPr/>
            <p:nvPr/>
          </p:nvSpPr>
          <p:spPr>
            <a:xfrm>
              <a:off x="4200990" y="4309867"/>
              <a:ext cx="215703" cy="8608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0"/>
            <p:cNvSpPr/>
            <p:nvPr/>
          </p:nvSpPr>
          <p:spPr>
            <a:xfrm>
              <a:off x="4114352" y="4395909"/>
              <a:ext cx="172728" cy="129156"/>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0"/>
            <p:cNvSpPr/>
            <p:nvPr/>
          </p:nvSpPr>
          <p:spPr>
            <a:xfrm>
              <a:off x="3941717" y="4309867"/>
              <a:ext cx="216299" cy="129110"/>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0"/>
            <p:cNvSpPr/>
            <p:nvPr/>
          </p:nvSpPr>
          <p:spPr>
            <a:xfrm>
              <a:off x="3898696" y="4395909"/>
              <a:ext cx="86639" cy="8608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0"/>
            <p:cNvSpPr/>
            <p:nvPr/>
          </p:nvSpPr>
          <p:spPr>
            <a:xfrm>
              <a:off x="3726015" y="4309867"/>
              <a:ext cx="172728" cy="129110"/>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0"/>
            <p:cNvSpPr/>
            <p:nvPr/>
          </p:nvSpPr>
          <p:spPr>
            <a:xfrm>
              <a:off x="3466788" y="4309867"/>
              <a:ext cx="259275" cy="129110"/>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0"/>
            <p:cNvSpPr/>
            <p:nvPr/>
          </p:nvSpPr>
          <p:spPr>
            <a:xfrm>
              <a:off x="5453143" y="4395909"/>
              <a:ext cx="172682" cy="129156"/>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0"/>
            <p:cNvSpPr/>
            <p:nvPr/>
          </p:nvSpPr>
          <p:spPr>
            <a:xfrm>
              <a:off x="5280462" y="4309867"/>
              <a:ext cx="215749" cy="129110"/>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0"/>
            <p:cNvSpPr/>
            <p:nvPr/>
          </p:nvSpPr>
          <p:spPr>
            <a:xfrm>
              <a:off x="5236891" y="4395909"/>
              <a:ext cx="86639" cy="8608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0"/>
            <p:cNvSpPr/>
            <p:nvPr/>
          </p:nvSpPr>
          <p:spPr>
            <a:xfrm>
              <a:off x="5064256" y="4309867"/>
              <a:ext cx="172682" cy="129110"/>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0"/>
            <p:cNvSpPr/>
            <p:nvPr/>
          </p:nvSpPr>
          <p:spPr>
            <a:xfrm>
              <a:off x="4805533" y="4309867"/>
              <a:ext cx="258770" cy="129110"/>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7" name="Google Shape;2417;p30"/>
          <p:cNvGrpSpPr/>
          <p:nvPr/>
        </p:nvGrpSpPr>
        <p:grpSpPr>
          <a:xfrm>
            <a:off x="784720" y="425951"/>
            <a:ext cx="5011500" cy="4291800"/>
            <a:chOff x="790299" y="425951"/>
            <a:chExt cx="5011500" cy="4291800"/>
          </a:xfrm>
        </p:grpSpPr>
        <p:sp>
          <p:nvSpPr>
            <p:cNvPr id="2418" name="Google Shape;2418;p30"/>
            <p:cNvSpPr/>
            <p:nvPr/>
          </p:nvSpPr>
          <p:spPr>
            <a:xfrm>
              <a:off x="790299" y="425951"/>
              <a:ext cx="5011500" cy="42918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0"/>
            <p:cNvSpPr/>
            <p:nvPr/>
          </p:nvSpPr>
          <p:spPr>
            <a:xfrm>
              <a:off x="849725" y="484150"/>
              <a:ext cx="4902300" cy="41673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0" name="Google Shape;2420;p30"/>
          <p:cNvSpPr/>
          <p:nvPr/>
        </p:nvSpPr>
        <p:spPr>
          <a:xfrm>
            <a:off x="6263225" y="542950"/>
            <a:ext cx="2014480" cy="4108107"/>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1" name="Google Shape;2421;p30"/>
          <p:cNvGrpSpPr/>
          <p:nvPr/>
        </p:nvGrpSpPr>
        <p:grpSpPr>
          <a:xfrm>
            <a:off x="6201175" y="425950"/>
            <a:ext cx="2149500" cy="4291800"/>
            <a:chOff x="6201175" y="425950"/>
            <a:chExt cx="2149500" cy="4291800"/>
          </a:xfrm>
        </p:grpSpPr>
        <p:sp>
          <p:nvSpPr>
            <p:cNvPr id="2422" name="Google Shape;2422;p30"/>
            <p:cNvSpPr/>
            <p:nvPr/>
          </p:nvSpPr>
          <p:spPr>
            <a:xfrm>
              <a:off x="6201175" y="425950"/>
              <a:ext cx="2149500" cy="4291800"/>
            </a:xfrm>
            <a:prstGeom prst="roundRect">
              <a:avLst>
                <a:gd fmla="val 19266"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0"/>
            <p:cNvSpPr/>
            <p:nvPr/>
          </p:nvSpPr>
          <p:spPr>
            <a:xfrm>
              <a:off x="6262125" y="484150"/>
              <a:ext cx="2028900" cy="4167300"/>
            </a:xfrm>
            <a:prstGeom prst="roundRect">
              <a:avLst>
                <a:gd fmla="val 18208"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4" name="Google Shape;2424;p30"/>
          <p:cNvSpPr txBox="1"/>
          <p:nvPr>
            <p:ph type="title"/>
          </p:nvPr>
        </p:nvSpPr>
        <p:spPr>
          <a:xfrm>
            <a:off x="1396287" y="1101310"/>
            <a:ext cx="3854400" cy="123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425" name="Google Shape;2425;p30"/>
          <p:cNvSpPr txBox="1"/>
          <p:nvPr>
            <p:ph hasCustomPrompt="1" idx="2" type="title"/>
          </p:nvPr>
        </p:nvSpPr>
        <p:spPr>
          <a:xfrm>
            <a:off x="6538369" y="2231729"/>
            <a:ext cx="1477800" cy="861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26" name="Google Shape;2426;p30"/>
          <p:cNvSpPr txBox="1"/>
          <p:nvPr>
            <p:ph idx="1" type="subTitle"/>
          </p:nvPr>
        </p:nvSpPr>
        <p:spPr>
          <a:xfrm>
            <a:off x="1299268" y="2531213"/>
            <a:ext cx="4080900" cy="42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427" name="Google Shape;2427;p30"/>
          <p:cNvGrpSpPr/>
          <p:nvPr/>
        </p:nvGrpSpPr>
        <p:grpSpPr>
          <a:xfrm>
            <a:off x="8536400" y="2315025"/>
            <a:ext cx="513300" cy="513300"/>
            <a:chOff x="8536400" y="2315025"/>
            <a:chExt cx="513300" cy="513300"/>
          </a:xfrm>
        </p:grpSpPr>
        <p:sp>
          <p:nvSpPr>
            <p:cNvPr id="2428" name="Google Shape;2428;p30"/>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9" name="Google Shape;2429;p30"/>
            <p:cNvGrpSpPr/>
            <p:nvPr/>
          </p:nvGrpSpPr>
          <p:grpSpPr>
            <a:xfrm>
              <a:off x="8615811" y="2393370"/>
              <a:ext cx="354612" cy="356676"/>
              <a:chOff x="222275" y="1270743"/>
              <a:chExt cx="309300" cy="311100"/>
            </a:xfrm>
          </p:grpSpPr>
          <p:sp>
            <p:nvSpPr>
              <p:cNvPr id="2430" name="Google Shape;2430;p30"/>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0"/>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2" name="Google Shape;2432;p30"/>
          <p:cNvGrpSpPr/>
          <p:nvPr/>
        </p:nvGrpSpPr>
        <p:grpSpPr>
          <a:xfrm>
            <a:off x="132508" y="2315025"/>
            <a:ext cx="513300" cy="513300"/>
            <a:chOff x="8536400" y="2315025"/>
            <a:chExt cx="513300" cy="513300"/>
          </a:xfrm>
        </p:grpSpPr>
        <p:sp>
          <p:nvSpPr>
            <p:cNvPr id="2433" name="Google Shape;2433;p30"/>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4" name="Google Shape;2434;p30"/>
            <p:cNvGrpSpPr/>
            <p:nvPr/>
          </p:nvGrpSpPr>
          <p:grpSpPr>
            <a:xfrm>
              <a:off x="8615811" y="2393370"/>
              <a:ext cx="354612" cy="356676"/>
              <a:chOff x="222275" y="1270743"/>
              <a:chExt cx="309300" cy="311100"/>
            </a:xfrm>
          </p:grpSpPr>
          <p:sp>
            <p:nvSpPr>
              <p:cNvPr id="2435" name="Google Shape;2435;p30"/>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0"/>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_1_1">
    <p:spTree>
      <p:nvGrpSpPr>
        <p:cNvPr id="2437" name="Shape 2437"/>
        <p:cNvGrpSpPr/>
        <p:nvPr/>
      </p:nvGrpSpPr>
      <p:grpSpPr>
        <a:xfrm>
          <a:off x="0" y="0"/>
          <a:ext cx="0" cy="0"/>
          <a:chOff x="0" y="0"/>
          <a:chExt cx="0" cy="0"/>
        </a:xfrm>
      </p:grpSpPr>
      <p:grpSp>
        <p:nvGrpSpPr>
          <p:cNvPr id="2438" name="Google Shape;2438;p31"/>
          <p:cNvGrpSpPr/>
          <p:nvPr/>
        </p:nvGrpSpPr>
        <p:grpSpPr>
          <a:xfrm>
            <a:off x="6201182" y="542950"/>
            <a:ext cx="2152118" cy="4108499"/>
            <a:chOff x="6201182" y="542950"/>
            <a:chExt cx="2152118" cy="4108499"/>
          </a:xfrm>
        </p:grpSpPr>
        <p:sp>
          <p:nvSpPr>
            <p:cNvPr id="2439" name="Google Shape;2439;p31"/>
            <p:cNvSpPr/>
            <p:nvPr/>
          </p:nvSpPr>
          <p:spPr>
            <a:xfrm>
              <a:off x="6271175" y="542950"/>
              <a:ext cx="2014480" cy="4108107"/>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1"/>
            <p:cNvSpPr/>
            <p:nvPr/>
          </p:nvSpPr>
          <p:spPr>
            <a:xfrm>
              <a:off x="6273100" y="3890950"/>
              <a:ext cx="2080200" cy="5067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1"/>
            <p:cNvSpPr/>
            <p:nvPr/>
          </p:nvSpPr>
          <p:spPr>
            <a:xfrm>
              <a:off x="6201182" y="3826491"/>
              <a:ext cx="2150865" cy="62823"/>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31"/>
            <p:cNvSpPr/>
            <p:nvPr/>
          </p:nvSpPr>
          <p:spPr>
            <a:xfrm>
              <a:off x="7588965" y="4143519"/>
              <a:ext cx="138307" cy="127272"/>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1"/>
            <p:cNvSpPr/>
            <p:nvPr/>
          </p:nvSpPr>
          <p:spPr>
            <a:xfrm>
              <a:off x="7588965" y="3952814"/>
              <a:ext cx="69190" cy="63636"/>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1"/>
            <p:cNvSpPr/>
            <p:nvPr/>
          </p:nvSpPr>
          <p:spPr>
            <a:xfrm>
              <a:off x="7449848" y="4079950"/>
              <a:ext cx="69190" cy="127272"/>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1"/>
            <p:cNvSpPr/>
            <p:nvPr/>
          </p:nvSpPr>
          <p:spPr>
            <a:xfrm>
              <a:off x="7380731" y="4207155"/>
              <a:ext cx="69190" cy="63636"/>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1"/>
            <p:cNvSpPr/>
            <p:nvPr/>
          </p:nvSpPr>
          <p:spPr>
            <a:xfrm>
              <a:off x="7172424" y="4207155"/>
              <a:ext cx="69190" cy="63636"/>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1"/>
            <p:cNvSpPr/>
            <p:nvPr/>
          </p:nvSpPr>
          <p:spPr>
            <a:xfrm>
              <a:off x="7103307" y="4270723"/>
              <a:ext cx="69190" cy="63636"/>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1"/>
            <p:cNvSpPr/>
            <p:nvPr/>
          </p:nvSpPr>
          <p:spPr>
            <a:xfrm>
              <a:off x="7033307" y="4207155"/>
              <a:ext cx="70074" cy="63636"/>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1"/>
            <p:cNvSpPr/>
            <p:nvPr/>
          </p:nvSpPr>
          <p:spPr>
            <a:xfrm>
              <a:off x="6617650" y="4207155"/>
              <a:ext cx="208381" cy="127204"/>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31"/>
            <p:cNvSpPr/>
            <p:nvPr/>
          </p:nvSpPr>
          <p:spPr>
            <a:xfrm>
              <a:off x="6478532" y="4143519"/>
              <a:ext cx="70074" cy="63704"/>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31"/>
            <p:cNvSpPr/>
            <p:nvPr/>
          </p:nvSpPr>
          <p:spPr>
            <a:xfrm>
              <a:off x="6340299" y="4207155"/>
              <a:ext cx="138307" cy="63636"/>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31"/>
            <p:cNvSpPr/>
            <p:nvPr/>
          </p:nvSpPr>
          <p:spPr>
            <a:xfrm>
              <a:off x="6271183" y="4010194"/>
              <a:ext cx="69190" cy="63704"/>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31"/>
            <p:cNvSpPr/>
            <p:nvPr/>
          </p:nvSpPr>
          <p:spPr>
            <a:xfrm>
              <a:off x="7588965" y="3889246"/>
              <a:ext cx="69190" cy="63636"/>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31"/>
            <p:cNvSpPr/>
            <p:nvPr/>
          </p:nvSpPr>
          <p:spPr>
            <a:xfrm>
              <a:off x="7103307" y="4207155"/>
              <a:ext cx="69190" cy="63636"/>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31"/>
            <p:cNvSpPr/>
            <p:nvPr/>
          </p:nvSpPr>
          <p:spPr>
            <a:xfrm>
              <a:off x="6478532" y="3889246"/>
              <a:ext cx="70074" cy="63636"/>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31"/>
            <p:cNvSpPr/>
            <p:nvPr/>
          </p:nvSpPr>
          <p:spPr>
            <a:xfrm>
              <a:off x="7658082" y="3889246"/>
              <a:ext cx="415731" cy="190773"/>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31"/>
            <p:cNvSpPr/>
            <p:nvPr/>
          </p:nvSpPr>
          <p:spPr>
            <a:xfrm>
              <a:off x="7241540" y="3889246"/>
              <a:ext cx="347498" cy="127204"/>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31"/>
            <p:cNvSpPr/>
            <p:nvPr/>
          </p:nvSpPr>
          <p:spPr>
            <a:xfrm>
              <a:off x="7103307" y="4016382"/>
              <a:ext cx="277498" cy="190840"/>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1"/>
            <p:cNvSpPr/>
            <p:nvPr/>
          </p:nvSpPr>
          <p:spPr>
            <a:xfrm>
              <a:off x="6825957" y="3889246"/>
              <a:ext cx="346541" cy="190773"/>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1"/>
            <p:cNvSpPr/>
            <p:nvPr/>
          </p:nvSpPr>
          <p:spPr>
            <a:xfrm>
              <a:off x="6755883" y="4016382"/>
              <a:ext cx="139265" cy="127204"/>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1"/>
            <p:cNvSpPr/>
            <p:nvPr/>
          </p:nvSpPr>
          <p:spPr>
            <a:xfrm>
              <a:off x="6478532" y="3889246"/>
              <a:ext cx="277424" cy="190773"/>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1"/>
            <p:cNvSpPr/>
            <p:nvPr/>
          </p:nvSpPr>
          <p:spPr>
            <a:xfrm>
              <a:off x="6201182" y="3889246"/>
              <a:ext cx="277424" cy="190773"/>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1"/>
            <p:cNvSpPr/>
            <p:nvPr/>
          </p:nvSpPr>
          <p:spPr>
            <a:xfrm>
              <a:off x="8143666" y="4207155"/>
              <a:ext cx="208381" cy="127204"/>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1"/>
            <p:cNvSpPr/>
            <p:nvPr/>
          </p:nvSpPr>
          <p:spPr>
            <a:xfrm>
              <a:off x="8004549" y="4143519"/>
              <a:ext cx="70074" cy="63704"/>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1"/>
            <p:cNvSpPr/>
            <p:nvPr/>
          </p:nvSpPr>
          <p:spPr>
            <a:xfrm>
              <a:off x="7866316" y="4207155"/>
              <a:ext cx="138307" cy="63636"/>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1"/>
            <p:cNvSpPr/>
            <p:nvPr/>
          </p:nvSpPr>
          <p:spPr>
            <a:xfrm>
              <a:off x="6260726" y="4342350"/>
              <a:ext cx="2080270" cy="309099"/>
            </a:xfrm>
            <a:custGeom>
              <a:rect b="b" l="l" r="r" t="t"/>
              <a:pathLst>
                <a:path extrusionOk="0" h="3742" w="161449">
                  <a:moveTo>
                    <a:pt x="0" y="0"/>
                  </a:moveTo>
                  <a:lnTo>
                    <a:pt x="0" y="3741"/>
                  </a:lnTo>
                  <a:lnTo>
                    <a:pt x="161449" y="3741"/>
                  </a:lnTo>
                  <a:lnTo>
                    <a:pt x="16144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7" name="Google Shape;2467;p31"/>
          <p:cNvGrpSpPr/>
          <p:nvPr/>
        </p:nvGrpSpPr>
        <p:grpSpPr>
          <a:xfrm>
            <a:off x="6201174" y="425950"/>
            <a:ext cx="2152200" cy="4291800"/>
            <a:chOff x="6201174" y="425950"/>
            <a:chExt cx="2152200" cy="4291800"/>
          </a:xfrm>
        </p:grpSpPr>
        <p:sp>
          <p:nvSpPr>
            <p:cNvPr id="2468" name="Google Shape;2468;p31"/>
            <p:cNvSpPr/>
            <p:nvPr/>
          </p:nvSpPr>
          <p:spPr>
            <a:xfrm>
              <a:off x="6201174" y="425950"/>
              <a:ext cx="2152200" cy="4291800"/>
            </a:xfrm>
            <a:prstGeom prst="roundRect">
              <a:avLst>
                <a:gd fmla="val 19266"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1"/>
            <p:cNvSpPr/>
            <p:nvPr/>
          </p:nvSpPr>
          <p:spPr>
            <a:xfrm>
              <a:off x="6262125" y="484150"/>
              <a:ext cx="2035800" cy="4167300"/>
            </a:xfrm>
            <a:prstGeom prst="roundRect">
              <a:avLst>
                <a:gd fmla="val 18208"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70" name="Google Shape;2470;p31"/>
          <p:cNvSpPr/>
          <p:nvPr/>
        </p:nvSpPr>
        <p:spPr>
          <a:xfrm>
            <a:off x="849725" y="484150"/>
            <a:ext cx="4902300" cy="4167300"/>
          </a:xfrm>
          <a:prstGeom prst="roundRect">
            <a:avLst>
              <a:gd fmla="val 9213"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1" name="Google Shape;2471;p31"/>
          <p:cNvGrpSpPr/>
          <p:nvPr/>
        </p:nvGrpSpPr>
        <p:grpSpPr>
          <a:xfrm>
            <a:off x="790299" y="425951"/>
            <a:ext cx="5011500" cy="4291800"/>
            <a:chOff x="790299" y="425951"/>
            <a:chExt cx="5011500" cy="4291800"/>
          </a:xfrm>
        </p:grpSpPr>
        <p:sp>
          <p:nvSpPr>
            <p:cNvPr id="2472" name="Google Shape;2472;p31"/>
            <p:cNvSpPr/>
            <p:nvPr/>
          </p:nvSpPr>
          <p:spPr>
            <a:xfrm>
              <a:off x="790299" y="425951"/>
              <a:ext cx="5011500" cy="42918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1"/>
            <p:cNvSpPr/>
            <p:nvPr/>
          </p:nvSpPr>
          <p:spPr>
            <a:xfrm>
              <a:off x="849725" y="484150"/>
              <a:ext cx="4902300" cy="41673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74" name="Google Shape;2474;p31"/>
          <p:cNvSpPr txBox="1"/>
          <p:nvPr>
            <p:ph type="title"/>
          </p:nvPr>
        </p:nvSpPr>
        <p:spPr>
          <a:xfrm>
            <a:off x="1396287" y="2340560"/>
            <a:ext cx="3854400" cy="123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475" name="Google Shape;2475;p31"/>
          <p:cNvSpPr txBox="1"/>
          <p:nvPr>
            <p:ph hasCustomPrompt="1" idx="2" type="title"/>
          </p:nvPr>
        </p:nvSpPr>
        <p:spPr>
          <a:xfrm>
            <a:off x="2584569" y="1209817"/>
            <a:ext cx="1477800" cy="861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6000"/>
              <a:buNone/>
              <a:defRPr sz="3000">
                <a:solidFill>
                  <a:schemeClr val="lt2"/>
                </a:solidFill>
              </a:defRPr>
            </a:lvl1pPr>
            <a:lvl2pPr lvl="1" rtl="0" algn="ctr">
              <a:spcBef>
                <a:spcPts val="0"/>
              </a:spcBef>
              <a:spcAft>
                <a:spcPts val="0"/>
              </a:spcAft>
              <a:buClr>
                <a:schemeClr val="lt2"/>
              </a:buClr>
              <a:buSzPts val="6000"/>
              <a:buNone/>
              <a:defRPr sz="6000">
                <a:solidFill>
                  <a:schemeClr val="lt2"/>
                </a:solidFill>
              </a:defRPr>
            </a:lvl2pPr>
            <a:lvl3pPr lvl="2" rtl="0" algn="ctr">
              <a:spcBef>
                <a:spcPts val="0"/>
              </a:spcBef>
              <a:spcAft>
                <a:spcPts val="0"/>
              </a:spcAft>
              <a:buClr>
                <a:schemeClr val="lt2"/>
              </a:buClr>
              <a:buSzPts val="6000"/>
              <a:buNone/>
              <a:defRPr sz="6000">
                <a:solidFill>
                  <a:schemeClr val="lt2"/>
                </a:solidFill>
              </a:defRPr>
            </a:lvl3pPr>
            <a:lvl4pPr lvl="3" rtl="0" algn="ctr">
              <a:spcBef>
                <a:spcPts val="0"/>
              </a:spcBef>
              <a:spcAft>
                <a:spcPts val="0"/>
              </a:spcAft>
              <a:buClr>
                <a:schemeClr val="lt2"/>
              </a:buClr>
              <a:buSzPts val="6000"/>
              <a:buNone/>
              <a:defRPr sz="6000">
                <a:solidFill>
                  <a:schemeClr val="lt2"/>
                </a:solidFill>
              </a:defRPr>
            </a:lvl4pPr>
            <a:lvl5pPr lvl="4" rtl="0" algn="ctr">
              <a:spcBef>
                <a:spcPts val="0"/>
              </a:spcBef>
              <a:spcAft>
                <a:spcPts val="0"/>
              </a:spcAft>
              <a:buClr>
                <a:schemeClr val="lt2"/>
              </a:buClr>
              <a:buSzPts val="6000"/>
              <a:buNone/>
              <a:defRPr sz="6000">
                <a:solidFill>
                  <a:schemeClr val="lt2"/>
                </a:solidFill>
              </a:defRPr>
            </a:lvl5pPr>
            <a:lvl6pPr lvl="5" rtl="0" algn="ctr">
              <a:spcBef>
                <a:spcPts val="0"/>
              </a:spcBef>
              <a:spcAft>
                <a:spcPts val="0"/>
              </a:spcAft>
              <a:buClr>
                <a:schemeClr val="lt2"/>
              </a:buClr>
              <a:buSzPts val="6000"/>
              <a:buNone/>
              <a:defRPr sz="6000">
                <a:solidFill>
                  <a:schemeClr val="lt2"/>
                </a:solidFill>
              </a:defRPr>
            </a:lvl6pPr>
            <a:lvl7pPr lvl="6" rtl="0" algn="ctr">
              <a:spcBef>
                <a:spcPts val="0"/>
              </a:spcBef>
              <a:spcAft>
                <a:spcPts val="0"/>
              </a:spcAft>
              <a:buClr>
                <a:schemeClr val="lt2"/>
              </a:buClr>
              <a:buSzPts val="6000"/>
              <a:buNone/>
              <a:defRPr sz="6000">
                <a:solidFill>
                  <a:schemeClr val="lt2"/>
                </a:solidFill>
              </a:defRPr>
            </a:lvl7pPr>
            <a:lvl8pPr lvl="7" rtl="0" algn="ctr">
              <a:spcBef>
                <a:spcPts val="0"/>
              </a:spcBef>
              <a:spcAft>
                <a:spcPts val="0"/>
              </a:spcAft>
              <a:buClr>
                <a:schemeClr val="lt2"/>
              </a:buClr>
              <a:buSzPts val="6000"/>
              <a:buNone/>
              <a:defRPr sz="6000">
                <a:solidFill>
                  <a:schemeClr val="lt2"/>
                </a:solidFill>
              </a:defRPr>
            </a:lvl8pPr>
            <a:lvl9pPr lvl="8" rtl="0" algn="ctr">
              <a:spcBef>
                <a:spcPts val="0"/>
              </a:spcBef>
              <a:spcAft>
                <a:spcPts val="0"/>
              </a:spcAft>
              <a:buClr>
                <a:schemeClr val="lt2"/>
              </a:buClr>
              <a:buSzPts val="6000"/>
              <a:buNone/>
              <a:defRPr sz="6000">
                <a:solidFill>
                  <a:schemeClr val="lt2"/>
                </a:solidFill>
              </a:defRPr>
            </a:lvl9pPr>
          </a:lstStyle>
          <a:p>
            <a:r>
              <a:t>xx%</a:t>
            </a:r>
          </a:p>
        </p:txBody>
      </p:sp>
      <p:sp>
        <p:nvSpPr>
          <p:cNvPr id="2476" name="Google Shape;2476;p31"/>
          <p:cNvSpPr txBox="1"/>
          <p:nvPr>
            <p:ph idx="1" type="subTitle"/>
          </p:nvPr>
        </p:nvSpPr>
        <p:spPr>
          <a:xfrm>
            <a:off x="1299275" y="3740188"/>
            <a:ext cx="4080900" cy="39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477" name="Google Shape;2477;p31"/>
          <p:cNvGrpSpPr/>
          <p:nvPr/>
        </p:nvGrpSpPr>
        <p:grpSpPr>
          <a:xfrm>
            <a:off x="8536400" y="2315025"/>
            <a:ext cx="513300" cy="513300"/>
            <a:chOff x="8536400" y="2315025"/>
            <a:chExt cx="513300" cy="513300"/>
          </a:xfrm>
        </p:grpSpPr>
        <p:sp>
          <p:nvSpPr>
            <p:cNvPr id="2478" name="Google Shape;2478;p31"/>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9" name="Google Shape;2479;p31"/>
            <p:cNvGrpSpPr/>
            <p:nvPr/>
          </p:nvGrpSpPr>
          <p:grpSpPr>
            <a:xfrm>
              <a:off x="8615811" y="2393370"/>
              <a:ext cx="354612" cy="356676"/>
              <a:chOff x="222275" y="1270743"/>
              <a:chExt cx="309300" cy="311100"/>
            </a:xfrm>
          </p:grpSpPr>
          <p:sp>
            <p:nvSpPr>
              <p:cNvPr id="2480" name="Google Shape;2480;p31"/>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1"/>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82" name="Google Shape;2482;p31"/>
          <p:cNvGrpSpPr/>
          <p:nvPr/>
        </p:nvGrpSpPr>
        <p:grpSpPr>
          <a:xfrm>
            <a:off x="132508" y="2315025"/>
            <a:ext cx="513300" cy="513300"/>
            <a:chOff x="8536400" y="2315025"/>
            <a:chExt cx="513300" cy="513300"/>
          </a:xfrm>
        </p:grpSpPr>
        <p:sp>
          <p:nvSpPr>
            <p:cNvPr id="2483" name="Google Shape;2483;p31"/>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4" name="Google Shape;2484;p31"/>
            <p:cNvGrpSpPr/>
            <p:nvPr/>
          </p:nvGrpSpPr>
          <p:grpSpPr>
            <a:xfrm>
              <a:off x="8615811" y="2393370"/>
              <a:ext cx="354612" cy="356676"/>
              <a:chOff x="222275" y="1270743"/>
              <a:chExt cx="309300" cy="311100"/>
            </a:xfrm>
          </p:grpSpPr>
          <p:sp>
            <p:nvSpPr>
              <p:cNvPr id="2485" name="Google Shape;2485;p31"/>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1"/>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487" name="Shape 2487"/>
        <p:cNvGrpSpPr/>
        <p:nvPr/>
      </p:nvGrpSpPr>
      <p:grpSpPr>
        <a:xfrm>
          <a:off x="0" y="0"/>
          <a:ext cx="0" cy="0"/>
          <a:chOff x="0" y="0"/>
          <a:chExt cx="0" cy="0"/>
        </a:xfrm>
      </p:grpSpPr>
      <p:grpSp>
        <p:nvGrpSpPr>
          <p:cNvPr id="2488" name="Google Shape;2488;p32"/>
          <p:cNvGrpSpPr/>
          <p:nvPr/>
        </p:nvGrpSpPr>
        <p:grpSpPr>
          <a:xfrm>
            <a:off x="189696" y="184100"/>
            <a:ext cx="8792995" cy="4817325"/>
            <a:chOff x="-9" y="105624"/>
            <a:chExt cx="9144129" cy="5040625"/>
          </a:xfrm>
        </p:grpSpPr>
        <p:sp>
          <p:nvSpPr>
            <p:cNvPr id="2489" name="Google Shape;2489;p32"/>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2"/>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2"/>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2"/>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2"/>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2"/>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2"/>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2"/>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2"/>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2"/>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2"/>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2"/>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2"/>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2"/>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2"/>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2"/>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2"/>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2"/>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2"/>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2"/>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2"/>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2"/>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2"/>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2"/>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2"/>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2"/>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2"/>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2"/>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32"/>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32"/>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32"/>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2"/>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2"/>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2"/>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2"/>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2"/>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2"/>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2"/>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2"/>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2"/>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32"/>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32"/>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32"/>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2"/>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2"/>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2"/>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2"/>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2"/>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2"/>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2"/>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2"/>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2"/>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2"/>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2"/>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2"/>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2"/>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2"/>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2"/>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2"/>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2"/>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2"/>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2"/>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2"/>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32"/>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32"/>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2"/>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2"/>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2"/>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2"/>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2"/>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2"/>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2"/>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32"/>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2"/>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32"/>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2"/>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2"/>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2"/>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2"/>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2"/>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2"/>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2"/>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2"/>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2"/>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2"/>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2"/>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2"/>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2"/>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2"/>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32"/>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32"/>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32"/>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32"/>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2"/>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32"/>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32"/>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2"/>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2"/>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2"/>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2"/>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32"/>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32"/>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32"/>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2"/>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2"/>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2"/>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2"/>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2"/>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2"/>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2"/>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2"/>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2"/>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2"/>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2"/>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2"/>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2"/>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2"/>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2"/>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2"/>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2"/>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2"/>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2"/>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2"/>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2"/>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2"/>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2"/>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2"/>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2"/>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2"/>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2"/>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2"/>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2"/>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2"/>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2"/>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2"/>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2"/>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2"/>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2"/>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2"/>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2"/>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2"/>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2"/>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2"/>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2"/>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2"/>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2"/>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2"/>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2"/>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2"/>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2"/>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2"/>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2"/>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2"/>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2"/>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2"/>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2"/>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2"/>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2"/>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2"/>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32"/>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2"/>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2"/>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2"/>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2"/>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2"/>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2"/>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32"/>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32"/>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32"/>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32"/>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32"/>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2"/>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32"/>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32"/>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32"/>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32"/>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32"/>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32"/>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32"/>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32"/>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32"/>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32"/>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32"/>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32"/>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32"/>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32"/>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32"/>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32"/>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32"/>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32"/>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32"/>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32"/>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32"/>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32"/>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32"/>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32"/>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32"/>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32"/>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7" name="Google Shape;2687;p32"/>
          <p:cNvGrpSpPr/>
          <p:nvPr/>
        </p:nvGrpSpPr>
        <p:grpSpPr>
          <a:xfrm>
            <a:off x="77519" y="76775"/>
            <a:ext cx="8988316" cy="4989522"/>
            <a:chOff x="836356" y="408591"/>
            <a:chExt cx="7693500" cy="4326300"/>
          </a:xfrm>
        </p:grpSpPr>
        <p:sp>
          <p:nvSpPr>
            <p:cNvPr id="2688" name="Google Shape;2688;p32"/>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2"/>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0" name="Google Shape;2690;p3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691" name="Google Shape;2691;p32"/>
          <p:cNvSpPr txBox="1"/>
          <p:nvPr>
            <p:ph idx="2" type="title"/>
          </p:nvPr>
        </p:nvSpPr>
        <p:spPr>
          <a:xfrm>
            <a:off x="720000" y="2511775"/>
            <a:ext cx="2336400" cy="2880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692" name="Google Shape;2692;p32"/>
          <p:cNvSpPr txBox="1"/>
          <p:nvPr>
            <p:ph idx="1" type="subTitle"/>
          </p:nvPr>
        </p:nvSpPr>
        <p:spPr>
          <a:xfrm>
            <a:off x="720000" y="2868815"/>
            <a:ext cx="2336400" cy="6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693" name="Google Shape;2693;p32"/>
          <p:cNvSpPr txBox="1"/>
          <p:nvPr>
            <p:ph idx="3" type="title"/>
          </p:nvPr>
        </p:nvSpPr>
        <p:spPr>
          <a:xfrm>
            <a:off x="3403800" y="2511775"/>
            <a:ext cx="2336400" cy="2880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694" name="Google Shape;2694;p32"/>
          <p:cNvSpPr txBox="1"/>
          <p:nvPr>
            <p:ph idx="4" type="subTitle"/>
          </p:nvPr>
        </p:nvSpPr>
        <p:spPr>
          <a:xfrm>
            <a:off x="3403800" y="2868815"/>
            <a:ext cx="2336400" cy="6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695" name="Google Shape;2695;p32"/>
          <p:cNvSpPr txBox="1"/>
          <p:nvPr>
            <p:ph idx="5" type="title"/>
          </p:nvPr>
        </p:nvSpPr>
        <p:spPr>
          <a:xfrm>
            <a:off x="6067975" y="2511775"/>
            <a:ext cx="2336400" cy="2880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696" name="Google Shape;2696;p32"/>
          <p:cNvSpPr txBox="1"/>
          <p:nvPr>
            <p:ph idx="6" type="subTitle"/>
          </p:nvPr>
        </p:nvSpPr>
        <p:spPr>
          <a:xfrm>
            <a:off x="6067975" y="2868815"/>
            <a:ext cx="2336400" cy="671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grpSp>
        <p:nvGrpSpPr>
          <p:cNvPr id="2697" name="Google Shape;2697;p32"/>
          <p:cNvGrpSpPr/>
          <p:nvPr/>
        </p:nvGrpSpPr>
        <p:grpSpPr>
          <a:xfrm>
            <a:off x="5681633" y="1235748"/>
            <a:ext cx="259159" cy="272180"/>
            <a:chOff x="4685992" y="1362548"/>
            <a:chExt cx="720886" cy="757106"/>
          </a:xfrm>
        </p:grpSpPr>
        <p:sp>
          <p:nvSpPr>
            <p:cNvPr id="2698" name="Google Shape;2698;p32"/>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32"/>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32"/>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32"/>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32"/>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32"/>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32"/>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32"/>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32"/>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32"/>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32"/>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32"/>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32"/>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32"/>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32"/>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32"/>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32"/>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32"/>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32"/>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32"/>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32"/>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32"/>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32"/>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32"/>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32"/>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3" name="Google Shape;2723;p32"/>
          <p:cNvGrpSpPr/>
          <p:nvPr/>
        </p:nvGrpSpPr>
        <p:grpSpPr>
          <a:xfrm rot="2700000">
            <a:off x="903683" y="1261735"/>
            <a:ext cx="124930" cy="124095"/>
            <a:chOff x="4891103" y="1571383"/>
            <a:chExt cx="347518" cy="345195"/>
          </a:xfrm>
        </p:grpSpPr>
        <p:sp>
          <p:nvSpPr>
            <p:cNvPr id="2724" name="Google Shape;2724;p32"/>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32"/>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32"/>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32"/>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32"/>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32"/>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32"/>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32"/>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32"/>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32"/>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32"/>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32"/>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32"/>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7" name="Google Shape;2737;p32"/>
          <p:cNvGrpSpPr/>
          <p:nvPr/>
        </p:nvGrpSpPr>
        <p:grpSpPr>
          <a:xfrm>
            <a:off x="300032" y="3904812"/>
            <a:ext cx="578068" cy="632247"/>
            <a:chOff x="1129378" y="3247948"/>
            <a:chExt cx="928026" cy="1014516"/>
          </a:xfrm>
        </p:grpSpPr>
        <p:sp>
          <p:nvSpPr>
            <p:cNvPr id="2738" name="Google Shape;2738;p32"/>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32"/>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32"/>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32"/>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32"/>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32"/>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32"/>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32"/>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32"/>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32"/>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32"/>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32"/>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32"/>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32"/>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32"/>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32"/>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32"/>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5" name="Google Shape;2755;p32"/>
          <p:cNvGrpSpPr/>
          <p:nvPr/>
        </p:nvGrpSpPr>
        <p:grpSpPr>
          <a:xfrm>
            <a:off x="8545805" y="4113726"/>
            <a:ext cx="387080" cy="423358"/>
            <a:chOff x="1129378" y="3247948"/>
            <a:chExt cx="928026" cy="1014516"/>
          </a:xfrm>
        </p:grpSpPr>
        <p:sp>
          <p:nvSpPr>
            <p:cNvPr id="2756" name="Google Shape;2756;p32"/>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32"/>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32"/>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32"/>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32"/>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32"/>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32"/>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32"/>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32"/>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32"/>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32"/>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32"/>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32"/>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32"/>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32"/>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32"/>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32"/>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3" name="Google Shape;2773;p32"/>
          <p:cNvGrpSpPr/>
          <p:nvPr/>
        </p:nvGrpSpPr>
        <p:grpSpPr>
          <a:xfrm>
            <a:off x="8232243" y="1310957"/>
            <a:ext cx="387080" cy="448243"/>
            <a:chOff x="7858018" y="1295107"/>
            <a:chExt cx="387080" cy="448243"/>
          </a:xfrm>
        </p:grpSpPr>
        <p:sp>
          <p:nvSpPr>
            <p:cNvPr id="2774" name="Google Shape;2774;p32"/>
            <p:cNvSpPr/>
            <p:nvPr/>
          </p:nvSpPr>
          <p:spPr>
            <a:xfrm>
              <a:off x="8116068" y="129510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5" name="Google Shape;2775;p32"/>
            <p:cNvGrpSpPr/>
            <p:nvPr/>
          </p:nvGrpSpPr>
          <p:grpSpPr>
            <a:xfrm>
              <a:off x="7858018" y="1481557"/>
              <a:ext cx="387080" cy="261793"/>
              <a:chOff x="7858018" y="1481557"/>
              <a:chExt cx="387080" cy="261793"/>
            </a:xfrm>
          </p:grpSpPr>
          <p:sp>
            <p:nvSpPr>
              <p:cNvPr id="2776" name="Google Shape;2776;p32"/>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32"/>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32"/>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32"/>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32"/>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781" name="Shape 2781"/>
        <p:cNvGrpSpPr/>
        <p:nvPr/>
      </p:nvGrpSpPr>
      <p:grpSpPr>
        <a:xfrm>
          <a:off x="0" y="0"/>
          <a:ext cx="0" cy="0"/>
          <a:chOff x="0" y="0"/>
          <a:chExt cx="0" cy="0"/>
        </a:xfrm>
      </p:grpSpPr>
      <p:grpSp>
        <p:nvGrpSpPr>
          <p:cNvPr id="2782" name="Google Shape;2782;p33"/>
          <p:cNvGrpSpPr/>
          <p:nvPr/>
        </p:nvGrpSpPr>
        <p:grpSpPr>
          <a:xfrm>
            <a:off x="876441" y="486692"/>
            <a:ext cx="7404908" cy="4167438"/>
            <a:chOff x="0" y="-7"/>
            <a:chExt cx="9144120" cy="5146256"/>
          </a:xfrm>
        </p:grpSpPr>
        <p:sp>
          <p:nvSpPr>
            <p:cNvPr id="2783" name="Google Shape;2783;p33"/>
            <p:cNvSpPr/>
            <p:nvPr/>
          </p:nvSpPr>
          <p:spPr>
            <a:xfrm>
              <a:off x="0" y="9"/>
              <a:ext cx="9144068" cy="4668675"/>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33"/>
            <p:cNvSpPr/>
            <p:nvPr/>
          </p:nvSpPr>
          <p:spPr>
            <a:xfrm>
              <a:off x="15" y="-7"/>
              <a:ext cx="9144068" cy="186063"/>
            </a:xfrm>
            <a:custGeom>
              <a:rect b="b" l="l" r="r" t="t"/>
              <a:pathLst>
                <a:path extrusionOk="0" h="4921" w="161449">
                  <a:moveTo>
                    <a:pt x="0" y="1"/>
                  </a:moveTo>
                  <a:lnTo>
                    <a:pt x="0" y="4920"/>
                  </a:lnTo>
                  <a:lnTo>
                    <a:pt x="161449" y="4920"/>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33"/>
            <p:cNvSpPr/>
            <p:nvPr/>
          </p:nvSpPr>
          <p:spPr>
            <a:xfrm>
              <a:off x="15" y="207830"/>
              <a:ext cx="9144068" cy="96453"/>
            </a:xfrm>
            <a:custGeom>
              <a:rect b="b" l="l" r="r" t="t"/>
              <a:pathLst>
                <a:path extrusionOk="0" h="2551" w="161449">
                  <a:moveTo>
                    <a:pt x="0" y="0"/>
                  </a:moveTo>
                  <a:lnTo>
                    <a:pt x="0" y="2550"/>
                  </a:lnTo>
                  <a:lnTo>
                    <a:pt x="161449" y="2550"/>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33"/>
            <p:cNvSpPr/>
            <p:nvPr/>
          </p:nvSpPr>
          <p:spPr>
            <a:xfrm>
              <a:off x="15" y="330596"/>
              <a:ext cx="9144068" cy="74145"/>
            </a:xfrm>
            <a:custGeom>
              <a:rect b="b" l="l" r="r" t="t"/>
              <a:pathLst>
                <a:path extrusionOk="0" h="1961" w="161449">
                  <a:moveTo>
                    <a:pt x="0" y="1"/>
                  </a:moveTo>
                  <a:lnTo>
                    <a:pt x="0" y="1961"/>
                  </a:lnTo>
                  <a:lnTo>
                    <a:pt x="161449" y="1961"/>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33"/>
            <p:cNvSpPr/>
            <p:nvPr/>
          </p:nvSpPr>
          <p:spPr>
            <a:xfrm>
              <a:off x="15" y="436990"/>
              <a:ext cx="9144068" cy="51875"/>
            </a:xfrm>
            <a:custGeom>
              <a:rect b="b" l="l" r="r" t="t"/>
              <a:pathLst>
                <a:path extrusionOk="0" h="1372" w="161449">
                  <a:moveTo>
                    <a:pt x="0" y="1"/>
                  </a:moveTo>
                  <a:lnTo>
                    <a:pt x="0" y="1372"/>
                  </a:lnTo>
                  <a:lnTo>
                    <a:pt x="161449" y="1372"/>
                  </a:lnTo>
                  <a:lnTo>
                    <a:pt x="1614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33"/>
            <p:cNvSpPr/>
            <p:nvPr/>
          </p:nvSpPr>
          <p:spPr>
            <a:xfrm>
              <a:off x="15" y="522023"/>
              <a:ext cx="9144068" cy="29605"/>
            </a:xfrm>
            <a:custGeom>
              <a:rect b="b" l="l" r="r" t="t"/>
              <a:pathLst>
                <a:path extrusionOk="0" h="783" w="161449">
                  <a:moveTo>
                    <a:pt x="0" y="0"/>
                  </a:moveTo>
                  <a:lnTo>
                    <a:pt x="0" y="783"/>
                  </a:lnTo>
                  <a:lnTo>
                    <a:pt x="161449" y="783"/>
                  </a:lnTo>
                  <a:lnTo>
                    <a:pt x="1614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33"/>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33"/>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33"/>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33"/>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33"/>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33"/>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33"/>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33"/>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33"/>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33"/>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33"/>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33"/>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33"/>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33"/>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33"/>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33"/>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33"/>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33"/>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33"/>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33"/>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33"/>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33"/>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33"/>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33"/>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33"/>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33"/>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33"/>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33"/>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33"/>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33"/>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33"/>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33"/>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33"/>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33"/>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33"/>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33"/>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33"/>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33"/>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33"/>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33"/>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33"/>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33"/>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33"/>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33"/>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33"/>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33"/>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33"/>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33"/>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33"/>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33"/>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33"/>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33"/>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33"/>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33"/>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33"/>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33"/>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33"/>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33"/>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33"/>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33"/>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33"/>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33"/>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33"/>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33"/>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33"/>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33"/>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33"/>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33"/>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33"/>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33"/>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33"/>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33"/>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33"/>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33"/>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33"/>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33"/>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33"/>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33"/>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33"/>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33"/>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33"/>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33"/>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33"/>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33"/>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33"/>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33"/>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33"/>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33"/>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33"/>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33"/>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33"/>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33"/>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33"/>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33"/>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33"/>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33"/>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33"/>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33"/>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33"/>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33"/>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33"/>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33"/>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33"/>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33"/>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33"/>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33"/>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33"/>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33"/>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33"/>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33"/>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33"/>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33"/>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33"/>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33"/>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33"/>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33"/>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33"/>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33"/>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33"/>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33"/>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33"/>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33"/>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33"/>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33"/>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33"/>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33"/>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33"/>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33"/>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33"/>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33"/>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33"/>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33"/>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33"/>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33"/>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33"/>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33"/>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33"/>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33"/>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33"/>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33"/>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33"/>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33"/>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33"/>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33"/>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33"/>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33"/>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33"/>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33"/>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33"/>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33"/>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33"/>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33"/>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33"/>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33"/>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33"/>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33"/>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33"/>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33"/>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33"/>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33"/>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33"/>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33"/>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33"/>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33"/>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33"/>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33"/>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33"/>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33"/>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33"/>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33"/>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33"/>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33"/>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33"/>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33"/>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33"/>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33"/>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33"/>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33"/>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33"/>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33"/>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33"/>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33"/>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33"/>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33"/>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33"/>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33"/>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33"/>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33"/>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33"/>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33"/>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33"/>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33"/>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33"/>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33"/>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33"/>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33"/>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33"/>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6" name="Google Shape;2986;p33"/>
          <p:cNvGrpSpPr/>
          <p:nvPr/>
        </p:nvGrpSpPr>
        <p:grpSpPr>
          <a:xfrm>
            <a:off x="790266" y="425938"/>
            <a:ext cx="7563480" cy="4291690"/>
            <a:chOff x="836356" y="408591"/>
            <a:chExt cx="7693500" cy="4326300"/>
          </a:xfrm>
        </p:grpSpPr>
        <p:sp>
          <p:nvSpPr>
            <p:cNvPr id="2987" name="Google Shape;2987;p33"/>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33"/>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9" name="Google Shape;2989;p33"/>
          <p:cNvSpPr txBox="1"/>
          <p:nvPr>
            <p:ph type="ctrTitle"/>
          </p:nvPr>
        </p:nvSpPr>
        <p:spPr>
          <a:xfrm>
            <a:off x="1974300" y="934183"/>
            <a:ext cx="5195400" cy="99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990" name="Google Shape;2990;p33"/>
          <p:cNvSpPr txBox="1"/>
          <p:nvPr>
            <p:ph idx="1" type="subTitle"/>
          </p:nvPr>
        </p:nvSpPr>
        <p:spPr>
          <a:xfrm>
            <a:off x="3249325" y="1815408"/>
            <a:ext cx="2645400" cy="74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991" name="Google Shape;2991;p33"/>
          <p:cNvSpPr txBox="1"/>
          <p:nvPr/>
        </p:nvSpPr>
        <p:spPr>
          <a:xfrm>
            <a:off x="1765350" y="3424441"/>
            <a:ext cx="5613300" cy="61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00">
                <a:solidFill>
                  <a:schemeClr val="dk1"/>
                </a:solidFill>
                <a:latin typeface="Quicksand Medium"/>
                <a:ea typeface="Quicksand Medium"/>
                <a:cs typeface="Quicksand Medium"/>
                <a:sym typeface="Quicksand Medium"/>
              </a:rPr>
              <a:t>CREDITS: This presentation template was created by </a:t>
            </a:r>
            <a:r>
              <a:rPr b="1" lang="en" sz="1200">
                <a:solidFill>
                  <a:schemeClr val="dk1"/>
                </a:solidFill>
                <a:uFill>
                  <a:noFill/>
                </a:uFill>
                <a:latin typeface="Quicksand"/>
                <a:ea typeface="Quicksand"/>
                <a:cs typeface="Quicksand"/>
                <a:sym typeface="Quicksand"/>
                <a:hlinkClick r:id="rId2">
                  <a:extLst>
                    <a:ext uri="{A12FA001-AC4F-418D-AE19-62706E023703}">
                      <ahyp:hlinkClr val="tx"/>
                    </a:ext>
                  </a:extLst>
                </a:hlinkClick>
              </a:rPr>
              <a:t>Slidesgo</a:t>
            </a:r>
            <a:r>
              <a:rPr lang="en" sz="1200">
                <a:solidFill>
                  <a:schemeClr val="dk1"/>
                </a:solidFill>
                <a:latin typeface="Quicksand Medium"/>
                <a:ea typeface="Quicksand Medium"/>
                <a:cs typeface="Quicksand Medium"/>
                <a:sym typeface="Quicksand Medium"/>
              </a:rPr>
              <a:t>, including icons by </a:t>
            </a:r>
            <a:r>
              <a:rPr b="1" lang="en" sz="1200">
                <a:solidFill>
                  <a:schemeClr val="dk1"/>
                </a:solidFill>
                <a:uFill>
                  <a:noFill/>
                </a:uFill>
                <a:latin typeface="Quicksand"/>
                <a:ea typeface="Quicksand"/>
                <a:cs typeface="Quicksand"/>
                <a:sym typeface="Quicksand"/>
                <a:hlinkClick r:id="rId3">
                  <a:extLst>
                    <a:ext uri="{A12FA001-AC4F-418D-AE19-62706E023703}">
                      <ahyp:hlinkClr val="tx"/>
                    </a:ext>
                  </a:extLst>
                </a:hlinkClick>
              </a:rPr>
              <a:t>Flaticon</a:t>
            </a:r>
            <a:r>
              <a:rPr lang="en" sz="1200">
                <a:solidFill>
                  <a:schemeClr val="dk1"/>
                </a:solidFill>
                <a:latin typeface="Quicksand Medium"/>
                <a:ea typeface="Quicksand Medium"/>
                <a:cs typeface="Quicksand Medium"/>
                <a:sym typeface="Quicksand Medium"/>
              </a:rPr>
              <a:t> and infographics &amp; images by </a:t>
            </a:r>
            <a:r>
              <a:rPr b="1" lang="en" sz="1200">
                <a:solidFill>
                  <a:schemeClr val="dk1"/>
                </a:solidFill>
                <a:uFill>
                  <a:noFill/>
                </a:uFill>
                <a:latin typeface="Quicksand"/>
                <a:ea typeface="Quicksand"/>
                <a:cs typeface="Quicksand"/>
                <a:sym typeface="Quicksand"/>
                <a:hlinkClick r:id="rId4">
                  <a:extLst>
                    <a:ext uri="{A12FA001-AC4F-418D-AE19-62706E023703}">
                      <ahyp:hlinkClr val="tx"/>
                    </a:ext>
                  </a:extLst>
                </a:hlinkClick>
              </a:rPr>
              <a:t>Freepik</a:t>
            </a:r>
            <a:endParaRPr b="1" sz="1200">
              <a:solidFill>
                <a:schemeClr val="dk1"/>
              </a:solidFill>
              <a:latin typeface="Quicksand"/>
              <a:ea typeface="Quicksand"/>
              <a:cs typeface="Quicksand"/>
              <a:sym typeface="Quicksand"/>
            </a:endParaRPr>
          </a:p>
        </p:txBody>
      </p:sp>
      <p:grpSp>
        <p:nvGrpSpPr>
          <p:cNvPr id="2992" name="Google Shape;2992;p33"/>
          <p:cNvGrpSpPr/>
          <p:nvPr/>
        </p:nvGrpSpPr>
        <p:grpSpPr>
          <a:xfrm>
            <a:off x="8536400" y="2315025"/>
            <a:ext cx="513300" cy="513300"/>
            <a:chOff x="8536400" y="2315025"/>
            <a:chExt cx="513300" cy="513300"/>
          </a:xfrm>
        </p:grpSpPr>
        <p:sp>
          <p:nvSpPr>
            <p:cNvPr id="2993" name="Google Shape;2993;p33"/>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4" name="Google Shape;2994;p33"/>
            <p:cNvGrpSpPr/>
            <p:nvPr/>
          </p:nvGrpSpPr>
          <p:grpSpPr>
            <a:xfrm>
              <a:off x="8615811" y="2393370"/>
              <a:ext cx="354612" cy="356676"/>
              <a:chOff x="222275" y="1270743"/>
              <a:chExt cx="309300" cy="311100"/>
            </a:xfrm>
          </p:grpSpPr>
          <p:sp>
            <p:nvSpPr>
              <p:cNvPr id="2995" name="Google Shape;2995;p33"/>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33"/>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97" name="Google Shape;2997;p33"/>
          <p:cNvGrpSpPr/>
          <p:nvPr/>
        </p:nvGrpSpPr>
        <p:grpSpPr>
          <a:xfrm>
            <a:off x="132508" y="2315025"/>
            <a:ext cx="513300" cy="513300"/>
            <a:chOff x="8536400" y="2315025"/>
            <a:chExt cx="513300" cy="513300"/>
          </a:xfrm>
        </p:grpSpPr>
        <p:sp>
          <p:nvSpPr>
            <p:cNvPr id="2998" name="Google Shape;2998;p33"/>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9" name="Google Shape;2999;p33"/>
            <p:cNvGrpSpPr/>
            <p:nvPr/>
          </p:nvGrpSpPr>
          <p:grpSpPr>
            <a:xfrm>
              <a:off x="8615811" y="2393370"/>
              <a:ext cx="354612" cy="356676"/>
              <a:chOff x="222275" y="1270743"/>
              <a:chExt cx="309300" cy="311100"/>
            </a:xfrm>
          </p:grpSpPr>
          <p:sp>
            <p:nvSpPr>
              <p:cNvPr id="3000" name="Google Shape;3000;p33"/>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33"/>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002" name="Shape 3002"/>
        <p:cNvGrpSpPr/>
        <p:nvPr/>
      </p:nvGrpSpPr>
      <p:grpSpPr>
        <a:xfrm>
          <a:off x="0" y="0"/>
          <a:ext cx="0" cy="0"/>
          <a:chOff x="0" y="0"/>
          <a:chExt cx="0" cy="0"/>
        </a:xfrm>
      </p:grpSpPr>
      <p:grpSp>
        <p:nvGrpSpPr>
          <p:cNvPr id="3003" name="Google Shape;3003;p34"/>
          <p:cNvGrpSpPr/>
          <p:nvPr/>
        </p:nvGrpSpPr>
        <p:grpSpPr>
          <a:xfrm>
            <a:off x="189696" y="184100"/>
            <a:ext cx="8792995" cy="4817325"/>
            <a:chOff x="-9" y="105624"/>
            <a:chExt cx="9144129" cy="5040625"/>
          </a:xfrm>
        </p:grpSpPr>
        <p:sp>
          <p:nvSpPr>
            <p:cNvPr id="3004" name="Google Shape;3004;p34"/>
            <p:cNvSpPr/>
            <p:nvPr/>
          </p:nvSpPr>
          <p:spPr>
            <a:xfrm>
              <a:off x="-9" y="105624"/>
              <a:ext cx="9144068" cy="4563100"/>
            </a:xfrm>
            <a:custGeom>
              <a:rect b="b" l="l" r="r" t="t"/>
              <a:pathLst>
                <a:path extrusionOk="0" h="90817" w="161449">
                  <a:moveTo>
                    <a:pt x="0" y="1"/>
                  </a:moveTo>
                  <a:lnTo>
                    <a:pt x="0" y="90816"/>
                  </a:lnTo>
                  <a:lnTo>
                    <a:pt x="161449" y="90816"/>
                  </a:lnTo>
                  <a:lnTo>
                    <a:pt x="1614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34"/>
            <p:cNvSpPr/>
            <p:nvPr/>
          </p:nvSpPr>
          <p:spPr>
            <a:xfrm>
              <a:off x="60" y="4668687"/>
              <a:ext cx="9144059" cy="52512"/>
            </a:xfrm>
            <a:custGeom>
              <a:rect b="b" l="l" r="r" t="t"/>
              <a:pathLst>
                <a:path extrusionOk="0" h="927" w="29190">
                  <a:moveTo>
                    <a:pt x="0" y="1"/>
                  </a:moveTo>
                  <a:lnTo>
                    <a:pt x="0" y="927"/>
                  </a:lnTo>
                  <a:lnTo>
                    <a:pt x="29190" y="927"/>
                  </a:lnTo>
                  <a:lnTo>
                    <a:pt x="291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34"/>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34"/>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34"/>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34"/>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34"/>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34"/>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34"/>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34"/>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34"/>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34"/>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34"/>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34"/>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34"/>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34"/>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34"/>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34"/>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34"/>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34"/>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34"/>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34"/>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34"/>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34"/>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34"/>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34"/>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34"/>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34"/>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34"/>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34"/>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34"/>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34"/>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34"/>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34"/>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34"/>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34"/>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34"/>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34"/>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34"/>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34"/>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34"/>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34"/>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34"/>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34"/>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34"/>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34"/>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34"/>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34"/>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34"/>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34"/>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34"/>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34"/>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34"/>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34"/>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34"/>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34"/>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34"/>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34"/>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34"/>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34"/>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34"/>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34"/>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34"/>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34"/>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34"/>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34"/>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34"/>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34"/>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34"/>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34"/>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34"/>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34"/>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34"/>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34"/>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34"/>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34"/>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34"/>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34"/>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34"/>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34"/>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34"/>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34"/>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34"/>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34"/>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34"/>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34"/>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34"/>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34"/>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34"/>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34"/>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34"/>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34"/>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34"/>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34"/>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34"/>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34"/>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34"/>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34"/>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34"/>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34"/>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34"/>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34"/>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34"/>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34"/>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34"/>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34"/>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34"/>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34"/>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34"/>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34"/>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34"/>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34"/>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34"/>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34"/>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34"/>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34"/>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34"/>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34"/>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34"/>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34"/>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34"/>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34"/>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34"/>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34"/>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34"/>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34"/>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34"/>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34"/>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34"/>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34"/>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34"/>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34"/>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34"/>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34"/>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34"/>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34"/>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34"/>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34"/>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34"/>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34"/>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34"/>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34"/>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34"/>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34"/>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34"/>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34"/>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34"/>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34"/>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34"/>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34"/>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34"/>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34"/>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34"/>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34"/>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34"/>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34"/>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34"/>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34"/>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34"/>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34"/>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34"/>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34"/>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34"/>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34"/>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34"/>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34"/>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34"/>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34"/>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34"/>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34"/>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34"/>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34"/>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34"/>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34"/>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34"/>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34"/>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34"/>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34"/>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34"/>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34"/>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34"/>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34"/>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34"/>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34"/>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34"/>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34"/>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34"/>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34"/>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34"/>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34"/>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34"/>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34"/>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34"/>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34"/>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34"/>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34"/>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34"/>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34"/>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2" name="Google Shape;3202;p34"/>
          <p:cNvGrpSpPr/>
          <p:nvPr/>
        </p:nvGrpSpPr>
        <p:grpSpPr>
          <a:xfrm>
            <a:off x="77519" y="76775"/>
            <a:ext cx="8988316" cy="4989522"/>
            <a:chOff x="836356" y="408591"/>
            <a:chExt cx="7693500" cy="4326300"/>
          </a:xfrm>
        </p:grpSpPr>
        <p:sp>
          <p:nvSpPr>
            <p:cNvPr id="3203" name="Google Shape;3203;p34"/>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34"/>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205" name="Shape 3205"/>
        <p:cNvGrpSpPr/>
        <p:nvPr/>
      </p:nvGrpSpPr>
      <p:grpSpPr>
        <a:xfrm>
          <a:off x="0" y="0"/>
          <a:ext cx="0" cy="0"/>
          <a:chOff x="0" y="0"/>
          <a:chExt cx="0" cy="0"/>
        </a:xfrm>
      </p:grpSpPr>
      <p:grpSp>
        <p:nvGrpSpPr>
          <p:cNvPr id="3206" name="Google Shape;3206;p35"/>
          <p:cNvGrpSpPr/>
          <p:nvPr/>
        </p:nvGrpSpPr>
        <p:grpSpPr>
          <a:xfrm>
            <a:off x="876441" y="486692"/>
            <a:ext cx="7404878" cy="4167438"/>
            <a:chOff x="0" y="-7"/>
            <a:chExt cx="9144083" cy="5146256"/>
          </a:xfrm>
        </p:grpSpPr>
        <p:sp>
          <p:nvSpPr>
            <p:cNvPr id="3207" name="Google Shape;3207;p35"/>
            <p:cNvSpPr/>
            <p:nvPr/>
          </p:nvSpPr>
          <p:spPr>
            <a:xfrm>
              <a:off x="0" y="9"/>
              <a:ext cx="9144068" cy="4668675"/>
            </a:xfrm>
            <a:custGeom>
              <a:rect b="b" l="l" r="r" t="t"/>
              <a:pathLst>
                <a:path extrusionOk="0" h="90817" w="161449">
                  <a:moveTo>
                    <a:pt x="0" y="1"/>
                  </a:moveTo>
                  <a:lnTo>
                    <a:pt x="0" y="90816"/>
                  </a:lnTo>
                  <a:lnTo>
                    <a:pt x="161449" y="90816"/>
                  </a:lnTo>
                  <a:lnTo>
                    <a:pt x="161449" y="1"/>
                  </a:lnTo>
                  <a:close/>
                </a:path>
              </a:pathLst>
            </a:custGeom>
            <a:solidFill>
              <a:srgbClr val="8FD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35"/>
            <p:cNvSpPr/>
            <p:nvPr/>
          </p:nvSpPr>
          <p:spPr>
            <a:xfrm>
              <a:off x="15" y="-7"/>
              <a:ext cx="9144068" cy="186063"/>
            </a:xfrm>
            <a:custGeom>
              <a:rect b="b" l="l" r="r" t="t"/>
              <a:pathLst>
                <a:path extrusionOk="0" h="4921" w="161449">
                  <a:moveTo>
                    <a:pt x="0" y="1"/>
                  </a:moveTo>
                  <a:lnTo>
                    <a:pt x="0" y="4920"/>
                  </a:lnTo>
                  <a:lnTo>
                    <a:pt x="161449" y="4920"/>
                  </a:lnTo>
                  <a:lnTo>
                    <a:pt x="161449" y="1"/>
                  </a:lnTo>
                  <a:close/>
                </a:path>
              </a:pathLst>
            </a:custGeom>
            <a:solidFill>
              <a:srgbClr val="5E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35"/>
            <p:cNvSpPr/>
            <p:nvPr/>
          </p:nvSpPr>
          <p:spPr>
            <a:xfrm>
              <a:off x="15" y="207830"/>
              <a:ext cx="9144068" cy="96453"/>
            </a:xfrm>
            <a:custGeom>
              <a:rect b="b" l="l" r="r" t="t"/>
              <a:pathLst>
                <a:path extrusionOk="0" h="2551" w="161449">
                  <a:moveTo>
                    <a:pt x="0" y="0"/>
                  </a:moveTo>
                  <a:lnTo>
                    <a:pt x="0" y="2550"/>
                  </a:lnTo>
                  <a:lnTo>
                    <a:pt x="161449" y="2550"/>
                  </a:lnTo>
                  <a:lnTo>
                    <a:pt x="161449" y="0"/>
                  </a:lnTo>
                  <a:close/>
                </a:path>
              </a:pathLst>
            </a:custGeom>
            <a:solidFill>
              <a:srgbClr val="5E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35"/>
            <p:cNvSpPr/>
            <p:nvPr/>
          </p:nvSpPr>
          <p:spPr>
            <a:xfrm>
              <a:off x="15" y="330596"/>
              <a:ext cx="9144068" cy="74145"/>
            </a:xfrm>
            <a:custGeom>
              <a:rect b="b" l="l" r="r" t="t"/>
              <a:pathLst>
                <a:path extrusionOk="0" h="1961" w="161449">
                  <a:moveTo>
                    <a:pt x="0" y="1"/>
                  </a:moveTo>
                  <a:lnTo>
                    <a:pt x="0" y="1961"/>
                  </a:lnTo>
                  <a:lnTo>
                    <a:pt x="161449" y="1961"/>
                  </a:lnTo>
                  <a:lnTo>
                    <a:pt x="161449" y="1"/>
                  </a:lnTo>
                  <a:close/>
                </a:path>
              </a:pathLst>
            </a:custGeom>
            <a:solidFill>
              <a:srgbClr val="5E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35"/>
            <p:cNvSpPr/>
            <p:nvPr/>
          </p:nvSpPr>
          <p:spPr>
            <a:xfrm>
              <a:off x="15" y="436990"/>
              <a:ext cx="9144068" cy="51875"/>
            </a:xfrm>
            <a:custGeom>
              <a:rect b="b" l="l" r="r" t="t"/>
              <a:pathLst>
                <a:path extrusionOk="0" h="1372" w="161449">
                  <a:moveTo>
                    <a:pt x="0" y="1"/>
                  </a:moveTo>
                  <a:lnTo>
                    <a:pt x="0" y="1372"/>
                  </a:lnTo>
                  <a:lnTo>
                    <a:pt x="161449" y="1372"/>
                  </a:lnTo>
                  <a:lnTo>
                    <a:pt x="161449" y="1"/>
                  </a:lnTo>
                  <a:close/>
                </a:path>
              </a:pathLst>
            </a:custGeom>
            <a:solidFill>
              <a:srgbClr val="5E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35"/>
            <p:cNvSpPr/>
            <p:nvPr/>
          </p:nvSpPr>
          <p:spPr>
            <a:xfrm>
              <a:off x="15" y="522023"/>
              <a:ext cx="9144068" cy="29605"/>
            </a:xfrm>
            <a:custGeom>
              <a:rect b="b" l="l" r="r" t="t"/>
              <a:pathLst>
                <a:path extrusionOk="0" h="783" w="161449">
                  <a:moveTo>
                    <a:pt x="0" y="0"/>
                  </a:moveTo>
                  <a:lnTo>
                    <a:pt x="0" y="783"/>
                  </a:lnTo>
                  <a:lnTo>
                    <a:pt x="161449" y="783"/>
                  </a:lnTo>
                  <a:lnTo>
                    <a:pt x="161449" y="0"/>
                  </a:lnTo>
                  <a:close/>
                </a:path>
              </a:pathLst>
            </a:custGeom>
            <a:solidFill>
              <a:srgbClr val="5E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35"/>
            <p:cNvSpPr/>
            <p:nvPr/>
          </p:nvSpPr>
          <p:spPr>
            <a:xfrm>
              <a:off x="0" y="4668682"/>
              <a:ext cx="1653249" cy="52503"/>
            </a:xfrm>
            <a:custGeom>
              <a:rect b="b" l="l" r="r" t="t"/>
              <a:pathLst>
                <a:path extrusionOk="0" h="927" w="29190">
                  <a:moveTo>
                    <a:pt x="0" y="1"/>
                  </a:moveTo>
                  <a:lnTo>
                    <a:pt x="0" y="927"/>
                  </a:lnTo>
                  <a:lnTo>
                    <a:pt x="29190" y="927"/>
                  </a:lnTo>
                  <a:lnTo>
                    <a:pt x="29190"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35"/>
            <p:cNvSpPr/>
            <p:nvPr/>
          </p:nvSpPr>
          <p:spPr>
            <a:xfrm>
              <a:off x="1653180" y="4668682"/>
              <a:ext cx="1652569" cy="52503"/>
            </a:xfrm>
            <a:custGeom>
              <a:rect b="b" l="l" r="r" t="t"/>
              <a:pathLst>
                <a:path extrusionOk="0" h="927" w="29178">
                  <a:moveTo>
                    <a:pt x="1" y="1"/>
                  </a:moveTo>
                  <a:lnTo>
                    <a:pt x="1" y="927"/>
                  </a:lnTo>
                  <a:lnTo>
                    <a:pt x="29178" y="927"/>
                  </a:lnTo>
                  <a:lnTo>
                    <a:pt x="29178"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35"/>
            <p:cNvSpPr/>
            <p:nvPr/>
          </p:nvSpPr>
          <p:spPr>
            <a:xfrm>
              <a:off x="3305680" y="4668682"/>
              <a:ext cx="1652626" cy="52503"/>
            </a:xfrm>
            <a:custGeom>
              <a:rect b="b" l="l" r="r" t="t"/>
              <a:pathLst>
                <a:path extrusionOk="0" h="927" w="29179">
                  <a:moveTo>
                    <a:pt x="1" y="1"/>
                  </a:moveTo>
                  <a:lnTo>
                    <a:pt x="1" y="927"/>
                  </a:lnTo>
                  <a:lnTo>
                    <a:pt x="29178" y="927"/>
                  </a:lnTo>
                  <a:lnTo>
                    <a:pt x="29178"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35"/>
            <p:cNvSpPr/>
            <p:nvPr/>
          </p:nvSpPr>
          <p:spPr>
            <a:xfrm>
              <a:off x="4958237" y="4668682"/>
              <a:ext cx="1652569" cy="52503"/>
            </a:xfrm>
            <a:custGeom>
              <a:rect b="b" l="l" r="r" t="t"/>
              <a:pathLst>
                <a:path extrusionOk="0" h="927" w="29178">
                  <a:moveTo>
                    <a:pt x="0" y="1"/>
                  </a:moveTo>
                  <a:lnTo>
                    <a:pt x="0" y="927"/>
                  </a:lnTo>
                  <a:lnTo>
                    <a:pt x="29177" y="927"/>
                  </a:lnTo>
                  <a:lnTo>
                    <a:pt x="29177"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35"/>
            <p:cNvSpPr/>
            <p:nvPr/>
          </p:nvSpPr>
          <p:spPr>
            <a:xfrm>
              <a:off x="6610737" y="4668682"/>
              <a:ext cx="1653249" cy="52503"/>
            </a:xfrm>
            <a:custGeom>
              <a:rect b="b" l="l" r="r" t="t"/>
              <a:pathLst>
                <a:path extrusionOk="0" h="927" w="29190">
                  <a:moveTo>
                    <a:pt x="0" y="1"/>
                  </a:moveTo>
                  <a:lnTo>
                    <a:pt x="0" y="927"/>
                  </a:lnTo>
                  <a:lnTo>
                    <a:pt x="29189" y="927"/>
                  </a:lnTo>
                  <a:lnTo>
                    <a:pt x="2918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35"/>
            <p:cNvSpPr/>
            <p:nvPr/>
          </p:nvSpPr>
          <p:spPr>
            <a:xfrm>
              <a:off x="1493067" y="4986812"/>
              <a:ext cx="106365" cy="53183"/>
            </a:xfrm>
            <a:custGeom>
              <a:rect b="b" l="l" r="r" t="t"/>
              <a:pathLst>
                <a:path extrusionOk="0" h="939" w="1878">
                  <a:moveTo>
                    <a:pt x="1" y="0"/>
                  </a:moveTo>
                  <a:lnTo>
                    <a:pt x="1" y="938"/>
                  </a:lnTo>
                  <a:lnTo>
                    <a:pt x="1877" y="938"/>
                  </a:lnTo>
                  <a:lnTo>
                    <a:pt x="1877"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35"/>
            <p:cNvSpPr/>
            <p:nvPr/>
          </p:nvSpPr>
          <p:spPr>
            <a:xfrm>
              <a:off x="1493067" y="4827379"/>
              <a:ext cx="53239" cy="53183"/>
            </a:xfrm>
            <a:custGeom>
              <a:rect b="b" l="l" r="r" t="t"/>
              <a:pathLst>
                <a:path extrusionOk="0" h="939" w="940">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35"/>
            <p:cNvSpPr/>
            <p:nvPr/>
          </p:nvSpPr>
          <p:spPr>
            <a:xfrm>
              <a:off x="1439318" y="4880505"/>
              <a:ext cx="53806" cy="53183"/>
            </a:xfrm>
            <a:custGeom>
              <a:rect b="b" l="l" r="r" t="t"/>
              <a:pathLst>
                <a:path extrusionOk="0" h="939" w="950">
                  <a:moveTo>
                    <a:pt x="0" y="1"/>
                  </a:moveTo>
                  <a:lnTo>
                    <a:pt x="0" y="939"/>
                  </a:lnTo>
                  <a:lnTo>
                    <a:pt x="950" y="939"/>
                  </a:lnTo>
                  <a:lnTo>
                    <a:pt x="950"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35"/>
            <p:cNvSpPr/>
            <p:nvPr/>
          </p:nvSpPr>
          <p:spPr>
            <a:xfrm>
              <a:off x="1386193" y="5093063"/>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35"/>
            <p:cNvSpPr/>
            <p:nvPr/>
          </p:nvSpPr>
          <p:spPr>
            <a:xfrm>
              <a:off x="1386193"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35"/>
            <p:cNvSpPr/>
            <p:nvPr/>
          </p:nvSpPr>
          <p:spPr>
            <a:xfrm>
              <a:off x="1333067" y="5039938"/>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35"/>
            <p:cNvSpPr/>
            <p:nvPr/>
          </p:nvSpPr>
          <p:spPr>
            <a:xfrm>
              <a:off x="1333067" y="4721128"/>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35"/>
            <p:cNvSpPr/>
            <p:nvPr/>
          </p:nvSpPr>
          <p:spPr>
            <a:xfrm>
              <a:off x="10667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35"/>
            <p:cNvSpPr/>
            <p:nvPr/>
          </p:nvSpPr>
          <p:spPr>
            <a:xfrm>
              <a:off x="1066703"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35"/>
            <p:cNvSpPr/>
            <p:nvPr/>
          </p:nvSpPr>
          <p:spPr>
            <a:xfrm>
              <a:off x="959772" y="4880505"/>
              <a:ext cx="53183" cy="106365"/>
            </a:xfrm>
            <a:custGeom>
              <a:rect b="b" l="l" r="r" t="t"/>
              <a:pathLst>
                <a:path extrusionOk="0" h="1878" w="939">
                  <a:moveTo>
                    <a:pt x="0" y="1"/>
                  </a:moveTo>
                  <a:lnTo>
                    <a:pt x="0" y="939"/>
                  </a:lnTo>
                  <a:lnTo>
                    <a:pt x="0" y="1877"/>
                  </a:lnTo>
                  <a:lnTo>
                    <a:pt x="938" y="1877"/>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35"/>
            <p:cNvSpPr/>
            <p:nvPr/>
          </p:nvSpPr>
          <p:spPr>
            <a:xfrm>
              <a:off x="906646" y="4986812"/>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35"/>
            <p:cNvSpPr/>
            <p:nvPr/>
          </p:nvSpPr>
          <p:spPr>
            <a:xfrm>
              <a:off x="746533" y="4986812"/>
              <a:ext cx="53183" cy="53183"/>
            </a:xfrm>
            <a:custGeom>
              <a:rect b="b" l="l" r="r" t="t"/>
              <a:pathLst>
                <a:path extrusionOk="0" h="939" w="939">
                  <a:moveTo>
                    <a:pt x="0" y="0"/>
                  </a:moveTo>
                  <a:lnTo>
                    <a:pt x="0"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35"/>
            <p:cNvSpPr/>
            <p:nvPr/>
          </p:nvSpPr>
          <p:spPr>
            <a:xfrm>
              <a:off x="693408" y="5039938"/>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35"/>
            <p:cNvSpPr/>
            <p:nvPr/>
          </p:nvSpPr>
          <p:spPr>
            <a:xfrm>
              <a:off x="639603" y="4986812"/>
              <a:ext cx="53862" cy="53183"/>
            </a:xfrm>
            <a:custGeom>
              <a:rect b="b" l="l" r="r" t="t"/>
              <a:pathLst>
                <a:path extrusionOk="0" h="939" w="951">
                  <a:moveTo>
                    <a:pt x="1" y="0"/>
                  </a:moveTo>
                  <a:lnTo>
                    <a:pt x="1" y="938"/>
                  </a:lnTo>
                  <a:lnTo>
                    <a:pt x="950" y="938"/>
                  </a:lnTo>
                  <a:lnTo>
                    <a:pt x="950"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35"/>
            <p:cNvSpPr/>
            <p:nvPr/>
          </p:nvSpPr>
          <p:spPr>
            <a:xfrm>
              <a:off x="320113" y="4986812"/>
              <a:ext cx="160171" cy="106309"/>
            </a:xfrm>
            <a:custGeom>
              <a:rect b="b" l="l" r="r" t="t"/>
              <a:pathLst>
                <a:path extrusionOk="0" h="1877" w="2828">
                  <a:moveTo>
                    <a:pt x="939" y="0"/>
                  </a:moveTo>
                  <a:lnTo>
                    <a:pt x="939" y="938"/>
                  </a:lnTo>
                  <a:lnTo>
                    <a:pt x="1" y="938"/>
                  </a:lnTo>
                  <a:lnTo>
                    <a:pt x="1" y="1876"/>
                  </a:lnTo>
                  <a:lnTo>
                    <a:pt x="2827" y="1876"/>
                  </a:lnTo>
                  <a:lnTo>
                    <a:pt x="2827" y="938"/>
                  </a:lnTo>
                  <a:lnTo>
                    <a:pt x="1877" y="938"/>
                  </a:lnTo>
                  <a:lnTo>
                    <a:pt x="1877"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35"/>
            <p:cNvSpPr/>
            <p:nvPr/>
          </p:nvSpPr>
          <p:spPr>
            <a:xfrm>
              <a:off x="213182" y="4933630"/>
              <a:ext cx="53862" cy="53239"/>
            </a:xfrm>
            <a:custGeom>
              <a:rect b="b" l="l" r="r" t="t"/>
              <a:pathLst>
                <a:path extrusionOk="0" h="940" w="951">
                  <a:moveTo>
                    <a:pt x="1" y="1"/>
                  </a:moveTo>
                  <a:lnTo>
                    <a:pt x="1" y="939"/>
                  </a:lnTo>
                  <a:lnTo>
                    <a:pt x="951" y="939"/>
                  </a:lnTo>
                  <a:lnTo>
                    <a:pt x="951"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35"/>
            <p:cNvSpPr/>
            <p:nvPr/>
          </p:nvSpPr>
          <p:spPr>
            <a:xfrm>
              <a:off x="106931" y="4986812"/>
              <a:ext cx="106309" cy="53183"/>
            </a:xfrm>
            <a:custGeom>
              <a:rect b="b" l="l" r="r" t="t"/>
              <a:pathLst>
                <a:path extrusionOk="0" h="939" w="1877">
                  <a:moveTo>
                    <a:pt x="1" y="0"/>
                  </a:moveTo>
                  <a:lnTo>
                    <a:pt x="1" y="938"/>
                  </a:lnTo>
                  <a:lnTo>
                    <a:pt x="1877" y="938"/>
                  </a:lnTo>
                  <a:lnTo>
                    <a:pt x="1877"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35"/>
            <p:cNvSpPr/>
            <p:nvPr/>
          </p:nvSpPr>
          <p:spPr>
            <a:xfrm>
              <a:off x="53805" y="4933630"/>
              <a:ext cx="53183" cy="53239"/>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35"/>
            <p:cNvSpPr/>
            <p:nvPr/>
          </p:nvSpPr>
          <p:spPr>
            <a:xfrm>
              <a:off x="3145623" y="4986812"/>
              <a:ext cx="106988" cy="53183"/>
            </a:xfrm>
            <a:custGeom>
              <a:rect b="b" l="l" r="r" t="t"/>
              <a:pathLst>
                <a:path extrusionOk="0" h="939" w="1889">
                  <a:moveTo>
                    <a:pt x="0" y="0"/>
                  </a:moveTo>
                  <a:lnTo>
                    <a:pt x="0"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35"/>
            <p:cNvSpPr/>
            <p:nvPr/>
          </p:nvSpPr>
          <p:spPr>
            <a:xfrm>
              <a:off x="3145623" y="4827379"/>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35"/>
            <p:cNvSpPr/>
            <p:nvPr/>
          </p:nvSpPr>
          <p:spPr>
            <a:xfrm>
              <a:off x="3092498" y="4880505"/>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35"/>
            <p:cNvSpPr/>
            <p:nvPr/>
          </p:nvSpPr>
          <p:spPr>
            <a:xfrm>
              <a:off x="3039316" y="5093063"/>
              <a:ext cx="53239" cy="53183"/>
            </a:xfrm>
            <a:custGeom>
              <a:rect b="b" l="l" r="r" t="t"/>
              <a:pathLst>
                <a:path extrusionOk="0" h="939" w="940">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35"/>
            <p:cNvSpPr/>
            <p:nvPr/>
          </p:nvSpPr>
          <p:spPr>
            <a:xfrm>
              <a:off x="3039316" y="4774253"/>
              <a:ext cx="53239" cy="53183"/>
            </a:xfrm>
            <a:custGeom>
              <a:rect b="b" l="l" r="r" t="t"/>
              <a:pathLst>
                <a:path extrusionOk="0" h="939" w="940">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35"/>
            <p:cNvSpPr/>
            <p:nvPr/>
          </p:nvSpPr>
          <p:spPr>
            <a:xfrm>
              <a:off x="2985567" y="5039938"/>
              <a:ext cx="53806" cy="53183"/>
            </a:xfrm>
            <a:custGeom>
              <a:rect b="b" l="l" r="r" t="t"/>
              <a:pathLst>
                <a:path extrusionOk="0" h="939" w="950">
                  <a:moveTo>
                    <a:pt x="0" y="0"/>
                  </a:moveTo>
                  <a:lnTo>
                    <a:pt x="0" y="938"/>
                  </a:lnTo>
                  <a:lnTo>
                    <a:pt x="950" y="938"/>
                  </a:lnTo>
                  <a:lnTo>
                    <a:pt x="950"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35"/>
            <p:cNvSpPr/>
            <p:nvPr/>
          </p:nvSpPr>
          <p:spPr>
            <a:xfrm>
              <a:off x="2985567" y="4721128"/>
              <a:ext cx="53806" cy="53183"/>
            </a:xfrm>
            <a:custGeom>
              <a:rect b="b" l="l" r="r" t="t"/>
              <a:pathLst>
                <a:path extrusionOk="0" h="939" w="950">
                  <a:moveTo>
                    <a:pt x="0" y="1"/>
                  </a:moveTo>
                  <a:lnTo>
                    <a:pt x="0" y="939"/>
                  </a:lnTo>
                  <a:lnTo>
                    <a:pt x="950" y="939"/>
                  </a:lnTo>
                  <a:lnTo>
                    <a:pt x="950"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35"/>
            <p:cNvSpPr/>
            <p:nvPr/>
          </p:nvSpPr>
          <p:spPr>
            <a:xfrm>
              <a:off x="2719203"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35"/>
            <p:cNvSpPr/>
            <p:nvPr/>
          </p:nvSpPr>
          <p:spPr>
            <a:xfrm>
              <a:off x="2719203"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35"/>
            <p:cNvSpPr/>
            <p:nvPr/>
          </p:nvSpPr>
          <p:spPr>
            <a:xfrm>
              <a:off x="2612272" y="4880505"/>
              <a:ext cx="53862" cy="106365"/>
            </a:xfrm>
            <a:custGeom>
              <a:rect b="b" l="l" r="r" t="t"/>
              <a:pathLst>
                <a:path extrusionOk="0" h="1878" w="951">
                  <a:moveTo>
                    <a:pt x="1" y="1"/>
                  </a:moveTo>
                  <a:lnTo>
                    <a:pt x="1" y="939"/>
                  </a:lnTo>
                  <a:lnTo>
                    <a:pt x="1" y="1877"/>
                  </a:lnTo>
                  <a:lnTo>
                    <a:pt x="950" y="1877"/>
                  </a:lnTo>
                  <a:lnTo>
                    <a:pt x="950"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35"/>
            <p:cNvSpPr/>
            <p:nvPr/>
          </p:nvSpPr>
          <p:spPr>
            <a:xfrm>
              <a:off x="2559146" y="4986812"/>
              <a:ext cx="53183" cy="53183"/>
            </a:xfrm>
            <a:custGeom>
              <a:rect b="b" l="l" r="r" t="t"/>
              <a:pathLst>
                <a:path extrusionOk="0" h="939" w="939">
                  <a:moveTo>
                    <a:pt x="0" y="0"/>
                  </a:moveTo>
                  <a:lnTo>
                    <a:pt x="0"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35"/>
            <p:cNvSpPr/>
            <p:nvPr/>
          </p:nvSpPr>
          <p:spPr>
            <a:xfrm>
              <a:off x="2399033" y="4986812"/>
              <a:ext cx="53919" cy="53183"/>
            </a:xfrm>
            <a:custGeom>
              <a:rect b="b" l="l" r="r" t="t"/>
              <a:pathLst>
                <a:path extrusionOk="0" h="939" w="952">
                  <a:moveTo>
                    <a:pt x="1" y="0"/>
                  </a:moveTo>
                  <a:lnTo>
                    <a:pt x="1" y="938"/>
                  </a:lnTo>
                  <a:lnTo>
                    <a:pt x="951" y="938"/>
                  </a:lnTo>
                  <a:lnTo>
                    <a:pt x="951"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35"/>
            <p:cNvSpPr/>
            <p:nvPr/>
          </p:nvSpPr>
          <p:spPr>
            <a:xfrm>
              <a:off x="2345908" y="5039938"/>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35"/>
            <p:cNvSpPr/>
            <p:nvPr/>
          </p:nvSpPr>
          <p:spPr>
            <a:xfrm>
              <a:off x="2292782" y="4986812"/>
              <a:ext cx="53183" cy="53183"/>
            </a:xfrm>
            <a:custGeom>
              <a:rect b="b" l="l" r="r" t="t"/>
              <a:pathLst>
                <a:path extrusionOk="0" h="939" w="939">
                  <a:moveTo>
                    <a:pt x="0" y="0"/>
                  </a:moveTo>
                  <a:lnTo>
                    <a:pt x="0"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35"/>
            <p:cNvSpPr/>
            <p:nvPr/>
          </p:nvSpPr>
          <p:spPr>
            <a:xfrm>
              <a:off x="1972613" y="4986812"/>
              <a:ext cx="160171" cy="106309"/>
            </a:xfrm>
            <a:custGeom>
              <a:rect b="b" l="l" r="r" t="t"/>
              <a:pathLst>
                <a:path extrusionOk="0" h="1877" w="2828">
                  <a:moveTo>
                    <a:pt x="939" y="0"/>
                  </a:moveTo>
                  <a:lnTo>
                    <a:pt x="939" y="938"/>
                  </a:lnTo>
                  <a:lnTo>
                    <a:pt x="1" y="938"/>
                  </a:lnTo>
                  <a:lnTo>
                    <a:pt x="1" y="1876"/>
                  </a:lnTo>
                  <a:lnTo>
                    <a:pt x="2828" y="1876"/>
                  </a:lnTo>
                  <a:lnTo>
                    <a:pt x="2828" y="938"/>
                  </a:lnTo>
                  <a:lnTo>
                    <a:pt x="1890" y="938"/>
                  </a:lnTo>
                  <a:lnTo>
                    <a:pt x="1890"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35"/>
            <p:cNvSpPr/>
            <p:nvPr/>
          </p:nvSpPr>
          <p:spPr>
            <a:xfrm>
              <a:off x="1866362" y="4933630"/>
              <a:ext cx="53183" cy="53239"/>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35"/>
            <p:cNvSpPr/>
            <p:nvPr/>
          </p:nvSpPr>
          <p:spPr>
            <a:xfrm>
              <a:off x="1759431" y="4986812"/>
              <a:ext cx="106988" cy="53183"/>
            </a:xfrm>
            <a:custGeom>
              <a:rect b="b" l="l" r="r" t="t"/>
              <a:pathLst>
                <a:path extrusionOk="0" h="939" w="1889">
                  <a:moveTo>
                    <a:pt x="1" y="0"/>
                  </a:moveTo>
                  <a:lnTo>
                    <a:pt x="1"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35"/>
            <p:cNvSpPr/>
            <p:nvPr/>
          </p:nvSpPr>
          <p:spPr>
            <a:xfrm>
              <a:off x="1706305" y="4933630"/>
              <a:ext cx="53183" cy="53239"/>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35"/>
            <p:cNvSpPr/>
            <p:nvPr/>
          </p:nvSpPr>
          <p:spPr>
            <a:xfrm>
              <a:off x="4798124" y="4986812"/>
              <a:ext cx="106988" cy="53183"/>
            </a:xfrm>
            <a:custGeom>
              <a:rect b="b" l="l" r="r" t="t"/>
              <a:pathLst>
                <a:path extrusionOk="0" h="939" w="1889">
                  <a:moveTo>
                    <a:pt x="0" y="0"/>
                  </a:moveTo>
                  <a:lnTo>
                    <a:pt x="0"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35"/>
            <p:cNvSpPr/>
            <p:nvPr/>
          </p:nvSpPr>
          <p:spPr>
            <a:xfrm>
              <a:off x="4798124" y="4827379"/>
              <a:ext cx="53862" cy="53183"/>
            </a:xfrm>
            <a:custGeom>
              <a:rect b="b" l="l" r="r" t="t"/>
              <a:pathLst>
                <a:path extrusionOk="0" h="939" w="951">
                  <a:moveTo>
                    <a:pt x="0" y="1"/>
                  </a:moveTo>
                  <a:lnTo>
                    <a:pt x="0" y="939"/>
                  </a:lnTo>
                  <a:lnTo>
                    <a:pt x="951" y="939"/>
                  </a:lnTo>
                  <a:lnTo>
                    <a:pt x="951"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35"/>
            <p:cNvSpPr/>
            <p:nvPr/>
          </p:nvSpPr>
          <p:spPr>
            <a:xfrm>
              <a:off x="4744998" y="4880505"/>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35"/>
            <p:cNvSpPr/>
            <p:nvPr/>
          </p:nvSpPr>
          <p:spPr>
            <a:xfrm>
              <a:off x="4691872" y="5093063"/>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35"/>
            <p:cNvSpPr/>
            <p:nvPr/>
          </p:nvSpPr>
          <p:spPr>
            <a:xfrm>
              <a:off x="4691872"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35"/>
            <p:cNvSpPr/>
            <p:nvPr/>
          </p:nvSpPr>
          <p:spPr>
            <a:xfrm>
              <a:off x="4638747" y="5039938"/>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35"/>
            <p:cNvSpPr/>
            <p:nvPr/>
          </p:nvSpPr>
          <p:spPr>
            <a:xfrm>
              <a:off x="4638747" y="4721128"/>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35"/>
            <p:cNvSpPr/>
            <p:nvPr/>
          </p:nvSpPr>
          <p:spPr>
            <a:xfrm>
              <a:off x="4371703" y="4933630"/>
              <a:ext cx="107045" cy="106365"/>
            </a:xfrm>
            <a:custGeom>
              <a:rect b="b" l="l" r="r" t="t"/>
              <a:pathLst>
                <a:path extrusionOk="0" h="1878" w="1890">
                  <a:moveTo>
                    <a:pt x="0" y="1"/>
                  </a:moveTo>
                  <a:lnTo>
                    <a:pt x="0" y="1877"/>
                  </a:lnTo>
                  <a:lnTo>
                    <a:pt x="1889" y="1877"/>
                  </a:lnTo>
                  <a:lnTo>
                    <a:pt x="1889"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35"/>
            <p:cNvSpPr/>
            <p:nvPr/>
          </p:nvSpPr>
          <p:spPr>
            <a:xfrm>
              <a:off x="4371703" y="4774253"/>
              <a:ext cx="53183" cy="53183"/>
            </a:xfrm>
            <a:custGeom>
              <a:rect b="b" l="l" r="r" t="t"/>
              <a:pathLst>
                <a:path extrusionOk="0" h="939" w="939">
                  <a:moveTo>
                    <a:pt x="0" y="1"/>
                  </a:moveTo>
                  <a:lnTo>
                    <a:pt x="0"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35"/>
            <p:cNvSpPr/>
            <p:nvPr/>
          </p:nvSpPr>
          <p:spPr>
            <a:xfrm>
              <a:off x="4265452" y="4880505"/>
              <a:ext cx="53183" cy="106365"/>
            </a:xfrm>
            <a:custGeom>
              <a:rect b="b" l="l" r="r" t="t"/>
              <a:pathLst>
                <a:path extrusionOk="0" h="1878" w="939">
                  <a:moveTo>
                    <a:pt x="0" y="1"/>
                  </a:moveTo>
                  <a:lnTo>
                    <a:pt x="0" y="939"/>
                  </a:lnTo>
                  <a:lnTo>
                    <a:pt x="0" y="1877"/>
                  </a:lnTo>
                  <a:lnTo>
                    <a:pt x="938" y="1877"/>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35"/>
            <p:cNvSpPr/>
            <p:nvPr/>
          </p:nvSpPr>
          <p:spPr>
            <a:xfrm>
              <a:off x="4211647" y="4986812"/>
              <a:ext cx="53862" cy="53183"/>
            </a:xfrm>
            <a:custGeom>
              <a:rect b="b" l="l" r="r" t="t"/>
              <a:pathLst>
                <a:path extrusionOk="0" h="939" w="951">
                  <a:moveTo>
                    <a:pt x="1" y="0"/>
                  </a:moveTo>
                  <a:lnTo>
                    <a:pt x="1" y="938"/>
                  </a:lnTo>
                  <a:lnTo>
                    <a:pt x="950" y="938"/>
                  </a:lnTo>
                  <a:lnTo>
                    <a:pt x="950"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35"/>
            <p:cNvSpPr/>
            <p:nvPr/>
          </p:nvSpPr>
          <p:spPr>
            <a:xfrm>
              <a:off x="4052270" y="4986812"/>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35"/>
            <p:cNvSpPr/>
            <p:nvPr/>
          </p:nvSpPr>
          <p:spPr>
            <a:xfrm>
              <a:off x="3998408" y="5039938"/>
              <a:ext cx="53919" cy="53183"/>
            </a:xfrm>
            <a:custGeom>
              <a:rect b="b" l="l" r="r" t="t"/>
              <a:pathLst>
                <a:path extrusionOk="0" h="939" w="952">
                  <a:moveTo>
                    <a:pt x="1" y="0"/>
                  </a:moveTo>
                  <a:lnTo>
                    <a:pt x="1" y="938"/>
                  </a:lnTo>
                  <a:lnTo>
                    <a:pt x="951" y="938"/>
                  </a:lnTo>
                  <a:lnTo>
                    <a:pt x="951"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35"/>
            <p:cNvSpPr/>
            <p:nvPr/>
          </p:nvSpPr>
          <p:spPr>
            <a:xfrm>
              <a:off x="3945282" y="4986812"/>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35"/>
            <p:cNvSpPr/>
            <p:nvPr/>
          </p:nvSpPr>
          <p:spPr>
            <a:xfrm>
              <a:off x="3625170" y="4986812"/>
              <a:ext cx="160114" cy="106309"/>
            </a:xfrm>
            <a:custGeom>
              <a:rect b="b" l="l" r="r" t="t"/>
              <a:pathLst>
                <a:path extrusionOk="0" h="1877" w="2827">
                  <a:moveTo>
                    <a:pt x="951" y="0"/>
                  </a:moveTo>
                  <a:lnTo>
                    <a:pt x="951" y="938"/>
                  </a:lnTo>
                  <a:lnTo>
                    <a:pt x="0" y="938"/>
                  </a:lnTo>
                  <a:lnTo>
                    <a:pt x="0" y="1876"/>
                  </a:lnTo>
                  <a:lnTo>
                    <a:pt x="2827" y="1876"/>
                  </a:lnTo>
                  <a:lnTo>
                    <a:pt x="2827"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35"/>
            <p:cNvSpPr/>
            <p:nvPr/>
          </p:nvSpPr>
          <p:spPr>
            <a:xfrm>
              <a:off x="3518862" y="4933630"/>
              <a:ext cx="53183" cy="53239"/>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35"/>
            <p:cNvSpPr/>
            <p:nvPr/>
          </p:nvSpPr>
          <p:spPr>
            <a:xfrm>
              <a:off x="3411988" y="4986812"/>
              <a:ext cx="106932" cy="53183"/>
            </a:xfrm>
            <a:custGeom>
              <a:rect b="b" l="l" r="r" t="t"/>
              <a:pathLst>
                <a:path extrusionOk="0" h="939" w="1888">
                  <a:moveTo>
                    <a:pt x="0" y="0"/>
                  </a:moveTo>
                  <a:lnTo>
                    <a:pt x="0" y="938"/>
                  </a:lnTo>
                  <a:lnTo>
                    <a:pt x="1888" y="938"/>
                  </a:lnTo>
                  <a:lnTo>
                    <a:pt x="188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35"/>
            <p:cNvSpPr/>
            <p:nvPr/>
          </p:nvSpPr>
          <p:spPr>
            <a:xfrm>
              <a:off x="3358862" y="4933630"/>
              <a:ext cx="53183" cy="53239"/>
            </a:xfrm>
            <a:custGeom>
              <a:rect b="b" l="l" r="r" t="t"/>
              <a:pathLst>
                <a:path extrusionOk="0" h="940"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35"/>
            <p:cNvSpPr/>
            <p:nvPr/>
          </p:nvSpPr>
          <p:spPr>
            <a:xfrm>
              <a:off x="6451360" y="4986812"/>
              <a:ext cx="106309" cy="53183"/>
            </a:xfrm>
            <a:custGeom>
              <a:rect b="b" l="l" r="r" t="t"/>
              <a:pathLst>
                <a:path extrusionOk="0" h="939" w="1877">
                  <a:moveTo>
                    <a:pt x="0" y="0"/>
                  </a:moveTo>
                  <a:lnTo>
                    <a:pt x="0" y="938"/>
                  </a:lnTo>
                  <a:lnTo>
                    <a:pt x="1876" y="938"/>
                  </a:lnTo>
                  <a:lnTo>
                    <a:pt x="1876"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35"/>
            <p:cNvSpPr/>
            <p:nvPr/>
          </p:nvSpPr>
          <p:spPr>
            <a:xfrm>
              <a:off x="6451360" y="4827379"/>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35"/>
            <p:cNvSpPr/>
            <p:nvPr/>
          </p:nvSpPr>
          <p:spPr>
            <a:xfrm>
              <a:off x="6397498" y="4880505"/>
              <a:ext cx="53862" cy="53183"/>
            </a:xfrm>
            <a:custGeom>
              <a:rect b="b" l="l" r="r" t="t"/>
              <a:pathLst>
                <a:path extrusionOk="0" h="939" w="951">
                  <a:moveTo>
                    <a:pt x="0" y="1"/>
                  </a:moveTo>
                  <a:lnTo>
                    <a:pt x="0" y="939"/>
                  </a:lnTo>
                  <a:lnTo>
                    <a:pt x="951" y="939"/>
                  </a:lnTo>
                  <a:lnTo>
                    <a:pt x="951"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35"/>
            <p:cNvSpPr/>
            <p:nvPr/>
          </p:nvSpPr>
          <p:spPr>
            <a:xfrm>
              <a:off x="6344372" y="5093063"/>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35"/>
            <p:cNvSpPr/>
            <p:nvPr/>
          </p:nvSpPr>
          <p:spPr>
            <a:xfrm>
              <a:off x="6344372"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35"/>
            <p:cNvSpPr/>
            <p:nvPr/>
          </p:nvSpPr>
          <p:spPr>
            <a:xfrm>
              <a:off x="6291247" y="5039938"/>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35"/>
            <p:cNvSpPr/>
            <p:nvPr/>
          </p:nvSpPr>
          <p:spPr>
            <a:xfrm>
              <a:off x="6291247" y="4721128"/>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35"/>
            <p:cNvSpPr/>
            <p:nvPr/>
          </p:nvSpPr>
          <p:spPr>
            <a:xfrm>
              <a:off x="6024939" y="4933630"/>
              <a:ext cx="106309" cy="106365"/>
            </a:xfrm>
            <a:custGeom>
              <a:rect b="b" l="l" r="r" t="t"/>
              <a:pathLst>
                <a:path extrusionOk="0" h="1878" w="1877">
                  <a:moveTo>
                    <a:pt x="0" y="1"/>
                  </a:moveTo>
                  <a:lnTo>
                    <a:pt x="0" y="1877"/>
                  </a:lnTo>
                  <a:lnTo>
                    <a:pt x="1876" y="1877"/>
                  </a:lnTo>
                  <a:lnTo>
                    <a:pt x="1876"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35"/>
            <p:cNvSpPr/>
            <p:nvPr/>
          </p:nvSpPr>
          <p:spPr>
            <a:xfrm>
              <a:off x="6024939"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35"/>
            <p:cNvSpPr/>
            <p:nvPr/>
          </p:nvSpPr>
          <p:spPr>
            <a:xfrm>
              <a:off x="5917952" y="4880505"/>
              <a:ext cx="53183" cy="106365"/>
            </a:xfrm>
            <a:custGeom>
              <a:rect b="b" l="l" r="r" t="t"/>
              <a:pathLst>
                <a:path extrusionOk="0" h="1878" w="939">
                  <a:moveTo>
                    <a:pt x="0" y="1"/>
                  </a:moveTo>
                  <a:lnTo>
                    <a:pt x="0" y="939"/>
                  </a:lnTo>
                  <a:lnTo>
                    <a:pt x="0" y="1877"/>
                  </a:lnTo>
                  <a:lnTo>
                    <a:pt x="939" y="1877"/>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35"/>
            <p:cNvSpPr/>
            <p:nvPr/>
          </p:nvSpPr>
          <p:spPr>
            <a:xfrm>
              <a:off x="5864826" y="4986812"/>
              <a:ext cx="53183" cy="53183"/>
            </a:xfrm>
            <a:custGeom>
              <a:rect b="b" l="l" r="r" t="t"/>
              <a:pathLst>
                <a:path extrusionOk="0" h="939" w="939">
                  <a:moveTo>
                    <a:pt x="0" y="0"/>
                  </a:moveTo>
                  <a:lnTo>
                    <a:pt x="0" y="938"/>
                  </a:lnTo>
                  <a:lnTo>
                    <a:pt x="938" y="938"/>
                  </a:lnTo>
                  <a:lnTo>
                    <a:pt x="93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35"/>
            <p:cNvSpPr/>
            <p:nvPr/>
          </p:nvSpPr>
          <p:spPr>
            <a:xfrm>
              <a:off x="5704770" y="4986812"/>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35"/>
            <p:cNvSpPr/>
            <p:nvPr/>
          </p:nvSpPr>
          <p:spPr>
            <a:xfrm>
              <a:off x="5651644" y="5039938"/>
              <a:ext cx="53183" cy="53183"/>
            </a:xfrm>
            <a:custGeom>
              <a:rect b="b" l="l" r="r" t="t"/>
              <a:pathLst>
                <a:path extrusionOk="0" h="939" w="939">
                  <a:moveTo>
                    <a:pt x="0" y="0"/>
                  </a:moveTo>
                  <a:lnTo>
                    <a:pt x="0"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35"/>
            <p:cNvSpPr/>
            <p:nvPr/>
          </p:nvSpPr>
          <p:spPr>
            <a:xfrm>
              <a:off x="5597782" y="4986812"/>
              <a:ext cx="53919" cy="53183"/>
            </a:xfrm>
            <a:custGeom>
              <a:rect b="b" l="l" r="r" t="t"/>
              <a:pathLst>
                <a:path extrusionOk="0" h="939" w="952">
                  <a:moveTo>
                    <a:pt x="1" y="0"/>
                  </a:moveTo>
                  <a:lnTo>
                    <a:pt x="1" y="938"/>
                  </a:lnTo>
                  <a:lnTo>
                    <a:pt x="951" y="938"/>
                  </a:lnTo>
                  <a:lnTo>
                    <a:pt x="951"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35"/>
            <p:cNvSpPr/>
            <p:nvPr/>
          </p:nvSpPr>
          <p:spPr>
            <a:xfrm>
              <a:off x="52783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77" y="938"/>
                  </a:lnTo>
                  <a:lnTo>
                    <a:pt x="1877"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35"/>
            <p:cNvSpPr/>
            <p:nvPr/>
          </p:nvSpPr>
          <p:spPr>
            <a:xfrm>
              <a:off x="5171419" y="4933630"/>
              <a:ext cx="53183" cy="53239"/>
            </a:xfrm>
            <a:custGeom>
              <a:rect b="b" l="l" r="r" t="t"/>
              <a:pathLst>
                <a:path extrusionOk="0" h="940"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35"/>
            <p:cNvSpPr/>
            <p:nvPr/>
          </p:nvSpPr>
          <p:spPr>
            <a:xfrm>
              <a:off x="5065111" y="4986812"/>
              <a:ext cx="106365" cy="53183"/>
            </a:xfrm>
            <a:custGeom>
              <a:rect b="b" l="l" r="r" t="t"/>
              <a:pathLst>
                <a:path extrusionOk="0" h="939" w="1878">
                  <a:moveTo>
                    <a:pt x="1" y="0"/>
                  </a:moveTo>
                  <a:lnTo>
                    <a:pt x="1" y="938"/>
                  </a:lnTo>
                  <a:lnTo>
                    <a:pt x="1877" y="938"/>
                  </a:lnTo>
                  <a:lnTo>
                    <a:pt x="1877"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35"/>
            <p:cNvSpPr/>
            <p:nvPr/>
          </p:nvSpPr>
          <p:spPr>
            <a:xfrm>
              <a:off x="5011362" y="4933630"/>
              <a:ext cx="53806" cy="53239"/>
            </a:xfrm>
            <a:custGeom>
              <a:rect b="b" l="l" r="r" t="t"/>
              <a:pathLst>
                <a:path extrusionOk="0" h="940" w="950">
                  <a:moveTo>
                    <a:pt x="0" y="1"/>
                  </a:moveTo>
                  <a:lnTo>
                    <a:pt x="0" y="939"/>
                  </a:lnTo>
                  <a:lnTo>
                    <a:pt x="950" y="939"/>
                  </a:lnTo>
                  <a:lnTo>
                    <a:pt x="950"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35"/>
            <p:cNvSpPr/>
            <p:nvPr/>
          </p:nvSpPr>
          <p:spPr>
            <a:xfrm>
              <a:off x="8103860" y="4986812"/>
              <a:ext cx="106932" cy="53183"/>
            </a:xfrm>
            <a:custGeom>
              <a:rect b="b" l="l" r="r" t="t"/>
              <a:pathLst>
                <a:path extrusionOk="0" h="939" w="1888">
                  <a:moveTo>
                    <a:pt x="0" y="0"/>
                  </a:moveTo>
                  <a:lnTo>
                    <a:pt x="0" y="938"/>
                  </a:lnTo>
                  <a:lnTo>
                    <a:pt x="1888" y="938"/>
                  </a:lnTo>
                  <a:lnTo>
                    <a:pt x="188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35"/>
            <p:cNvSpPr/>
            <p:nvPr/>
          </p:nvSpPr>
          <p:spPr>
            <a:xfrm>
              <a:off x="8103860" y="4827379"/>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35"/>
            <p:cNvSpPr/>
            <p:nvPr/>
          </p:nvSpPr>
          <p:spPr>
            <a:xfrm>
              <a:off x="8050734" y="4880505"/>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35"/>
            <p:cNvSpPr/>
            <p:nvPr/>
          </p:nvSpPr>
          <p:spPr>
            <a:xfrm>
              <a:off x="7996873" y="5093063"/>
              <a:ext cx="53919" cy="53183"/>
            </a:xfrm>
            <a:custGeom>
              <a:rect b="b" l="l" r="r" t="t"/>
              <a:pathLst>
                <a:path extrusionOk="0" h="939" w="952">
                  <a:moveTo>
                    <a:pt x="1" y="0"/>
                  </a:moveTo>
                  <a:lnTo>
                    <a:pt x="1" y="938"/>
                  </a:lnTo>
                  <a:lnTo>
                    <a:pt x="951" y="938"/>
                  </a:lnTo>
                  <a:lnTo>
                    <a:pt x="951"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35"/>
            <p:cNvSpPr/>
            <p:nvPr/>
          </p:nvSpPr>
          <p:spPr>
            <a:xfrm>
              <a:off x="7996873" y="4774253"/>
              <a:ext cx="53919" cy="53183"/>
            </a:xfrm>
            <a:custGeom>
              <a:rect b="b" l="l" r="r" t="t"/>
              <a:pathLst>
                <a:path extrusionOk="0" h="939" w="952">
                  <a:moveTo>
                    <a:pt x="1" y="1"/>
                  </a:moveTo>
                  <a:lnTo>
                    <a:pt x="1" y="939"/>
                  </a:lnTo>
                  <a:lnTo>
                    <a:pt x="951" y="939"/>
                  </a:lnTo>
                  <a:lnTo>
                    <a:pt x="951"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35"/>
            <p:cNvSpPr/>
            <p:nvPr/>
          </p:nvSpPr>
          <p:spPr>
            <a:xfrm>
              <a:off x="7943747" y="5039938"/>
              <a:ext cx="53183" cy="53183"/>
            </a:xfrm>
            <a:custGeom>
              <a:rect b="b" l="l" r="r" t="t"/>
              <a:pathLst>
                <a:path extrusionOk="0" h="939" w="939">
                  <a:moveTo>
                    <a:pt x="0" y="0"/>
                  </a:moveTo>
                  <a:lnTo>
                    <a:pt x="0"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35"/>
            <p:cNvSpPr/>
            <p:nvPr/>
          </p:nvSpPr>
          <p:spPr>
            <a:xfrm>
              <a:off x="7943747" y="4721128"/>
              <a:ext cx="53183" cy="53183"/>
            </a:xfrm>
            <a:custGeom>
              <a:rect b="b" l="l" r="r" t="t"/>
              <a:pathLst>
                <a:path extrusionOk="0" h="939" w="939">
                  <a:moveTo>
                    <a:pt x="0" y="1"/>
                  </a:moveTo>
                  <a:lnTo>
                    <a:pt x="0"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35"/>
            <p:cNvSpPr/>
            <p:nvPr/>
          </p:nvSpPr>
          <p:spPr>
            <a:xfrm>
              <a:off x="7677439" y="4933630"/>
              <a:ext cx="106309" cy="106365"/>
            </a:xfrm>
            <a:custGeom>
              <a:rect b="b" l="l" r="r" t="t"/>
              <a:pathLst>
                <a:path extrusionOk="0" h="1878" w="1877">
                  <a:moveTo>
                    <a:pt x="0" y="1"/>
                  </a:moveTo>
                  <a:lnTo>
                    <a:pt x="0" y="1877"/>
                  </a:lnTo>
                  <a:lnTo>
                    <a:pt x="1877" y="1877"/>
                  </a:lnTo>
                  <a:lnTo>
                    <a:pt x="1877"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35"/>
            <p:cNvSpPr/>
            <p:nvPr/>
          </p:nvSpPr>
          <p:spPr>
            <a:xfrm>
              <a:off x="7677439" y="4774253"/>
              <a:ext cx="53183" cy="53183"/>
            </a:xfrm>
            <a:custGeom>
              <a:rect b="b" l="l" r="r" t="t"/>
              <a:pathLst>
                <a:path extrusionOk="0" h="939"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35"/>
            <p:cNvSpPr/>
            <p:nvPr/>
          </p:nvSpPr>
          <p:spPr>
            <a:xfrm>
              <a:off x="7570452" y="4880505"/>
              <a:ext cx="53919" cy="106365"/>
            </a:xfrm>
            <a:custGeom>
              <a:rect b="b" l="l" r="r" t="t"/>
              <a:pathLst>
                <a:path extrusionOk="0" h="1878" w="952">
                  <a:moveTo>
                    <a:pt x="1" y="1"/>
                  </a:moveTo>
                  <a:lnTo>
                    <a:pt x="1" y="939"/>
                  </a:lnTo>
                  <a:lnTo>
                    <a:pt x="1" y="1877"/>
                  </a:lnTo>
                  <a:lnTo>
                    <a:pt x="951" y="1877"/>
                  </a:lnTo>
                  <a:lnTo>
                    <a:pt x="951"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35"/>
            <p:cNvSpPr/>
            <p:nvPr/>
          </p:nvSpPr>
          <p:spPr>
            <a:xfrm>
              <a:off x="7517326" y="4986812"/>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35"/>
            <p:cNvSpPr/>
            <p:nvPr/>
          </p:nvSpPr>
          <p:spPr>
            <a:xfrm>
              <a:off x="7357270" y="4986812"/>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35"/>
            <p:cNvSpPr/>
            <p:nvPr/>
          </p:nvSpPr>
          <p:spPr>
            <a:xfrm>
              <a:off x="7304144" y="5039938"/>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35"/>
            <p:cNvSpPr/>
            <p:nvPr/>
          </p:nvSpPr>
          <p:spPr>
            <a:xfrm>
              <a:off x="7251019" y="4986812"/>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35"/>
            <p:cNvSpPr/>
            <p:nvPr/>
          </p:nvSpPr>
          <p:spPr>
            <a:xfrm>
              <a:off x="6930849" y="4986812"/>
              <a:ext cx="160114" cy="106309"/>
            </a:xfrm>
            <a:custGeom>
              <a:rect b="b" l="l" r="r" t="t"/>
              <a:pathLst>
                <a:path extrusionOk="0" h="1877" w="2827">
                  <a:moveTo>
                    <a:pt x="939" y="0"/>
                  </a:moveTo>
                  <a:lnTo>
                    <a:pt x="939" y="938"/>
                  </a:lnTo>
                  <a:lnTo>
                    <a:pt x="1" y="938"/>
                  </a:lnTo>
                  <a:lnTo>
                    <a:pt x="1" y="1876"/>
                  </a:lnTo>
                  <a:lnTo>
                    <a:pt x="2827" y="1876"/>
                  </a:lnTo>
                  <a:lnTo>
                    <a:pt x="2827"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35"/>
            <p:cNvSpPr/>
            <p:nvPr/>
          </p:nvSpPr>
          <p:spPr>
            <a:xfrm>
              <a:off x="6824598" y="4933630"/>
              <a:ext cx="53183" cy="53239"/>
            </a:xfrm>
            <a:custGeom>
              <a:rect b="b" l="l" r="r" t="t"/>
              <a:pathLst>
                <a:path extrusionOk="0" h="940" w="939">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35"/>
            <p:cNvSpPr/>
            <p:nvPr/>
          </p:nvSpPr>
          <p:spPr>
            <a:xfrm>
              <a:off x="6717667" y="4986812"/>
              <a:ext cx="106988" cy="53183"/>
            </a:xfrm>
            <a:custGeom>
              <a:rect b="b" l="l" r="r" t="t"/>
              <a:pathLst>
                <a:path extrusionOk="0" h="939" w="1889">
                  <a:moveTo>
                    <a:pt x="0" y="0"/>
                  </a:moveTo>
                  <a:lnTo>
                    <a:pt x="0"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35"/>
            <p:cNvSpPr/>
            <p:nvPr/>
          </p:nvSpPr>
          <p:spPr>
            <a:xfrm>
              <a:off x="6664485" y="4933630"/>
              <a:ext cx="53239" cy="53239"/>
            </a:xfrm>
            <a:custGeom>
              <a:rect b="b" l="l" r="r" t="t"/>
              <a:pathLst>
                <a:path extrusionOk="0" h="940" w="940">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35"/>
            <p:cNvSpPr/>
            <p:nvPr/>
          </p:nvSpPr>
          <p:spPr>
            <a:xfrm>
              <a:off x="9010450" y="4986812"/>
              <a:ext cx="53183" cy="53183"/>
            </a:xfrm>
            <a:custGeom>
              <a:rect b="b" l="l" r="r" t="t"/>
              <a:pathLst>
                <a:path extrusionOk="0" h="939" w="939">
                  <a:moveTo>
                    <a:pt x="0" y="0"/>
                  </a:moveTo>
                  <a:lnTo>
                    <a:pt x="0"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35"/>
            <p:cNvSpPr/>
            <p:nvPr/>
          </p:nvSpPr>
          <p:spPr>
            <a:xfrm>
              <a:off x="8956645" y="5039938"/>
              <a:ext cx="53862" cy="53183"/>
            </a:xfrm>
            <a:custGeom>
              <a:rect b="b" l="l" r="r" t="t"/>
              <a:pathLst>
                <a:path extrusionOk="0" h="939" w="951">
                  <a:moveTo>
                    <a:pt x="1" y="0"/>
                  </a:moveTo>
                  <a:lnTo>
                    <a:pt x="1" y="938"/>
                  </a:lnTo>
                  <a:lnTo>
                    <a:pt x="950" y="938"/>
                  </a:lnTo>
                  <a:lnTo>
                    <a:pt x="950"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35"/>
            <p:cNvSpPr/>
            <p:nvPr/>
          </p:nvSpPr>
          <p:spPr>
            <a:xfrm>
              <a:off x="8903519" y="4986812"/>
              <a:ext cx="53183" cy="53183"/>
            </a:xfrm>
            <a:custGeom>
              <a:rect b="b" l="l" r="r" t="t"/>
              <a:pathLst>
                <a:path extrusionOk="0" h="939" w="939">
                  <a:moveTo>
                    <a:pt x="1" y="0"/>
                  </a:moveTo>
                  <a:lnTo>
                    <a:pt x="1" y="938"/>
                  </a:lnTo>
                  <a:lnTo>
                    <a:pt x="939" y="938"/>
                  </a:lnTo>
                  <a:lnTo>
                    <a:pt x="93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35"/>
            <p:cNvSpPr/>
            <p:nvPr/>
          </p:nvSpPr>
          <p:spPr>
            <a:xfrm>
              <a:off x="8583406" y="4986812"/>
              <a:ext cx="160058" cy="106309"/>
            </a:xfrm>
            <a:custGeom>
              <a:rect b="b" l="l" r="r" t="t"/>
              <a:pathLst>
                <a:path extrusionOk="0" h="1877" w="2826">
                  <a:moveTo>
                    <a:pt x="950" y="0"/>
                  </a:moveTo>
                  <a:lnTo>
                    <a:pt x="950" y="938"/>
                  </a:lnTo>
                  <a:lnTo>
                    <a:pt x="0" y="938"/>
                  </a:lnTo>
                  <a:lnTo>
                    <a:pt x="0" y="1876"/>
                  </a:lnTo>
                  <a:lnTo>
                    <a:pt x="2826" y="1876"/>
                  </a:lnTo>
                  <a:lnTo>
                    <a:pt x="2826" y="938"/>
                  </a:lnTo>
                  <a:lnTo>
                    <a:pt x="1888" y="938"/>
                  </a:lnTo>
                  <a:lnTo>
                    <a:pt x="1888"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35"/>
            <p:cNvSpPr/>
            <p:nvPr/>
          </p:nvSpPr>
          <p:spPr>
            <a:xfrm>
              <a:off x="8477098" y="4933630"/>
              <a:ext cx="53239" cy="53239"/>
            </a:xfrm>
            <a:custGeom>
              <a:rect b="b" l="l" r="r" t="t"/>
              <a:pathLst>
                <a:path extrusionOk="0" h="940" w="940">
                  <a:moveTo>
                    <a:pt x="1" y="1"/>
                  </a:moveTo>
                  <a:lnTo>
                    <a:pt x="1" y="939"/>
                  </a:lnTo>
                  <a:lnTo>
                    <a:pt x="939" y="939"/>
                  </a:lnTo>
                  <a:lnTo>
                    <a:pt x="93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35"/>
            <p:cNvSpPr/>
            <p:nvPr/>
          </p:nvSpPr>
          <p:spPr>
            <a:xfrm>
              <a:off x="8370168" y="4986812"/>
              <a:ext cx="106988" cy="53183"/>
            </a:xfrm>
            <a:custGeom>
              <a:rect b="b" l="l" r="r" t="t"/>
              <a:pathLst>
                <a:path extrusionOk="0" h="939" w="1889">
                  <a:moveTo>
                    <a:pt x="0" y="0"/>
                  </a:moveTo>
                  <a:lnTo>
                    <a:pt x="0" y="938"/>
                  </a:lnTo>
                  <a:lnTo>
                    <a:pt x="1889" y="938"/>
                  </a:lnTo>
                  <a:lnTo>
                    <a:pt x="1889" y="0"/>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35"/>
            <p:cNvSpPr/>
            <p:nvPr/>
          </p:nvSpPr>
          <p:spPr>
            <a:xfrm>
              <a:off x="8317042" y="4933630"/>
              <a:ext cx="53183" cy="53239"/>
            </a:xfrm>
            <a:custGeom>
              <a:rect b="b" l="l" r="r" t="t"/>
              <a:pathLst>
                <a:path extrusionOk="0" h="940" w="939">
                  <a:moveTo>
                    <a:pt x="0" y="1"/>
                  </a:moveTo>
                  <a:lnTo>
                    <a:pt x="0" y="939"/>
                  </a:lnTo>
                  <a:lnTo>
                    <a:pt x="938" y="939"/>
                  </a:lnTo>
                  <a:lnTo>
                    <a:pt x="938"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35"/>
            <p:cNvSpPr/>
            <p:nvPr/>
          </p:nvSpPr>
          <p:spPr>
            <a:xfrm>
              <a:off x="1493067" y="4721128"/>
              <a:ext cx="53239" cy="106309"/>
            </a:xfrm>
            <a:custGeom>
              <a:rect b="b" l="l" r="r" t="t"/>
              <a:pathLst>
                <a:path extrusionOk="0" h="1877" w="940">
                  <a:moveTo>
                    <a:pt x="1" y="1"/>
                  </a:moveTo>
                  <a:lnTo>
                    <a:pt x="1" y="1877"/>
                  </a:lnTo>
                  <a:lnTo>
                    <a:pt x="939" y="1877"/>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35"/>
            <p:cNvSpPr/>
            <p:nvPr/>
          </p:nvSpPr>
          <p:spPr>
            <a:xfrm>
              <a:off x="1439318" y="4827379"/>
              <a:ext cx="53806" cy="53183"/>
            </a:xfrm>
            <a:custGeom>
              <a:rect b="b" l="l" r="r" t="t"/>
              <a:pathLst>
                <a:path extrusionOk="0" h="939" w="950">
                  <a:moveTo>
                    <a:pt x="0" y="1"/>
                  </a:moveTo>
                  <a:lnTo>
                    <a:pt x="0" y="939"/>
                  </a:lnTo>
                  <a:lnTo>
                    <a:pt x="950" y="939"/>
                  </a:lnTo>
                  <a:lnTo>
                    <a:pt x="950"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35"/>
            <p:cNvSpPr/>
            <p:nvPr/>
          </p:nvSpPr>
          <p:spPr>
            <a:xfrm>
              <a:off x="138619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35"/>
            <p:cNvSpPr/>
            <p:nvPr/>
          </p:nvSpPr>
          <p:spPr>
            <a:xfrm>
              <a:off x="10667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35"/>
            <p:cNvSpPr/>
            <p:nvPr/>
          </p:nvSpPr>
          <p:spPr>
            <a:xfrm>
              <a:off x="693408" y="4986812"/>
              <a:ext cx="53183" cy="53183"/>
            </a:xfrm>
            <a:custGeom>
              <a:rect b="b" l="l" r="r" t="t"/>
              <a:pathLst>
                <a:path extrusionOk="0" h="939" w="939">
                  <a:moveTo>
                    <a:pt x="0" y="0"/>
                  </a:moveTo>
                  <a:lnTo>
                    <a:pt x="0" y="938"/>
                  </a:lnTo>
                  <a:lnTo>
                    <a:pt x="938" y="938"/>
                  </a:lnTo>
                  <a:lnTo>
                    <a:pt x="938"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35"/>
            <p:cNvSpPr/>
            <p:nvPr/>
          </p:nvSpPr>
          <p:spPr>
            <a:xfrm>
              <a:off x="213182" y="4721128"/>
              <a:ext cx="53862" cy="53183"/>
            </a:xfrm>
            <a:custGeom>
              <a:rect b="b" l="l" r="r" t="t"/>
              <a:pathLst>
                <a:path extrusionOk="0" h="939" w="951">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35"/>
            <p:cNvSpPr/>
            <p:nvPr/>
          </p:nvSpPr>
          <p:spPr>
            <a:xfrm>
              <a:off x="3145623"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35"/>
            <p:cNvSpPr/>
            <p:nvPr/>
          </p:nvSpPr>
          <p:spPr>
            <a:xfrm>
              <a:off x="30924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35"/>
            <p:cNvSpPr/>
            <p:nvPr/>
          </p:nvSpPr>
          <p:spPr>
            <a:xfrm>
              <a:off x="3039316"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35"/>
            <p:cNvSpPr/>
            <p:nvPr/>
          </p:nvSpPr>
          <p:spPr>
            <a:xfrm>
              <a:off x="2719203"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35"/>
            <p:cNvSpPr/>
            <p:nvPr/>
          </p:nvSpPr>
          <p:spPr>
            <a:xfrm>
              <a:off x="2345908"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35"/>
            <p:cNvSpPr/>
            <p:nvPr/>
          </p:nvSpPr>
          <p:spPr>
            <a:xfrm>
              <a:off x="18663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35"/>
            <p:cNvSpPr/>
            <p:nvPr/>
          </p:nvSpPr>
          <p:spPr>
            <a:xfrm>
              <a:off x="4798124"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35"/>
            <p:cNvSpPr/>
            <p:nvPr/>
          </p:nvSpPr>
          <p:spPr>
            <a:xfrm>
              <a:off x="4744998"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35"/>
            <p:cNvSpPr/>
            <p:nvPr/>
          </p:nvSpPr>
          <p:spPr>
            <a:xfrm>
              <a:off x="46918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35"/>
            <p:cNvSpPr/>
            <p:nvPr/>
          </p:nvSpPr>
          <p:spPr>
            <a:xfrm>
              <a:off x="4371703" y="4721128"/>
              <a:ext cx="53183" cy="53183"/>
            </a:xfrm>
            <a:custGeom>
              <a:rect b="b" l="l" r="r" t="t"/>
              <a:pathLst>
                <a:path extrusionOk="0" h="939" w="939">
                  <a:moveTo>
                    <a:pt x="0" y="1"/>
                  </a:moveTo>
                  <a:lnTo>
                    <a:pt x="0"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35"/>
            <p:cNvSpPr/>
            <p:nvPr/>
          </p:nvSpPr>
          <p:spPr>
            <a:xfrm>
              <a:off x="3998408" y="4986812"/>
              <a:ext cx="53919" cy="53183"/>
            </a:xfrm>
            <a:custGeom>
              <a:rect b="b" l="l" r="r" t="t"/>
              <a:pathLst>
                <a:path extrusionOk="0" h="939" w="952">
                  <a:moveTo>
                    <a:pt x="1" y="0"/>
                  </a:moveTo>
                  <a:lnTo>
                    <a:pt x="1" y="938"/>
                  </a:lnTo>
                  <a:lnTo>
                    <a:pt x="951" y="938"/>
                  </a:lnTo>
                  <a:lnTo>
                    <a:pt x="951"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35"/>
            <p:cNvSpPr/>
            <p:nvPr/>
          </p:nvSpPr>
          <p:spPr>
            <a:xfrm>
              <a:off x="3518862"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35"/>
            <p:cNvSpPr/>
            <p:nvPr/>
          </p:nvSpPr>
          <p:spPr>
            <a:xfrm>
              <a:off x="64513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35"/>
            <p:cNvSpPr/>
            <p:nvPr/>
          </p:nvSpPr>
          <p:spPr>
            <a:xfrm>
              <a:off x="6397498" y="4827379"/>
              <a:ext cx="53862" cy="53183"/>
            </a:xfrm>
            <a:custGeom>
              <a:rect b="b" l="l" r="r" t="t"/>
              <a:pathLst>
                <a:path extrusionOk="0" h="939" w="951">
                  <a:moveTo>
                    <a:pt x="0" y="1"/>
                  </a:moveTo>
                  <a:lnTo>
                    <a:pt x="0"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35"/>
            <p:cNvSpPr/>
            <p:nvPr/>
          </p:nvSpPr>
          <p:spPr>
            <a:xfrm>
              <a:off x="6344372"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35"/>
            <p:cNvSpPr/>
            <p:nvPr/>
          </p:nvSpPr>
          <p:spPr>
            <a:xfrm>
              <a:off x="60249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35"/>
            <p:cNvSpPr/>
            <p:nvPr/>
          </p:nvSpPr>
          <p:spPr>
            <a:xfrm>
              <a:off x="5651644" y="4986812"/>
              <a:ext cx="53183" cy="53183"/>
            </a:xfrm>
            <a:custGeom>
              <a:rect b="b" l="l" r="r" t="t"/>
              <a:pathLst>
                <a:path extrusionOk="0" h="939" w="939">
                  <a:moveTo>
                    <a:pt x="0" y="0"/>
                  </a:moveTo>
                  <a:lnTo>
                    <a:pt x="0"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35"/>
            <p:cNvSpPr/>
            <p:nvPr/>
          </p:nvSpPr>
          <p:spPr>
            <a:xfrm>
              <a:off x="517141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35"/>
            <p:cNvSpPr/>
            <p:nvPr/>
          </p:nvSpPr>
          <p:spPr>
            <a:xfrm>
              <a:off x="8103860"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35"/>
            <p:cNvSpPr/>
            <p:nvPr/>
          </p:nvSpPr>
          <p:spPr>
            <a:xfrm>
              <a:off x="8050734" y="4827379"/>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35"/>
            <p:cNvSpPr/>
            <p:nvPr/>
          </p:nvSpPr>
          <p:spPr>
            <a:xfrm>
              <a:off x="7996873" y="4721128"/>
              <a:ext cx="53919" cy="53183"/>
            </a:xfrm>
            <a:custGeom>
              <a:rect b="b" l="l" r="r" t="t"/>
              <a:pathLst>
                <a:path extrusionOk="0" h="939" w="952">
                  <a:moveTo>
                    <a:pt x="1" y="1"/>
                  </a:moveTo>
                  <a:lnTo>
                    <a:pt x="1" y="939"/>
                  </a:lnTo>
                  <a:lnTo>
                    <a:pt x="951" y="939"/>
                  </a:lnTo>
                  <a:lnTo>
                    <a:pt x="951"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35"/>
            <p:cNvSpPr/>
            <p:nvPr/>
          </p:nvSpPr>
          <p:spPr>
            <a:xfrm>
              <a:off x="7677439" y="4721128"/>
              <a:ext cx="53183" cy="53183"/>
            </a:xfrm>
            <a:custGeom>
              <a:rect b="b" l="l" r="r" t="t"/>
              <a:pathLst>
                <a:path extrusionOk="0" h="939" w="939">
                  <a:moveTo>
                    <a:pt x="0" y="1"/>
                  </a:moveTo>
                  <a:lnTo>
                    <a:pt x="0" y="939"/>
                  </a:lnTo>
                  <a:lnTo>
                    <a:pt x="938" y="939"/>
                  </a:lnTo>
                  <a:lnTo>
                    <a:pt x="938"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35"/>
            <p:cNvSpPr/>
            <p:nvPr/>
          </p:nvSpPr>
          <p:spPr>
            <a:xfrm>
              <a:off x="7304144" y="4986812"/>
              <a:ext cx="53183" cy="53183"/>
            </a:xfrm>
            <a:custGeom>
              <a:rect b="b" l="l" r="r" t="t"/>
              <a:pathLst>
                <a:path extrusionOk="0" h="939" w="939">
                  <a:moveTo>
                    <a:pt x="1" y="0"/>
                  </a:moveTo>
                  <a:lnTo>
                    <a:pt x="1" y="938"/>
                  </a:lnTo>
                  <a:lnTo>
                    <a:pt x="939" y="938"/>
                  </a:lnTo>
                  <a:lnTo>
                    <a:pt x="939"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35"/>
            <p:cNvSpPr/>
            <p:nvPr/>
          </p:nvSpPr>
          <p:spPr>
            <a:xfrm>
              <a:off x="6824598" y="4721128"/>
              <a:ext cx="53183" cy="53183"/>
            </a:xfrm>
            <a:custGeom>
              <a:rect b="b" l="l" r="r" t="t"/>
              <a:pathLst>
                <a:path extrusionOk="0" h="939" w="939">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35"/>
            <p:cNvSpPr/>
            <p:nvPr/>
          </p:nvSpPr>
          <p:spPr>
            <a:xfrm>
              <a:off x="0" y="4721128"/>
              <a:ext cx="9144068" cy="425121"/>
            </a:xfrm>
            <a:custGeom>
              <a:rect b="b" l="l" r="r" t="t"/>
              <a:pathLst>
                <a:path extrusionOk="0" h="7506" w="161449">
                  <a:moveTo>
                    <a:pt x="4715" y="3753"/>
                  </a:moveTo>
                  <a:lnTo>
                    <a:pt x="4715" y="4691"/>
                  </a:lnTo>
                  <a:lnTo>
                    <a:pt x="3765" y="4691"/>
                  </a:lnTo>
                  <a:lnTo>
                    <a:pt x="3765" y="5629"/>
                  </a:lnTo>
                  <a:lnTo>
                    <a:pt x="1889" y="5629"/>
                  </a:lnTo>
                  <a:lnTo>
                    <a:pt x="1889" y="4691"/>
                  </a:lnTo>
                  <a:lnTo>
                    <a:pt x="951" y="4691"/>
                  </a:lnTo>
                  <a:lnTo>
                    <a:pt x="951" y="3753"/>
                  </a:lnTo>
                  <a:lnTo>
                    <a:pt x="1889" y="3753"/>
                  </a:lnTo>
                  <a:lnTo>
                    <a:pt x="1889" y="4691"/>
                  </a:lnTo>
                  <a:lnTo>
                    <a:pt x="3765" y="4691"/>
                  </a:lnTo>
                  <a:lnTo>
                    <a:pt x="3765" y="3753"/>
                  </a:lnTo>
                  <a:close/>
                  <a:moveTo>
                    <a:pt x="17884" y="2815"/>
                  </a:moveTo>
                  <a:lnTo>
                    <a:pt x="17884" y="4691"/>
                  </a:lnTo>
                  <a:lnTo>
                    <a:pt x="16946" y="4691"/>
                  </a:lnTo>
                  <a:lnTo>
                    <a:pt x="16946" y="5629"/>
                  </a:lnTo>
                  <a:lnTo>
                    <a:pt x="16008" y="5629"/>
                  </a:lnTo>
                  <a:lnTo>
                    <a:pt x="16008" y="4691"/>
                  </a:lnTo>
                  <a:lnTo>
                    <a:pt x="16946" y="4691"/>
                  </a:lnTo>
                  <a:lnTo>
                    <a:pt x="16946" y="2815"/>
                  </a:lnTo>
                  <a:close/>
                  <a:moveTo>
                    <a:pt x="22599" y="2815"/>
                  </a:moveTo>
                  <a:lnTo>
                    <a:pt x="22599" y="3753"/>
                  </a:lnTo>
                  <a:lnTo>
                    <a:pt x="23537" y="3753"/>
                  </a:lnTo>
                  <a:lnTo>
                    <a:pt x="23537" y="4691"/>
                  </a:lnTo>
                  <a:lnTo>
                    <a:pt x="20710" y="4691"/>
                  </a:lnTo>
                  <a:lnTo>
                    <a:pt x="20710" y="5629"/>
                  </a:lnTo>
                  <a:lnTo>
                    <a:pt x="18834" y="5629"/>
                  </a:lnTo>
                  <a:lnTo>
                    <a:pt x="18834" y="3753"/>
                  </a:lnTo>
                  <a:lnTo>
                    <a:pt x="19772" y="3753"/>
                  </a:lnTo>
                  <a:lnTo>
                    <a:pt x="19772" y="4691"/>
                  </a:lnTo>
                  <a:lnTo>
                    <a:pt x="20710" y="4691"/>
                  </a:lnTo>
                  <a:lnTo>
                    <a:pt x="20710" y="3753"/>
                  </a:lnTo>
                  <a:lnTo>
                    <a:pt x="21648" y="3753"/>
                  </a:lnTo>
                  <a:lnTo>
                    <a:pt x="21648" y="2815"/>
                  </a:lnTo>
                  <a:close/>
                  <a:moveTo>
                    <a:pt x="33892" y="3753"/>
                  </a:moveTo>
                  <a:lnTo>
                    <a:pt x="33892" y="4691"/>
                  </a:lnTo>
                  <a:lnTo>
                    <a:pt x="32954" y="4691"/>
                  </a:lnTo>
                  <a:lnTo>
                    <a:pt x="32954" y="5629"/>
                  </a:lnTo>
                  <a:lnTo>
                    <a:pt x="31066" y="5629"/>
                  </a:lnTo>
                  <a:lnTo>
                    <a:pt x="31066" y="4691"/>
                  </a:lnTo>
                  <a:lnTo>
                    <a:pt x="30128" y="4691"/>
                  </a:lnTo>
                  <a:lnTo>
                    <a:pt x="30128" y="3753"/>
                  </a:lnTo>
                  <a:lnTo>
                    <a:pt x="31066" y="3753"/>
                  </a:lnTo>
                  <a:lnTo>
                    <a:pt x="31066" y="4691"/>
                  </a:lnTo>
                  <a:lnTo>
                    <a:pt x="32954" y="4691"/>
                  </a:lnTo>
                  <a:lnTo>
                    <a:pt x="32954" y="3753"/>
                  </a:lnTo>
                  <a:close/>
                  <a:moveTo>
                    <a:pt x="47073" y="2815"/>
                  </a:moveTo>
                  <a:lnTo>
                    <a:pt x="47073" y="4691"/>
                  </a:lnTo>
                  <a:lnTo>
                    <a:pt x="46124" y="4691"/>
                  </a:lnTo>
                  <a:lnTo>
                    <a:pt x="46124" y="5629"/>
                  </a:lnTo>
                  <a:lnTo>
                    <a:pt x="45185" y="5629"/>
                  </a:lnTo>
                  <a:lnTo>
                    <a:pt x="45185" y="4691"/>
                  </a:lnTo>
                  <a:lnTo>
                    <a:pt x="46124" y="4691"/>
                  </a:lnTo>
                  <a:lnTo>
                    <a:pt x="46124" y="2815"/>
                  </a:lnTo>
                  <a:close/>
                  <a:moveTo>
                    <a:pt x="51776" y="2815"/>
                  </a:moveTo>
                  <a:lnTo>
                    <a:pt x="51776" y="3753"/>
                  </a:lnTo>
                  <a:lnTo>
                    <a:pt x="52714" y="3753"/>
                  </a:lnTo>
                  <a:lnTo>
                    <a:pt x="52714" y="4691"/>
                  </a:lnTo>
                  <a:lnTo>
                    <a:pt x="49887" y="4691"/>
                  </a:lnTo>
                  <a:lnTo>
                    <a:pt x="49887" y="5629"/>
                  </a:lnTo>
                  <a:lnTo>
                    <a:pt x="48011" y="5629"/>
                  </a:lnTo>
                  <a:lnTo>
                    <a:pt x="48011" y="3753"/>
                  </a:lnTo>
                  <a:lnTo>
                    <a:pt x="48949" y="3753"/>
                  </a:lnTo>
                  <a:lnTo>
                    <a:pt x="48949" y="4691"/>
                  </a:lnTo>
                  <a:lnTo>
                    <a:pt x="49887" y="4691"/>
                  </a:lnTo>
                  <a:lnTo>
                    <a:pt x="49887" y="3753"/>
                  </a:lnTo>
                  <a:lnTo>
                    <a:pt x="50838" y="3753"/>
                  </a:lnTo>
                  <a:lnTo>
                    <a:pt x="50838" y="2815"/>
                  </a:lnTo>
                  <a:close/>
                  <a:moveTo>
                    <a:pt x="63069" y="3753"/>
                  </a:moveTo>
                  <a:lnTo>
                    <a:pt x="63069" y="4691"/>
                  </a:lnTo>
                  <a:lnTo>
                    <a:pt x="62131" y="4691"/>
                  </a:lnTo>
                  <a:lnTo>
                    <a:pt x="62131" y="5629"/>
                  </a:lnTo>
                  <a:lnTo>
                    <a:pt x="60243" y="5629"/>
                  </a:lnTo>
                  <a:lnTo>
                    <a:pt x="60243" y="4691"/>
                  </a:lnTo>
                  <a:lnTo>
                    <a:pt x="59305" y="4691"/>
                  </a:lnTo>
                  <a:lnTo>
                    <a:pt x="59305" y="3753"/>
                  </a:lnTo>
                  <a:lnTo>
                    <a:pt x="60243" y="3753"/>
                  </a:lnTo>
                  <a:lnTo>
                    <a:pt x="60243" y="4691"/>
                  </a:lnTo>
                  <a:lnTo>
                    <a:pt x="62131" y="4691"/>
                  </a:lnTo>
                  <a:lnTo>
                    <a:pt x="62131" y="3753"/>
                  </a:lnTo>
                  <a:close/>
                  <a:moveTo>
                    <a:pt x="76250" y="2815"/>
                  </a:moveTo>
                  <a:lnTo>
                    <a:pt x="76250" y="4691"/>
                  </a:lnTo>
                  <a:lnTo>
                    <a:pt x="75312" y="4691"/>
                  </a:lnTo>
                  <a:lnTo>
                    <a:pt x="75312" y="5629"/>
                  </a:lnTo>
                  <a:lnTo>
                    <a:pt x="74363" y="5629"/>
                  </a:lnTo>
                  <a:lnTo>
                    <a:pt x="74363" y="4691"/>
                  </a:lnTo>
                  <a:lnTo>
                    <a:pt x="75312" y="4691"/>
                  </a:lnTo>
                  <a:lnTo>
                    <a:pt x="75312" y="2815"/>
                  </a:lnTo>
                  <a:close/>
                  <a:moveTo>
                    <a:pt x="80953" y="2815"/>
                  </a:moveTo>
                  <a:lnTo>
                    <a:pt x="80953" y="3753"/>
                  </a:lnTo>
                  <a:lnTo>
                    <a:pt x="81903" y="3753"/>
                  </a:lnTo>
                  <a:lnTo>
                    <a:pt x="81903" y="4691"/>
                  </a:lnTo>
                  <a:lnTo>
                    <a:pt x="79077" y="4691"/>
                  </a:lnTo>
                  <a:lnTo>
                    <a:pt x="79077" y="5629"/>
                  </a:lnTo>
                  <a:lnTo>
                    <a:pt x="77188" y="5629"/>
                  </a:lnTo>
                  <a:lnTo>
                    <a:pt x="77188" y="3753"/>
                  </a:lnTo>
                  <a:lnTo>
                    <a:pt x="78127" y="3753"/>
                  </a:lnTo>
                  <a:lnTo>
                    <a:pt x="78127" y="4691"/>
                  </a:lnTo>
                  <a:lnTo>
                    <a:pt x="79077" y="4691"/>
                  </a:lnTo>
                  <a:lnTo>
                    <a:pt x="79077" y="3753"/>
                  </a:lnTo>
                  <a:lnTo>
                    <a:pt x="80015" y="3753"/>
                  </a:lnTo>
                  <a:lnTo>
                    <a:pt x="80015" y="2815"/>
                  </a:lnTo>
                  <a:close/>
                  <a:moveTo>
                    <a:pt x="92246" y="3753"/>
                  </a:moveTo>
                  <a:lnTo>
                    <a:pt x="92246" y="4691"/>
                  </a:lnTo>
                  <a:lnTo>
                    <a:pt x="91308" y="4691"/>
                  </a:lnTo>
                  <a:lnTo>
                    <a:pt x="91308" y="5629"/>
                  </a:lnTo>
                  <a:lnTo>
                    <a:pt x="89432" y="5629"/>
                  </a:lnTo>
                  <a:lnTo>
                    <a:pt x="89432" y="4691"/>
                  </a:lnTo>
                  <a:lnTo>
                    <a:pt x="88482" y="4691"/>
                  </a:lnTo>
                  <a:lnTo>
                    <a:pt x="88482" y="3753"/>
                  </a:lnTo>
                  <a:lnTo>
                    <a:pt x="89432" y="3753"/>
                  </a:lnTo>
                  <a:lnTo>
                    <a:pt x="89432" y="4691"/>
                  </a:lnTo>
                  <a:lnTo>
                    <a:pt x="91308" y="4691"/>
                  </a:lnTo>
                  <a:lnTo>
                    <a:pt x="91308" y="3753"/>
                  </a:lnTo>
                  <a:close/>
                  <a:moveTo>
                    <a:pt x="105428" y="2815"/>
                  </a:moveTo>
                  <a:lnTo>
                    <a:pt x="105428" y="4691"/>
                  </a:lnTo>
                  <a:lnTo>
                    <a:pt x="104489" y="4691"/>
                  </a:lnTo>
                  <a:lnTo>
                    <a:pt x="104489" y="5629"/>
                  </a:lnTo>
                  <a:lnTo>
                    <a:pt x="103551" y="5629"/>
                  </a:lnTo>
                  <a:lnTo>
                    <a:pt x="103551" y="4691"/>
                  </a:lnTo>
                  <a:lnTo>
                    <a:pt x="104489" y="4691"/>
                  </a:lnTo>
                  <a:lnTo>
                    <a:pt x="104489" y="2815"/>
                  </a:lnTo>
                  <a:close/>
                  <a:moveTo>
                    <a:pt x="110142" y="2815"/>
                  </a:moveTo>
                  <a:lnTo>
                    <a:pt x="110142" y="3753"/>
                  </a:lnTo>
                  <a:lnTo>
                    <a:pt x="111080" y="3753"/>
                  </a:lnTo>
                  <a:lnTo>
                    <a:pt x="111080" y="4691"/>
                  </a:lnTo>
                  <a:lnTo>
                    <a:pt x="108254" y="4691"/>
                  </a:lnTo>
                  <a:lnTo>
                    <a:pt x="108254" y="5629"/>
                  </a:lnTo>
                  <a:lnTo>
                    <a:pt x="106378" y="5629"/>
                  </a:lnTo>
                  <a:lnTo>
                    <a:pt x="106378" y="3753"/>
                  </a:lnTo>
                  <a:lnTo>
                    <a:pt x="107316" y="3753"/>
                  </a:lnTo>
                  <a:lnTo>
                    <a:pt x="107316" y="4691"/>
                  </a:lnTo>
                  <a:lnTo>
                    <a:pt x="108254" y="4691"/>
                  </a:lnTo>
                  <a:lnTo>
                    <a:pt x="108254" y="3753"/>
                  </a:lnTo>
                  <a:lnTo>
                    <a:pt x="109192" y="3753"/>
                  </a:lnTo>
                  <a:lnTo>
                    <a:pt x="109192" y="2815"/>
                  </a:lnTo>
                  <a:close/>
                  <a:moveTo>
                    <a:pt x="121436" y="3753"/>
                  </a:moveTo>
                  <a:lnTo>
                    <a:pt x="121436" y="4691"/>
                  </a:lnTo>
                  <a:lnTo>
                    <a:pt x="120498" y="4691"/>
                  </a:lnTo>
                  <a:lnTo>
                    <a:pt x="120498" y="5629"/>
                  </a:lnTo>
                  <a:lnTo>
                    <a:pt x="118609" y="5629"/>
                  </a:lnTo>
                  <a:lnTo>
                    <a:pt x="118609" y="4691"/>
                  </a:lnTo>
                  <a:lnTo>
                    <a:pt x="117671" y="4691"/>
                  </a:lnTo>
                  <a:lnTo>
                    <a:pt x="117671" y="3753"/>
                  </a:lnTo>
                  <a:lnTo>
                    <a:pt x="118609" y="3753"/>
                  </a:lnTo>
                  <a:lnTo>
                    <a:pt x="118609" y="4691"/>
                  </a:lnTo>
                  <a:lnTo>
                    <a:pt x="120498" y="4691"/>
                  </a:lnTo>
                  <a:lnTo>
                    <a:pt x="120498" y="3753"/>
                  </a:lnTo>
                  <a:close/>
                  <a:moveTo>
                    <a:pt x="134617" y="2815"/>
                  </a:moveTo>
                  <a:lnTo>
                    <a:pt x="134617" y="4691"/>
                  </a:lnTo>
                  <a:lnTo>
                    <a:pt x="133667" y="4691"/>
                  </a:lnTo>
                  <a:lnTo>
                    <a:pt x="133667" y="5629"/>
                  </a:lnTo>
                  <a:lnTo>
                    <a:pt x="132729" y="5629"/>
                  </a:lnTo>
                  <a:lnTo>
                    <a:pt x="132729" y="4691"/>
                  </a:lnTo>
                  <a:lnTo>
                    <a:pt x="133667" y="4691"/>
                  </a:lnTo>
                  <a:lnTo>
                    <a:pt x="133667" y="2815"/>
                  </a:lnTo>
                  <a:close/>
                  <a:moveTo>
                    <a:pt x="139319" y="2815"/>
                  </a:moveTo>
                  <a:lnTo>
                    <a:pt x="139319" y="3753"/>
                  </a:lnTo>
                  <a:lnTo>
                    <a:pt x="140257" y="3753"/>
                  </a:lnTo>
                  <a:lnTo>
                    <a:pt x="140257" y="4691"/>
                  </a:lnTo>
                  <a:lnTo>
                    <a:pt x="137432" y="4691"/>
                  </a:lnTo>
                  <a:lnTo>
                    <a:pt x="137432" y="5629"/>
                  </a:lnTo>
                  <a:lnTo>
                    <a:pt x="135555" y="5629"/>
                  </a:lnTo>
                  <a:lnTo>
                    <a:pt x="135555" y="3753"/>
                  </a:lnTo>
                  <a:lnTo>
                    <a:pt x="136493" y="3753"/>
                  </a:lnTo>
                  <a:lnTo>
                    <a:pt x="136493" y="4691"/>
                  </a:lnTo>
                  <a:lnTo>
                    <a:pt x="137432" y="4691"/>
                  </a:lnTo>
                  <a:lnTo>
                    <a:pt x="137432" y="3753"/>
                  </a:lnTo>
                  <a:lnTo>
                    <a:pt x="138381" y="3753"/>
                  </a:lnTo>
                  <a:lnTo>
                    <a:pt x="138381" y="2815"/>
                  </a:lnTo>
                  <a:close/>
                  <a:moveTo>
                    <a:pt x="150613" y="3753"/>
                  </a:moveTo>
                  <a:lnTo>
                    <a:pt x="150613" y="4691"/>
                  </a:lnTo>
                  <a:lnTo>
                    <a:pt x="149675" y="4691"/>
                  </a:lnTo>
                  <a:lnTo>
                    <a:pt x="149675" y="5629"/>
                  </a:lnTo>
                  <a:lnTo>
                    <a:pt x="147786" y="5629"/>
                  </a:lnTo>
                  <a:lnTo>
                    <a:pt x="147786" y="4691"/>
                  </a:lnTo>
                  <a:lnTo>
                    <a:pt x="146848" y="4691"/>
                  </a:lnTo>
                  <a:lnTo>
                    <a:pt x="146848" y="3753"/>
                  </a:lnTo>
                  <a:lnTo>
                    <a:pt x="147786" y="3753"/>
                  </a:lnTo>
                  <a:lnTo>
                    <a:pt x="147786" y="4691"/>
                  </a:lnTo>
                  <a:lnTo>
                    <a:pt x="149675" y="4691"/>
                  </a:lnTo>
                  <a:lnTo>
                    <a:pt x="149675" y="3753"/>
                  </a:lnTo>
                  <a:close/>
                  <a:moveTo>
                    <a:pt x="7529" y="4691"/>
                  </a:moveTo>
                  <a:lnTo>
                    <a:pt x="7529" y="5629"/>
                  </a:lnTo>
                  <a:lnTo>
                    <a:pt x="8479" y="5629"/>
                  </a:lnTo>
                  <a:lnTo>
                    <a:pt x="8479" y="6567"/>
                  </a:lnTo>
                  <a:lnTo>
                    <a:pt x="5653" y="6567"/>
                  </a:lnTo>
                  <a:lnTo>
                    <a:pt x="5653" y="5629"/>
                  </a:lnTo>
                  <a:lnTo>
                    <a:pt x="6591" y="5629"/>
                  </a:lnTo>
                  <a:lnTo>
                    <a:pt x="6591" y="4691"/>
                  </a:lnTo>
                  <a:close/>
                  <a:moveTo>
                    <a:pt x="36719" y="4691"/>
                  </a:moveTo>
                  <a:lnTo>
                    <a:pt x="36719" y="5629"/>
                  </a:lnTo>
                  <a:lnTo>
                    <a:pt x="37657" y="5629"/>
                  </a:lnTo>
                  <a:lnTo>
                    <a:pt x="37657" y="6567"/>
                  </a:lnTo>
                  <a:lnTo>
                    <a:pt x="34830" y="6567"/>
                  </a:lnTo>
                  <a:lnTo>
                    <a:pt x="34830" y="5629"/>
                  </a:lnTo>
                  <a:lnTo>
                    <a:pt x="35768" y="5629"/>
                  </a:lnTo>
                  <a:lnTo>
                    <a:pt x="35768" y="4691"/>
                  </a:lnTo>
                  <a:close/>
                  <a:moveTo>
                    <a:pt x="65896" y="4691"/>
                  </a:moveTo>
                  <a:lnTo>
                    <a:pt x="65896" y="5629"/>
                  </a:lnTo>
                  <a:lnTo>
                    <a:pt x="66834" y="5629"/>
                  </a:lnTo>
                  <a:lnTo>
                    <a:pt x="66834" y="6567"/>
                  </a:lnTo>
                  <a:lnTo>
                    <a:pt x="64007" y="6567"/>
                  </a:lnTo>
                  <a:lnTo>
                    <a:pt x="64007" y="5629"/>
                  </a:lnTo>
                  <a:lnTo>
                    <a:pt x="64958" y="5629"/>
                  </a:lnTo>
                  <a:lnTo>
                    <a:pt x="64958" y="4691"/>
                  </a:lnTo>
                  <a:close/>
                  <a:moveTo>
                    <a:pt x="95073" y="4691"/>
                  </a:moveTo>
                  <a:lnTo>
                    <a:pt x="95073" y="5629"/>
                  </a:lnTo>
                  <a:lnTo>
                    <a:pt x="96023" y="5629"/>
                  </a:lnTo>
                  <a:lnTo>
                    <a:pt x="96023" y="6567"/>
                  </a:lnTo>
                  <a:lnTo>
                    <a:pt x="93197" y="6567"/>
                  </a:lnTo>
                  <a:lnTo>
                    <a:pt x="93197" y="5629"/>
                  </a:lnTo>
                  <a:lnTo>
                    <a:pt x="94135" y="5629"/>
                  </a:lnTo>
                  <a:lnTo>
                    <a:pt x="94135" y="4691"/>
                  </a:lnTo>
                  <a:close/>
                  <a:moveTo>
                    <a:pt x="124262" y="4691"/>
                  </a:moveTo>
                  <a:lnTo>
                    <a:pt x="124262" y="5629"/>
                  </a:lnTo>
                  <a:lnTo>
                    <a:pt x="125200" y="5629"/>
                  </a:lnTo>
                  <a:lnTo>
                    <a:pt x="125200" y="6567"/>
                  </a:lnTo>
                  <a:lnTo>
                    <a:pt x="122374" y="6567"/>
                  </a:lnTo>
                  <a:lnTo>
                    <a:pt x="122374" y="5629"/>
                  </a:lnTo>
                  <a:lnTo>
                    <a:pt x="123312" y="5629"/>
                  </a:lnTo>
                  <a:lnTo>
                    <a:pt x="123312" y="4691"/>
                  </a:lnTo>
                  <a:close/>
                  <a:moveTo>
                    <a:pt x="153439" y="4691"/>
                  </a:moveTo>
                  <a:lnTo>
                    <a:pt x="153439" y="5629"/>
                  </a:lnTo>
                  <a:lnTo>
                    <a:pt x="154377" y="5629"/>
                  </a:lnTo>
                  <a:lnTo>
                    <a:pt x="154377" y="6567"/>
                  </a:lnTo>
                  <a:lnTo>
                    <a:pt x="151551" y="6567"/>
                  </a:lnTo>
                  <a:lnTo>
                    <a:pt x="151551" y="5629"/>
                  </a:lnTo>
                  <a:lnTo>
                    <a:pt x="152501" y="5629"/>
                  </a:lnTo>
                  <a:lnTo>
                    <a:pt x="152501" y="4691"/>
                  </a:lnTo>
                  <a:close/>
                  <a:moveTo>
                    <a:pt x="7529" y="1"/>
                  </a:moveTo>
                  <a:lnTo>
                    <a:pt x="7529" y="1877"/>
                  </a:lnTo>
                  <a:lnTo>
                    <a:pt x="9418" y="1877"/>
                  </a:lnTo>
                  <a:lnTo>
                    <a:pt x="9418" y="2815"/>
                  </a:lnTo>
                  <a:lnTo>
                    <a:pt x="8479" y="2815"/>
                  </a:lnTo>
                  <a:lnTo>
                    <a:pt x="8479" y="3753"/>
                  </a:lnTo>
                  <a:lnTo>
                    <a:pt x="7529" y="3753"/>
                  </a:lnTo>
                  <a:lnTo>
                    <a:pt x="7529" y="1877"/>
                  </a:lnTo>
                  <a:lnTo>
                    <a:pt x="5653" y="1877"/>
                  </a:lnTo>
                  <a:lnTo>
                    <a:pt x="5653" y="2815"/>
                  </a:lnTo>
                  <a:lnTo>
                    <a:pt x="4715" y="2815"/>
                  </a:lnTo>
                  <a:lnTo>
                    <a:pt x="4715" y="1877"/>
                  </a:lnTo>
                  <a:lnTo>
                    <a:pt x="3765" y="1877"/>
                  </a:lnTo>
                  <a:lnTo>
                    <a:pt x="3765" y="939"/>
                  </a:lnTo>
                  <a:lnTo>
                    <a:pt x="2827" y="939"/>
                  </a:lnTo>
                  <a:lnTo>
                    <a:pt x="2827" y="2815"/>
                  </a:lnTo>
                  <a:lnTo>
                    <a:pt x="951" y="2815"/>
                  </a:lnTo>
                  <a:lnTo>
                    <a:pt x="951" y="1877"/>
                  </a:lnTo>
                  <a:lnTo>
                    <a:pt x="0" y="1877"/>
                  </a:lnTo>
                  <a:lnTo>
                    <a:pt x="0" y="7505"/>
                  </a:lnTo>
                  <a:lnTo>
                    <a:pt x="24475" y="7505"/>
                  </a:lnTo>
                  <a:lnTo>
                    <a:pt x="24475" y="6567"/>
                  </a:lnTo>
                  <a:lnTo>
                    <a:pt x="23537" y="6567"/>
                  </a:lnTo>
                  <a:lnTo>
                    <a:pt x="23537" y="5629"/>
                  </a:lnTo>
                  <a:lnTo>
                    <a:pt x="24475" y="5629"/>
                  </a:lnTo>
                  <a:lnTo>
                    <a:pt x="24475" y="6567"/>
                  </a:lnTo>
                  <a:lnTo>
                    <a:pt x="25413" y="6567"/>
                  </a:lnTo>
                  <a:lnTo>
                    <a:pt x="25413" y="7505"/>
                  </a:lnTo>
                  <a:lnTo>
                    <a:pt x="53664" y="7505"/>
                  </a:lnTo>
                  <a:lnTo>
                    <a:pt x="53664" y="6567"/>
                  </a:lnTo>
                  <a:lnTo>
                    <a:pt x="52714" y="6567"/>
                  </a:lnTo>
                  <a:lnTo>
                    <a:pt x="52714" y="5629"/>
                  </a:lnTo>
                  <a:lnTo>
                    <a:pt x="53664" y="5629"/>
                  </a:lnTo>
                  <a:lnTo>
                    <a:pt x="53664" y="6567"/>
                  </a:lnTo>
                  <a:lnTo>
                    <a:pt x="54602" y="6567"/>
                  </a:lnTo>
                  <a:lnTo>
                    <a:pt x="54602" y="7505"/>
                  </a:lnTo>
                  <a:lnTo>
                    <a:pt x="82841" y="7505"/>
                  </a:lnTo>
                  <a:lnTo>
                    <a:pt x="82841" y="6567"/>
                  </a:lnTo>
                  <a:lnTo>
                    <a:pt x="81903" y="6567"/>
                  </a:lnTo>
                  <a:lnTo>
                    <a:pt x="81903" y="5629"/>
                  </a:lnTo>
                  <a:lnTo>
                    <a:pt x="82841" y="5629"/>
                  </a:lnTo>
                  <a:lnTo>
                    <a:pt x="82841" y="6567"/>
                  </a:lnTo>
                  <a:lnTo>
                    <a:pt x="83779" y="6567"/>
                  </a:lnTo>
                  <a:lnTo>
                    <a:pt x="83779" y="7505"/>
                  </a:lnTo>
                  <a:lnTo>
                    <a:pt x="112018" y="7505"/>
                  </a:lnTo>
                  <a:lnTo>
                    <a:pt x="112018" y="6567"/>
                  </a:lnTo>
                  <a:lnTo>
                    <a:pt x="111080" y="6567"/>
                  </a:lnTo>
                  <a:lnTo>
                    <a:pt x="111080" y="5629"/>
                  </a:lnTo>
                  <a:lnTo>
                    <a:pt x="112018" y="5629"/>
                  </a:lnTo>
                  <a:lnTo>
                    <a:pt x="112018" y="6567"/>
                  </a:lnTo>
                  <a:lnTo>
                    <a:pt x="112956" y="6567"/>
                  </a:lnTo>
                  <a:lnTo>
                    <a:pt x="112956" y="7505"/>
                  </a:lnTo>
                  <a:lnTo>
                    <a:pt x="141196" y="7505"/>
                  </a:lnTo>
                  <a:lnTo>
                    <a:pt x="141196" y="6567"/>
                  </a:lnTo>
                  <a:lnTo>
                    <a:pt x="140257" y="6567"/>
                  </a:lnTo>
                  <a:lnTo>
                    <a:pt x="140257" y="5629"/>
                  </a:lnTo>
                  <a:lnTo>
                    <a:pt x="141196" y="5629"/>
                  </a:lnTo>
                  <a:lnTo>
                    <a:pt x="141196" y="6567"/>
                  </a:lnTo>
                  <a:lnTo>
                    <a:pt x="142146" y="6567"/>
                  </a:lnTo>
                  <a:lnTo>
                    <a:pt x="142146" y="7505"/>
                  </a:lnTo>
                  <a:lnTo>
                    <a:pt x="161449" y="7505"/>
                  </a:lnTo>
                  <a:lnTo>
                    <a:pt x="161449" y="2815"/>
                  </a:lnTo>
                  <a:lnTo>
                    <a:pt x="160968" y="2815"/>
                  </a:lnTo>
                  <a:lnTo>
                    <a:pt x="160968" y="3753"/>
                  </a:lnTo>
                  <a:lnTo>
                    <a:pt x="160030" y="3753"/>
                  </a:lnTo>
                  <a:lnTo>
                    <a:pt x="160030" y="4691"/>
                  </a:lnTo>
                  <a:lnTo>
                    <a:pt x="160030" y="5629"/>
                  </a:lnTo>
                  <a:lnTo>
                    <a:pt x="159091" y="5629"/>
                  </a:lnTo>
                  <a:lnTo>
                    <a:pt x="159091" y="6567"/>
                  </a:lnTo>
                  <a:lnTo>
                    <a:pt x="158142" y="6567"/>
                  </a:lnTo>
                  <a:lnTo>
                    <a:pt x="158142" y="5629"/>
                  </a:lnTo>
                  <a:lnTo>
                    <a:pt x="157204" y="5629"/>
                  </a:lnTo>
                  <a:lnTo>
                    <a:pt x="157204" y="4691"/>
                  </a:lnTo>
                  <a:lnTo>
                    <a:pt x="158142" y="4691"/>
                  </a:lnTo>
                  <a:lnTo>
                    <a:pt x="158142" y="3753"/>
                  </a:lnTo>
                  <a:lnTo>
                    <a:pt x="159091" y="3753"/>
                  </a:lnTo>
                  <a:lnTo>
                    <a:pt x="159091" y="1877"/>
                  </a:lnTo>
                  <a:lnTo>
                    <a:pt x="161449" y="1877"/>
                  </a:lnTo>
                  <a:lnTo>
                    <a:pt x="161449" y="939"/>
                  </a:lnTo>
                  <a:lnTo>
                    <a:pt x="160030" y="939"/>
                  </a:lnTo>
                  <a:lnTo>
                    <a:pt x="160030" y="1"/>
                  </a:lnTo>
                  <a:lnTo>
                    <a:pt x="159091" y="1"/>
                  </a:lnTo>
                  <a:lnTo>
                    <a:pt x="159091" y="939"/>
                  </a:lnTo>
                  <a:lnTo>
                    <a:pt x="158142" y="939"/>
                  </a:lnTo>
                  <a:lnTo>
                    <a:pt x="158142" y="1877"/>
                  </a:lnTo>
                  <a:lnTo>
                    <a:pt x="158142" y="2815"/>
                  </a:lnTo>
                  <a:lnTo>
                    <a:pt x="156266" y="2815"/>
                  </a:lnTo>
                  <a:lnTo>
                    <a:pt x="156266" y="939"/>
                  </a:lnTo>
                  <a:lnTo>
                    <a:pt x="154377" y="939"/>
                  </a:lnTo>
                  <a:lnTo>
                    <a:pt x="154377" y="1"/>
                  </a:lnTo>
                  <a:lnTo>
                    <a:pt x="153439" y="1"/>
                  </a:lnTo>
                  <a:lnTo>
                    <a:pt x="153439" y="1877"/>
                  </a:lnTo>
                  <a:lnTo>
                    <a:pt x="155328" y="1877"/>
                  </a:lnTo>
                  <a:lnTo>
                    <a:pt x="155328" y="2815"/>
                  </a:lnTo>
                  <a:lnTo>
                    <a:pt x="154377" y="2815"/>
                  </a:lnTo>
                  <a:lnTo>
                    <a:pt x="154377" y="3753"/>
                  </a:lnTo>
                  <a:lnTo>
                    <a:pt x="153439" y="3753"/>
                  </a:lnTo>
                  <a:lnTo>
                    <a:pt x="153439" y="1877"/>
                  </a:lnTo>
                  <a:lnTo>
                    <a:pt x="151551" y="1877"/>
                  </a:lnTo>
                  <a:lnTo>
                    <a:pt x="151551" y="2815"/>
                  </a:lnTo>
                  <a:lnTo>
                    <a:pt x="150613" y="2815"/>
                  </a:lnTo>
                  <a:lnTo>
                    <a:pt x="150613" y="1877"/>
                  </a:lnTo>
                  <a:lnTo>
                    <a:pt x="149675" y="1877"/>
                  </a:lnTo>
                  <a:lnTo>
                    <a:pt x="149675" y="939"/>
                  </a:lnTo>
                  <a:lnTo>
                    <a:pt x="148737" y="939"/>
                  </a:lnTo>
                  <a:lnTo>
                    <a:pt x="148737" y="2815"/>
                  </a:lnTo>
                  <a:lnTo>
                    <a:pt x="146848" y="2815"/>
                  </a:lnTo>
                  <a:lnTo>
                    <a:pt x="146848" y="1877"/>
                  </a:lnTo>
                  <a:lnTo>
                    <a:pt x="145910" y="1877"/>
                  </a:lnTo>
                  <a:lnTo>
                    <a:pt x="145910" y="2815"/>
                  </a:lnTo>
                  <a:lnTo>
                    <a:pt x="144972" y="2815"/>
                  </a:lnTo>
                  <a:lnTo>
                    <a:pt x="144972" y="1877"/>
                  </a:lnTo>
                  <a:lnTo>
                    <a:pt x="144022" y="1877"/>
                  </a:lnTo>
                  <a:lnTo>
                    <a:pt x="144022" y="2815"/>
                  </a:lnTo>
                  <a:lnTo>
                    <a:pt x="143084" y="2815"/>
                  </a:lnTo>
                  <a:lnTo>
                    <a:pt x="143084" y="3753"/>
                  </a:lnTo>
                  <a:lnTo>
                    <a:pt x="144972" y="3753"/>
                  </a:lnTo>
                  <a:lnTo>
                    <a:pt x="144972" y="4691"/>
                  </a:lnTo>
                  <a:lnTo>
                    <a:pt x="145910" y="4691"/>
                  </a:lnTo>
                  <a:lnTo>
                    <a:pt x="145910" y="5629"/>
                  </a:lnTo>
                  <a:lnTo>
                    <a:pt x="142146" y="5629"/>
                  </a:lnTo>
                  <a:lnTo>
                    <a:pt x="142146" y="4691"/>
                  </a:lnTo>
                  <a:lnTo>
                    <a:pt x="143084" y="4691"/>
                  </a:lnTo>
                  <a:lnTo>
                    <a:pt x="143084" y="3753"/>
                  </a:lnTo>
                  <a:lnTo>
                    <a:pt x="142146" y="3753"/>
                  </a:lnTo>
                  <a:lnTo>
                    <a:pt x="142146" y="2815"/>
                  </a:lnTo>
                  <a:lnTo>
                    <a:pt x="140257" y="2815"/>
                  </a:lnTo>
                  <a:lnTo>
                    <a:pt x="140257" y="1877"/>
                  </a:lnTo>
                  <a:lnTo>
                    <a:pt x="139319" y="1877"/>
                  </a:lnTo>
                  <a:lnTo>
                    <a:pt x="139319" y="939"/>
                  </a:lnTo>
                  <a:lnTo>
                    <a:pt x="138381" y="939"/>
                  </a:lnTo>
                  <a:lnTo>
                    <a:pt x="138381" y="1877"/>
                  </a:lnTo>
                  <a:lnTo>
                    <a:pt x="137432" y="1877"/>
                  </a:lnTo>
                  <a:lnTo>
                    <a:pt x="137432" y="939"/>
                  </a:lnTo>
                  <a:lnTo>
                    <a:pt x="136493" y="939"/>
                  </a:lnTo>
                  <a:lnTo>
                    <a:pt x="136493" y="1877"/>
                  </a:lnTo>
                  <a:lnTo>
                    <a:pt x="135555" y="1877"/>
                  </a:lnTo>
                  <a:lnTo>
                    <a:pt x="135555" y="939"/>
                  </a:lnTo>
                  <a:lnTo>
                    <a:pt x="134617" y="939"/>
                  </a:lnTo>
                  <a:lnTo>
                    <a:pt x="134617" y="1877"/>
                  </a:lnTo>
                  <a:lnTo>
                    <a:pt x="132729" y="1877"/>
                  </a:lnTo>
                  <a:lnTo>
                    <a:pt x="132729" y="2815"/>
                  </a:lnTo>
                  <a:lnTo>
                    <a:pt x="131790" y="2815"/>
                  </a:lnTo>
                  <a:lnTo>
                    <a:pt x="131790" y="3753"/>
                  </a:lnTo>
                  <a:lnTo>
                    <a:pt x="130841" y="3753"/>
                  </a:lnTo>
                  <a:lnTo>
                    <a:pt x="130841" y="5629"/>
                  </a:lnTo>
                  <a:lnTo>
                    <a:pt x="129903" y="5629"/>
                  </a:lnTo>
                  <a:lnTo>
                    <a:pt x="129903" y="6567"/>
                  </a:lnTo>
                  <a:lnTo>
                    <a:pt x="128965" y="6567"/>
                  </a:lnTo>
                  <a:lnTo>
                    <a:pt x="128965" y="5629"/>
                  </a:lnTo>
                  <a:lnTo>
                    <a:pt x="128027" y="5629"/>
                  </a:lnTo>
                  <a:lnTo>
                    <a:pt x="128027" y="4691"/>
                  </a:lnTo>
                  <a:lnTo>
                    <a:pt x="128965" y="4691"/>
                  </a:lnTo>
                  <a:lnTo>
                    <a:pt x="128965" y="3753"/>
                  </a:lnTo>
                  <a:lnTo>
                    <a:pt x="129903" y="3753"/>
                  </a:lnTo>
                  <a:lnTo>
                    <a:pt x="129903" y="1877"/>
                  </a:lnTo>
                  <a:lnTo>
                    <a:pt x="132729" y="1877"/>
                  </a:lnTo>
                  <a:lnTo>
                    <a:pt x="132729" y="939"/>
                  </a:lnTo>
                  <a:lnTo>
                    <a:pt x="130841" y="939"/>
                  </a:lnTo>
                  <a:lnTo>
                    <a:pt x="130841" y="1"/>
                  </a:lnTo>
                  <a:lnTo>
                    <a:pt x="129903" y="1"/>
                  </a:lnTo>
                  <a:lnTo>
                    <a:pt x="129903" y="939"/>
                  </a:lnTo>
                  <a:lnTo>
                    <a:pt x="128965" y="939"/>
                  </a:lnTo>
                  <a:lnTo>
                    <a:pt x="128965" y="2815"/>
                  </a:lnTo>
                  <a:lnTo>
                    <a:pt x="127076" y="2815"/>
                  </a:lnTo>
                  <a:lnTo>
                    <a:pt x="127076" y="939"/>
                  </a:lnTo>
                  <a:lnTo>
                    <a:pt x="125200" y="939"/>
                  </a:lnTo>
                  <a:lnTo>
                    <a:pt x="125200" y="1"/>
                  </a:lnTo>
                  <a:lnTo>
                    <a:pt x="124262" y="1"/>
                  </a:lnTo>
                  <a:lnTo>
                    <a:pt x="124262" y="1877"/>
                  </a:lnTo>
                  <a:lnTo>
                    <a:pt x="126138" y="1877"/>
                  </a:lnTo>
                  <a:lnTo>
                    <a:pt x="126138" y="2815"/>
                  </a:lnTo>
                  <a:lnTo>
                    <a:pt x="125200" y="2815"/>
                  </a:lnTo>
                  <a:lnTo>
                    <a:pt x="125200" y="3753"/>
                  </a:lnTo>
                  <a:lnTo>
                    <a:pt x="124262" y="3753"/>
                  </a:lnTo>
                  <a:lnTo>
                    <a:pt x="124262" y="1877"/>
                  </a:lnTo>
                  <a:lnTo>
                    <a:pt x="122374" y="1877"/>
                  </a:lnTo>
                  <a:lnTo>
                    <a:pt x="122374" y="2815"/>
                  </a:lnTo>
                  <a:lnTo>
                    <a:pt x="121436" y="2815"/>
                  </a:lnTo>
                  <a:lnTo>
                    <a:pt x="121436" y="1877"/>
                  </a:lnTo>
                  <a:lnTo>
                    <a:pt x="120498" y="1877"/>
                  </a:lnTo>
                  <a:lnTo>
                    <a:pt x="120498" y="939"/>
                  </a:lnTo>
                  <a:lnTo>
                    <a:pt x="119547" y="939"/>
                  </a:lnTo>
                  <a:lnTo>
                    <a:pt x="119547" y="2815"/>
                  </a:lnTo>
                  <a:lnTo>
                    <a:pt x="117671" y="2815"/>
                  </a:lnTo>
                  <a:lnTo>
                    <a:pt x="117671" y="1877"/>
                  </a:lnTo>
                  <a:lnTo>
                    <a:pt x="116721" y="1877"/>
                  </a:lnTo>
                  <a:lnTo>
                    <a:pt x="116721" y="2815"/>
                  </a:lnTo>
                  <a:lnTo>
                    <a:pt x="115783" y="2815"/>
                  </a:lnTo>
                  <a:lnTo>
                    <a:pt x="115783" y="1877"/>
                  </a:lnTo>
                  <a:lnTo>
                    <a:pt x="114845" y="1877"/>
                  </a:lnTo>
                  <a:lnTo>
                    <a:pt x="114845" y="2815"/>
                  </a:lnTo>
                  <a:lnTo>
                    <a:pt x="113907" y="2815"/>
                  </a:lnTo>
                  <a:lnTo>
                    <a:pt x="113907" y="3753"/>
                  </a:lnTo>
                  <a:lnTo>
                    <a:pt x="115783" y="3753"/>
                  </a:lnTo>
                  <a:lnTo>
                    <a:pt x="115783" y="4691"/>
                  </a:lnTo>
                  <a:lnTo>
                    <a:pt x="116721" y="4691"/>
                  </a:lnTo>
                  <a:lnTo>
                    <a:pt x="116721" y="5629"/>
                  </a:lnTo>
                  <a:lnTo>
                    <a:pt x="112956" y="5629"/>
                  </a:lnTo>
                  <a:lnTo>
                    <a:pt x="112956" y="4691"/>
                  </a:lnTo>
                  <a:lnTo>
                    <a:pt x="113907" y="4691"/>
                  </a:lnTo>
                  <a:lnTo>
                    <a:pt x="113907" y="3753"/>
                  </a:lnTo>
                  <a:lnTo>
                    <a:pt x="112956" y="3753"/>
                  </a:lnTo>
                  <a:lnTo>
                    <a:pt x="112956" y="2815"/>
                  </a:lnTo>
                  <a:lnTo>
                    <a:pt x="111080" y="2815"/>
                  </a:lnTo>
                  <a:lnTo>
                    <a:pt x="111080" y="1877"/>
                  </a:lnTo>
                  <a:lnTo>
                    <a:pt x="110142" y="1877"/>
                  </a:lnTo>
                  <a:lnTo>
                    <a:pt x="110142" y="939"/>
                  </a:lnTo>
                  <a:lnTo>
                    <a:pt x="109192" y="939"/>
                  </a:lnTo>
                  <a:lnTo>
                    <a:pt x="109192" y="1877"/>
                  </a:lnTo>
                  <a:lnTo>
                    <a:pt x="108254" y="1877"/>
                  </a:lnTo>
                  <a:lnTo>
                    <a:pt x="108254" y="939"/>
                  </a:lnTo>
                  <a:lnTo>
                    <a:pt x="107316" y="939"/>
                  </a:lnTo>
                  <a:lnTo>
                    <a:pt x="107316" y="1877"/>
                  </a:lnTo>
                  <a:lnTo>
                    <a:pt x="106378" y="1877"/>
                  </a:lnTo>
                  <a:lnTo>
                    <a:pt x="106378" y="939"/>
                  </a:lnTo>
                  <a:lnTo>
                    <a:pt x="105428" y="939"/>
                  </a:lnTo>
                  <a:lnTo>
                    <a:pt x="105428" y="1877"/>
                  </a:lnTo>
                  <a:lnTo>
                    <a:pt x="103551" y="1877"/>
                  </a:lnTo>
                  <a:lnTo>
                    <a:pt x="103551" y="2815"/>
                  </a:lnTo>
                  <a:lnTo>
                    <a:pt x="102602" y="2815"/>
                  </a:lnTo>
                  <a:lnTo>
                    <a:pt x="102602" y="3753"/>
                  </a:lnTo>
                  <a:lnTo>
                    <a:pt x="101664" y="3753"/>
                  </a:lnTo>
                  <a:lnTo>
                    <a:pt x="101664" y="5629"/>
                  </a:lnTo>
                  <a:lnTo>
                    <a:pt x="100726" y="5629"/>
                  </a:lnTo>
                  <a:lnTo>
                    <a:pt x="100726" y="6567"/>
                  </a:lnTo>
                  <a:lnTo>
                    <a:pt x="99787" y="6567"/>
                  </a:lnTo>
                  <a:lnTo>
                    <a:pt x="99787" y="5629"/>
                  </a:lnTo>
                  <a:lnTo>
                    <a:pt x="98837" y="5629"/>
                  </a:lnTo>
                  <a:lnTo>
                    <a:pt x="98837" y="4691"/>
                  </a:lnTo>
                  <a:lnTo>
                    <a:pt x="99787" y="4691"/>
                  </a:lnTo>
                  <a:lnTo>
                    <a:pt x="99787" y="3753"/>
                  </a:lnTo>
                  <a:lnTo>
                    <a:pt x="100726" y="3753"/>
                  </a:lnTo>
                  <a:lnTo>
                    <a:pt x="100726" y="1877"/>
                  </a:lnTo>
                  <a:lnTo>
                    <a:pt x="103551" y="1877"/>
                  </a:lnTo>
                  <a:lnTo>
                    <a:pt x="103551" y="939"/>
                  </a:lnTo>
                  <a:lnTo>
                    <a:pt x="101664" y="939"/>
                  </a:lnTo>
                  <a:lnTo>
                    <a:pt x="101664" y="1"/>
                  </a:lnTo>
                  <a:lnTo>
                    <a:pt x="100726" y="1"/>
                  </a:lnTo>
                  <a:lnTo>
                    <a:pt x="100726" y="939"/>
                  </a:lnTo>
                  <a:lnTo>
                    <a:pt x="99787" y="939"/>
                  </a:lnTo>
                  <a:lnTo>
                    <a:pt x="99787" y="2815"/>
                  </a:lnTo>
                  <a:lnTo>
                    <a:pt x="97899" y="2815"/>
                  </a:lnTo>
                  <a:lnTo>
                    <a:pt x="97899" y="939"/>
                  </a:lnTo>
                  <a:lnTo>
                    <a:pt x="96023" y="939"/>
                  </a:lnTo>
                  <a:lnTo>
                    <a:pt x="96023" y="1"/>
                  </a:lnTo>
                  <a:lnTo>
                    <a:pt x="95073" y="1"/>
                  </a:lnTo>
                  <a:lnTo>
                    <a:pt x="95073" y="1877"/>
                  </a:lnTo>
                  <a:lnTo>
                    <a:pt x="96961" y="1877"/>
                  </a:lnTo>
                  <a:lnTo>
                    <a:pt x="96961" y="2815"/>
                  </a:lnTo>
                  <a:lnTo>
                    <a:pt x="96023" y="2815"/>
                  </a:lnTo>
                  <a:lnTo>
                    <a:pt x="96023" y="3753"/>
                  </a:lnTo>
                  <a:lnTo>
                    <a:pt x="95073" y="3753"/>
                  </a:lnTo>
                  <a:lnTo>
                    <a:pt x="95073" y="1877"/>
                  </a:lnTo>
                  <a:lnTo>
                    <a:pt x="93197" y="1877"/>
                  </a:lnTo>
                  <a:lnTo>
                    <a:pt x="93197" y="2815"/>
                  </a:lnTo>
                  <a:lnTo>
                    <a:pt x="92246" y="2815"/>
                  </a:lnTo>
                  <a:lnTo>
                    <a:pt x="92246" y="1877"/>
                  </a:lnTo>
                  <a:lnTo>
                    <a:pt x="91308" y="1877"/>
                  </a:lnTo>
                  <a:lnTo>
                    <a:pt x="91308" y="939"/>
                  </a:lnTo>
                  <a:lnTo>
                    <a:pt x="90370" y="939"/>
                  </a:lnTo>
                  <a:lnTo>
                    <a:pt x="90370" y="2815"/>
                  </a:lnTo>
                  <a:lnTo>
                    <a:pt x="88482" y="2815"/>
                  </a:lnTo>
                  <a:lnTo>
                    <a:pt x="88482" y="1877"/>
                  </a:lnTo>
                  <a:lnTo>
                    <a:pt x="87544" y="1877"/>
                  </a:lnTo>
                  <a:lnTo>
                    <a:pt x="87544" y="2815"/>
                  </a:lnTo>
                  <a:lnTo>
                    <a:pt x="86606" y="2815"/>
                  </a:lnTo>
                  <a:lnTo>
                    <a:pt x="86606" y="1877"/>
                  </a:lnTo>
                  <a:lnTo>
                    <a:pt x="85668" y="1877"/>
                  </a:lnTo>
                  <a:lnTo>
                    <a:pt x="85668" y="2815"/>
                  </a:lnTo>
                  <a:lnTo>
                    <a:pt x="84717" y="2815"/>
                  </a:lnTo>
                  <a:lnTo>
                    <a:pt x="84717" y="3753"/>
                  </a:lnTo>
                  <a:lnTo>
                    <a:pt x="86606" y="3753"/>
                  </a:lnTo>
                  <a:lnTo>
                    <a:pt x="86606" y="4691"/>
                  </a:lnTo>
                  <a:lnTo>
                    <a:pt x="87544" y="4691"/>
                  </a:lnTo>
                  <a:lnTo>
                    <a:pt x="87544" y="5629"/>
                  </a:lnTo>
                  <a:lnTo>
                    <a:pt x="83779" y="5629"/>
                  </a:lnTo>
                  <a:lnTo>
                    <a:pt x="83779" y="4691"/>
                  </a:lnTo>
                  <a:lnTo>
                    <a:pt x="84717" y="4691"/>
                  </a:lnTo>
                  <a:lnTo>
                    <a:pt x="84717" y="3753"/>
                  </a:lnTo>
                  <a:lnTo>
                    <a:pt x="83779" y="3753"/>
                  </a:lnTo>
                  <a:lnTo>
                    <a:pt x="83779" y="2815"/>
                  </a:lnTo>
                  <a:lnTo>
                    <a:pt x="81903" y="2815"/>
                  </a:lnTo>
                  <a:lnTo>
                    <a:pt x="81903" y="1877"/>
                  </a:lnTo>
                  <a:lnTo>
                    <a:pt x="80953" y="1877"/>
                  </a:lnTo>
                  <a:lnTo>
                    <a:pt x="80953" y="939"/>
                  </a:lnTo>
                  <a:lnTo>
                    <a:pt x="80015" y="939"/>
                  </a:lnTo>
                  <a:lnTo>
                    <a:pt x="80015" y="1877"/>
                  </a:lnTo>
                  <a:lnTo>
                    <a:pt x="79077" y="1877"/>
                  </a:lnTo>
                  <a:lnTo>
                    <a:pt x="79077" y="939"/>
                  </a:lnTo>
                  <a:lnTo>
                    <a:pt x="78127" y="939"/>
                  </a:lnTo>
                  <a:lnTo>
                    <a:pt x="78127" y="1877"/>
                  </a:lnTo>
                  <a:lnTo>
                    <a:pt x="77188" y="1877"/>
                  </a:lnTo>
                  <a:lnTo>
                    <a:pt x="77188" y="939"/>
                  </a:lnTo>
                  <a:lnTo>
                    <a:pt x="76250" y="939"/>
                  </a:lnTo>
                  <a:lnTo>
                    <a:pt x="76250" y="1877"/>
                  </a:lnTo>
                  <a:lnTo>
                    <a:pt x="74363" y="1877"/>
                  </a:lnTo>
                  <a:lnTo>
                    <a:pt x="74363" y="2815"/>
                  </a:lnTo>
                  <a:lnTo>
                    <a:pt x="73425" y="2815"/>
                  </a:lnTo>
                  <a:lnTo>
                    <a:pt x="73425" y="3753"/>
                  </a:lnTo>
                  <a:lnTo>
                    <a:pt x="72486" y="3753"/>
                  </a:lnTo>
                  <a:lnTo>
                    <a:pt x="72486" y="5629"/>
                  </a:lnTo>
                  <a:lnTo>
                    <a:pt x="71548" y="5629"/>
                  </a:lnTo>
                  <a:lnTo>
                    <a:pt x="71548" y="6567"/>
                  </a:lnTo>
                  <a:lnTo>
                    <a:pt x="70598" y="6567"/>
                  </a:lnTo>
                  <a:lnTo>
                    <a:pt x="70598" y="5629"/>
                  </a:lnTo>
                  <a:lnTo>
                    <a:pt x="69660" y="5629"/>
                  </a:lnTo>
                  <a:lnTo>
                    <a:pt x="69660" y="4691"/>
                  </a:lnTo>
                  <a:lnTo>
                    <a:pt x="70598" y="4691"/>
                  </a:lnTo>
                  <a:lnTo>
                    <a:pt x="70598" y="3753"/>
                  </a:lnTo>
                  <a:lnTo>
                    <a:pt x="71548" y="3753"/>
                  </a:lnTo>
                  <a:lnTo>
                    <a:pt x="71548" y="1877"/>
                  </a:lnTo>
                  <a:lnTo>
                    <a:pt x="74363" y="1877"/>
                  </a:lnTo>
                  <a:lnTo>
                    <a:pt x="74363" y="939"/>
                  </a:lnTo>
                  <a:lnTo>
                    <a:pt x="72486" y="939"/>
                  </a:lnTo>
                  <a:lnTo>
                    <a:pt x="72486" y="1"/>
                  </a:lnTo>
                  <a:lnTo>
                    <a:pt x="71548" y="1"/>
                  </a:lnTo>
                  <a:lnTo>
                    <a:pt x="71548" y="939"/>
                  </a:lnTo>
                  <a:lnTo>
                    <a:pt x="70598" y="939"/>
                  </a:lnTo>
                  <a:lnTo>
                    <a:pt x="70598" y="2815"/>
                  </a:lnTo>
                  <a:lnTo>
                    <a:pt x="68722" y="2815"/>
                  </a:lnTo>
                  <a:lnTo>
                    <a:pt x="68722" y="939"/>
                  </a:lnTo>
                  <a:lnTo>
                    <a:pt x="66834" y="939"/>
                  </a:lnTo>
                  <a:lnTo>
                    <a:pt x="66834" y="1"/>
                  </a:lnTo>
                  <a:lnTo>
                    <a:pt x="65896" y="1"/>
                  </a:lnTo>
                  <a:lnTo>
                    <a:pt x="65896" y="1877"/>
                  </a:lnTo>
                  <a:lnTo>
                    <a:pt x="67783" y="1877"/>
                  </a:lnTo>
                  <a:lnTo>
                    <a:pt x="67783" y="2815"/>
                  </a:lnTo>
                  <a:lnTo>
                    <a:pt x="66834" y="2815"/>
                  </a:lnTo>
                  <a:lnTo>
                    <a:pt x="66834" y="3753"/>
                  </a:lnTo>
                  <a:lnTo>
                    <a:pt x="65896" y="3753"/>
                  </a:lnTo>
                  <a:lnTo>
                    <a:pt x="65896" y="1877"/>
                  </a:lnTo>
                  <a:lnTo>
                    <a:pt x="64007" y="1877"/>
                  </a:lnTo>
                  <a:lnTo>
                    <a:pt x="64007" y="2815"/>
                  </a:lnTo>
                  <a:lnTo>
                    <a:pt x="63069" y="2815"/>
                  </a:lnTo>
                  <a:lnTo>
                    <a:pt x="63069" y="1877"/>
                  </a:lnTo>
                  <a:lnTo>
                    <a:pt x="62131" y="1877"/>
                  </a:lnTo>
                  <a:lnTo>
                    <a:pt x="62131" y="939"/>
                  </a:lnTo>
                  <a:lnTo>
                    <a:pt x="61193" y="939"/>
                  </a:lnTo>
                  <a:lnTo>
                    <a:pt x="61193" y="2815"/>
                  </a:lnTo>
                  <a:lnTo>
                    <a:pt x="59305" y="2815"/>
                  </a:lnTo>
                  <a:lnTo>
                    <a:pt x="59305" y="1877"/>
                  </a:lnTo>
                  <a:lnTo>
                    <a:pt x="58367" y="1877"/>
                  </a:lnTo>
                  <a:lnTo>
                    <a:pt x="58367" y="2815"/>
                  </a:lnTo>
                  <a:lnTo>
                    <a:pt x="57429" y="2815"/>
                  </a:lnTo>
                  <a:lnTo>
                    <a:pt x="57429" y="1877"/>
                  </a:lnTo>
                  <a:lnTo>
                    <a:pt x="56478" y="1877"/>
                  </a:lnTo>
                  <a:lnTo>
                    <a:pt x="56478" y="2815"/>
                  </a:lnTo>
                  <a:lnTo>
                    <a:pt x="55540" y="2815"/>
                  </a:lnTo>
                  <a:lnTo>
                    <a:pt x="55540" y="3753"/>
                  </a:lnTo>
                  <a:lnTo>
                    <a:pt x="57429" y="3753"/>
                  </a:lnTo>
                  <a:lnTo>
                    <a:pt x="57429" y="4691"/>
                  </a:lnTo>
                  <a:lnTo>
                    <a:pt x="58367" y="4691"/>
                  </a:lnTo>
                  <a:lnTo>
                    <a:pt x="58367" y="5629"/>
                  </a:lnTo>
                  <a:lnTo>
                    <a:pt x="54602" y="5629"/>
                  </a:lnTo>
                  <a:lnTo>
                    <a:pt x="54602" y="4691"/>
                  </a:lnTo>
                  <a:lnTo>
                    <a:pt x="55540" y="4691"/>
                  </a:lnTo>
                  <a:lnTo>
                    <a:pt x="55540" y="3753"/>
                  </a:lnTo>
                  <a:lnTo>
                    <a:pt x="54602" y="3753"/>
                  </a:lnTo>
                  <a:lnTo>
                    <a:pt x="54602" y="2815"/>
                  </a:lnTo>
                  <a:lnTo>
                    <a:pt x="52714" y="2815"/>
                  </a:lnTo>
                  <a:lnTo>
                    <a:pt x="52714" y="1877"/>
                  </a:lnTo>
                  <a:lnTo>
                    <a:pt x="51776" y="1877"/>
                  </a:lnTo>
                  <a:lnTo>
                    <a:pt x="51776" y="939"/>
                  </a:lnTo>
                  <a:lnTo>
                    <a:pt x="50838" y="939"/>
                  </a:lnTo>
                  <a:lnTo>
                    <a:pt x="50838" y="1877"/>
                  </a:lnTo>
                  <a:lnTo>
                    <a:pt x="49887" y="1877"/>
                  </a:lnTo>
                  <a:lnTo>
                    <a:pt x="49887" y="939"/>
                  </a:lnTo>
                  <a:lnTo>
                    <a:pt x="48949" y="939"/>
                  </a:lnTo>
                  <a:lnTo>
                    <a:pt x="48949" y="1877"/>
                  </a:lnTo>
                  <a:lnTo>
                    <a:pt x="48011" y="1877"/>
                  </a:lnTo>
                  <a:lnTo>
                    <a:pt x="48011" y="939"/>
                  </a:lnTo>
                  <a:lnTo>
                    <a:pt x="47073" y="939"/>
                  </a:lnTo>
                  <a:lnTo>
                    <a:pt x="47073" y="1877"/>
                  </a:lnTo>
                  <a:lnTo>
                    <a:pt x="45185" y="1877"/>
                  </a:lnTo>
                  <a:lnTo>
                    <a:pt x="45185" y="2815"/>
                  </a:lnTo>
                  <a:lnTo>
                    <a:pt x="44247" y="2815"/>
                  </a:lnTo>
                  <a:lnTo>
                    <a:pt x="44247" y="3753"/>
                  </a:lnTo>
                  <a:lnTo>
                    <a:pt x="43309" y="3753"/>
                  </a:lnTo>
                  <a:lnTo>
                    <a:pt x="43309" y="5629"/>
                  </a:lnTo>
                  <a:lnTo>
                    <a:pt x="42359" y="5629"/>
                  </a:lnTo>
                  <a:lnTo>
                    <a:pt x="42359" y="6567"/>
                  </a:lnTo>
                  <a:lnTo>
                    <a:pt x="41421" y="6567"/>
                  </a:lnTo>
                  <a:lnTo>
                    <a:pt x="41421" y="5629"/>
                  </a:lnTo>
                  <a:lnTo>
                    <a:pt x="40482" y="5629"/>
                  </a:lnTo>
                  <a:lnTo>
                    <a:pt x="40482" y="4691"/>
                  </a:lnTo>
                  <a:lnTo>
                    <a:pt x="41421" y="4691"/>
                  </a:lnTo>
                  <a:lnTo>
                    <a:pt x="41421" y="3753"/>
                  </a:lnTo>
                  <a:lnTo>
                    <a:pt x="42359" y="3753"/>
                  </a:lnTo>
                  <a:lnTo>
                    <a:pt x="42359" y="1877"/>
                  </a:lnTo>
                  <a:lnTo>
                    <a:pt x="45185" y="1877"/>
                  </a:lnTo>
                  <a:lnTo>
                    <a:pt x="45185" y="939"/>
                  </a:lnTo>
                  <a:lnTo>
                    <a:pt x="43309" y="939"/>
                  </a:lnTo>
                  <a:lnTo>
                    <a:pt x="43309" y="1"/>
                  </a:lnTo>
                  <a:lnTo>
                    <a:pt x="42359" y="1"/>
                  </a:lnTo>
                  <a:lnTo>
                    <a:pt x="42359" y="939"/>
                  </a:lnTo>
                  <a:lnTo>
                    <a:pt x="41421" y="939"/>
                  </a:lnTo>
                  <a:lnTo>
                    <a:pt x="41421" y="2815"/>
                  </a:lnTo>
                  <a:lnTo>
                    <a:pt x="39544" y="2815"/>
                  </a:lnTo>
                  <a:lnTo>
                    <a:pt x="39544" y="939"/>
                  </a:lnTo>
                  <a:lnTo>
                    <a:pt x="37657" y="939"/>
                  </a:lnTo>
                  <a:lnTo>
                    <a:pt x="37657" y="1"/>
                  </a:lnTo>
                  <a:lnTo>
                    <a:pt x="36719" y="1"/>
                  </a:lnTo>
                  <a:lnTo>
                    <a:pt x="36719" y="1877"/>
                  </a:lnTo>
                  <a:lnTo>
                    <a:pt x="38595" y="1877"/>
                  </a:lnTo>
                  <a:lnTo>
                    <a:pt x="38595" y="2815"/>
                  </a:lnTo>
                  <a:lnTo>
                    <a:pt x="37657" y="2815"/>
                  </a:lnTo>
                  <a:lnTo>
                    <a:pt x="37657" y="3753"/>
                  </a:lnTo>
                  <a:lnTo>
                    <a:pt x="36719" y="3753"/>
                  </a:lnTo>
                  <a:lnTo>
                    <a:pt x="36719" y="1877"/>
                  </a:lnTo>
                  <a:lnTo>
                    <a:pt x="34830" y="1877"/>
                  </a:lnTo>
                  <a:lnTo>
                    <a:pt x="34830" y="2815"/>
                  </a:lnTo>
                  <a:lnTo>
                    <a:pt x="33892" y="2815"/>
                  </a:lnTo>
                  <a:lnTo>
                    <a:pt x="33892" y="1877"/>
                  </a:lnTo>
                  <a:lnTo>
                    <a:pt x="32954" y="1877"/>
                  </a:lnTo>
                  <a:lnTo>
                    <a:pt x="32954" y="939"/>
                  </a:lnTo>
                  <a:lnTo>
                    <a:pt x="32004" y="939"/>
                  </a:lnTo>
                  <a:lnTo>
                    <a:pt x="32004" y="2815"/>
                  </a:lnTo>
                  <a:lnTo>
                    <a:pt x="30128" y="2815"/>
                  </a:lnTo>
                  <a:lnTo>
                    <a:pt x="30128" y="1877"/>
                  </a:lnTo>
                  <a:lnTo>
                    <a:pt x="29190" y="1877"/>
                  </a:lnTo>
                  <a:lnTo>
                    <a:pt x="29190" y="2815"/>
                  </a:lnTo>
                  <a:lnTo>
                    <a:pt x="28239" y="2815"/>
                  </a:lnTo>
                  <a:lnTo>
                    <a:pt x="28239" y="1877"/>
                  </a:lnTo>
                  <a:lnTo>
                    <a:pt x="27301" y="1877"/>
                  </a:lnTo>
                  <a:lnTo>
                    <a:pt x="27301" y="2815"/>
                  </a:lnTo>
                  <a:lnTo>
                    <a:pt x="26363" y="2815"/>
                  </a:lnTo>
                  <a:lnTo>
                    <a:pt x="26363" y="3753"/>
                  </a:lnTo>
                  <a:lnTo>
                    <a:pt x="28239" y="3753"/>
                  </a:lnTo>
                  <a:lnTo>
                    <a:pt x="28239" y="4691"/>
                  </a:lnTo>
                  <a:lnTo>
                    <a:pt x="29190" y="4691"/>
                  </a:lnTo>
                  <a:lnTo>
                    <a:pt x="29190" y="5629"/>
                  </a:lnTo>
                  <a:lnTo>
                    <a:pt x="25413" y="5629"/>
                  </a:lnTo>
                  <a:lnTo>
                    <a:pt x="25413" y="4691"/>
                  </a:lnTo>
                  <a:lnTo>
                    <a:pt x="26363" y="4691"/>
                  </a:lnTo>
                  <a:lnTo>
                    <a:pt x="26363" y="3753"/>
                  </a:lnTo>
                  <a:lnTo>
                    <a:pt x="25413" y="3753"/>
                  </a:lnTo>
                  <a:lnTo>
                    <a:pt x="25413" y="2815"/>
                  </a:lnTo>
                  <a:lnTo>
                    <a:pt x="23537" y="2815"/>
                  </a:lnTo>
                  <a:lnTo>
                    <a:pt x="23537" y="1877"/>
                  </a:lnTo>
                  <a:lnTo>
                    <a:pt x="22599" y="1877"/>
                  </a:lnTo>
                  <a:lnTo>
                    <a:pt x="22599" y="939"/>
                  </a:lnTo>
                  <a:lnTo>
                    <a:pt x="21648" y="939"/>
                  </a:lnTo>
                  <a:lnTo>
                    <a:pt x="21648" y="1877"/>
                  </a:lnTo>
                  <a:lnTo>
                    <a:pt x="20710" y="1877"/>
                  </a:lnTo>
                  <a:lnTo>
                    <a:pt x="20710" y="939"/>
                  </a:lnTo>
                  <a:lnTo>
                    <a:pt x="19772" y="939"/>
                  </a:lnTo>
                  <a:lnTo>
                    <a:pt x="19772" y="1877"/>
                  </a:lnTo>
                  <a:lnTo>
                    <a:pt x="18834" y="1877"/>
                  </a:lnTo>
                  <a:lnTo>
                    <a:pt x="18834" y="939"/>
                  </a:lnTo>
                  <a:lnTo>
                    <a:pt x="17884" y="939"/>
                  </a:lnTo>
                  <a:lnTo>
                    <a:pt x="17884" y="1877"/>
                  </a:lnTo>
                  <a:lnTo>
                    <a:pt x="16008" y="1877"/>
                  </a:lnTo>
                  <a:lnTo>
                    <a:pt x="16008" y="2815"/>
                  </a:lnTo>
                  <a:lnTo>
                    <a:pt x="15070" y="2815"/>
                  </a:lnTo>
                  <a:lnTo>
                    <a:pt x="15070" y="3753"/>
                  </a:lnTo>
                  <a:lnTo>
                    <a:pt x="14120" y="3753"/>
                  </a:lnTo>
                  <a:lnTo>
                    <a:pt x="14120" y="5629"/>
                  </a:lnTo>
                  <a:lnTo>
                    <a:pt x="13181" y="5629"/>
                  </a:lnTo>
                  <a:lnTo>
                    <a:pt x="13181" y="6567"/>
                  </a:lnTo>
                  <a:lnTo>
                    <a:pt x="12243" y="6567"/>
                  </a:lnTo>
                  <a:lnTo>
                    <a:pt x="12243" y="5629"/>
                  </a:lnTo>
                  <a:lnTo>
                    <a:pt x="11294" y="5629"/>
                  </a:lnTo>
                  <a:lnTo>
                    <a:pt x="11294" y="4691"/>
                  </a:lnTo>
                  <a:lnTo>
                    <a:pt x="12243" y="4691"/>
                  </a:lnTo>
                  <a:lnTo>
                    <a:pt x="12243" y="3753"/>
                  </a:lnTo>
                  <a:lnTo>
                    <a:pt x="13181" y="3753"/>
                  </a:lnTo>
                  <a:lnTo>
                    <a:pt x="13181" y="1877"/>
                  </a:lnTo>
                  <a:lnTo>
                    <a:pt x="16008" y="1877"/>
                  </a:lnTo>
                  <a:lnTo>
                    <a:pt x="16008" y="939"/>
                  </a:lnTo>
                  <a:lnTo>
                    <a:pt x="14120" y="939"/>
                  </a:lnTo>
                  <a:lnTo>
                    <a:pt x="14120" y="1"/>
                  </a:lnTo>
                  <a:lnTo>
                    <a:pt x="13181" y="1"/>
                  </a:lnTo>
                  <a:lnTo>
                    <a:pt x="13181" y="939"/>
                  </a:lnTo>
                  <a:lnTo>
                    <a:pt x="12243" y="939"/>
                  </a:lnTo>
                  <a:lnTo>
                    <a:pt x="12243" y="2815"/>
                  </a:lnTo>
                  <a:lnTo>
                    <a:pt x="10356" y="2815"/>
                  </a:lnTo>
                  <a:lnTo>
                    <a:pt x="10356" y="939"/>
                  </a:lnTo>
                  <a:lnTo>
                    <a:pt x="8479" y="939"/>
                  </a:lnTo>
                  <a:lnTo>
                    <a:pt x="847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35"/>
            <p:cNvSpPr/>
            <p:nvPr/>
          </p:nvSpPr>
          <p:spPr>
            <a:xfrm>
              <a:off x="8956645" y="4986812"/>
              <a:ext cx="53862" cy="53183"/>
            </a:xfrm>
            <a:custGeom>
              <a:rect b="b" l="l" r="r" t="t"/>
              <a:pathLst>
                <a:path extrusionOk="0" h="939" w="951">
                  <a:moveTo>
                    <a:pt x="1" y="0"/>
                  </a:moveTo>
                  <a:lnTo>
                    <a:pt x="1" y="938"/>
                  </a:lnTo>
                  <a:lnTo>
                    <a:pt x="950" y="938"/>
                  </a:lnTo>
                  <a:lnTo>
                    <a:pt x="950" y="0"/>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35"/>
            <p:cNvSpPr/>
            <p:nvPr/>
          </p:nvSpPr>
          <p:spPr>
            <a:xfrm>
              <a:off x="8477098" y="4721128"/>
              <a:ext cx="53239" cy="53183"/>
            </a:xfrm>
            <a:custGeom>
              <a:rect b="b" l="l" r="r" t="t"/>
              <a:pathLst>
                <a:path extrusionOk="0" h="939" w="940">
                  <a:moveTo>
                    <a:pt x="1" y="1"/>
                  </a:moveTo>
                  <a:lnTo>
                    <a:pt x="1" y="939"/>
                  </a:lnTo>
                  <a:lnTo>
                    <a:pt x="939" y="939"/>
                  </a:lnTo>
                  <a:lnTo>
                    <a:pt x="93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35"/>
            <p:cNvSpPr/>
            <p:nvPr/>
          </p:nvSpPr>
          <p:spPr>
            <a:xfrm>
              <a:off x="1599375" y="4986812"/>
              <a:ext cx="53862" cy="53183"/>
            </a:xfrm>
            <a:custGeom>
              <a:rect b="b" l="l" r="r" t="t"/>
              <a:pathLst>
                <a:path extrusionOk="0" h="939" w="951">
                  <a:moveTo>
                    <a:pt x="0" y="0"/>
                  </a:moveTo>
                  <a:lnTo>
                    <a:pt x="0" y="938"/>
                  </a:lnTo>
                  <a:lnTo>
                    <a:pt x="951" y="938"/>
                  </a:lnTo>
                  <a:lnTo>
                    <a:pt x="951"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35"/>
            <p:cNvSpPr/>
            <p:nvPr/>
          </p:nvSpPr>
          <p:spPr>
            <a:xfrm>
              <a:off x="1493067" y="4933630"/>
              <a:ext cx="106365" cy="53239"/>
            </a:xfrm>
            <a:custGeom>
              <a:rect b="b" l="l" r="r" t="t"/>
              <a:pathLst>
                <a:path extrusionOk="0" h="940" w="1878">
                  <a:moveTo>
                    <a:pt x="1" y="1"/>
                  </a:moveTo>
                  <a:lnTo>
                    <a:pt x="1" y="939"/>
                  </a:lnTo>
                  <a:lnTo>
                    <a:pt x="1877" y="939"/>
                  </a:lnTo>
                  <a:lnTo>
                    <a:pt x="1877"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35"/>
            <p:cNvSpPr/>
            <p:nvPr/>
          </p:nvSpPr>
          <p:spPr>
            <a:xfrm>
              <a:off x="1439318" y="4986812"/>
              <a:ext cx="53806" cy="53183"/>
            </a:xfrm>
            <a:custGeom>
              <a:rect b="b" l="l" r="r" t="t"/>
              <a:pathLst>
                <a:path extrusionOk="0" h="939" w="950">
                  <a:moveTo>
                    <a:pt x="0" y="0"/>
                  </a:moveTo>
                  <a:lnTo>
                    <a:pt x="0" y="938"/>
                  </a:lnTo>
                  <a:lnTo>
                    <a:pt x="950" y="938"/>
                  </a:lnTo>
                  <a:lnTo>
                    <a:pt x="950"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35"/>
            <p:cNvSpPr/>
            <p:nvPr/>
          </p:nvSpPr>
          <p:spPr>
            <a:xfrm>
              <a:off x="1439318" y="4721128"/>
              <a:ext cx="53806" cy="106309"/>
            </a:xfrm>
            <a:custGeom>
              <a:rect b="b" l="l" r="r" t="t"/>
              <a:pathLst>
                <a:path extrusionOk="0" h="1877" w="950">
                  <a:moveTo>
                    <a:pt x="0" y="1"/>
                  </a:moveTo>
                  <a:lnTo>
                    <a:pt x="0" y="1877"/>
                  </a:lnTo>
                  <a:lnTo>
                    <a:pt x="950" y="1877"/>
                  </a:lnTo>
                  <a:lnTo>
                    <a:pt x="950" y="939"/>
                  </a:lnTo>
                  <a:lnTo>
                    <a:pt x="95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35"/>
            <p:cNvSpPr/>
            <p:nvPr/>
          </p:nvSpPr>
          <p:spPr>
            <a:xfrm>
              <a:off x="1119828" y="4721128"/>
              <a:ext cx="319549" cy="159435"/>
            </a:xfrm>
            <a:custGeom>
              <a:rect b="b" l="l" r="r" t="t"/>
              <a:pathLst>
                <a:path extrusionOk="0" h="2815" w="5642">
                  <a:moveTo>
                    <a:pt x="0" y="1"/>
                  </a:moveTo>
                  <a:lnTo>
                    <a:pt x="0" y="939"/>
                  </a:lnTo>
                  <a:lnTo>
                    <a:pt x="938" y="939"/>
                  </a:lnTo>
                  <a:lnTo>
                    <a:pt x="938" y="1877"/>
                  </a:lnTo>
                  <a:lnTo>
                    <a:pt x="1876" y="1877"/>
                  </a:lnTo>
                  <a:lnTo>
                    <a:pt x="1876" y="939"/>
                  </a:lnTo>
                  <a:lnTo>
                    <a:pt x="2827" y="939"/>
                  </a:lnTo>
                  <a:lnTo>
                    <a:pt x="2827" y="1877"/>
                  </a:lnTo>
                  <a:lnTo>
                    <a:pt x="3765" y="1877"/>
                  </a:lnTo>
                  <a:lnTo>
                    <a:pt x="3765" y="2815"/>
                  </a:lnTo>
                  <a:lnTo>
                    <a:pt x="5641" y="2815"/>
                  </a:lnTo>
                  <a:lnTo>
                    <a:pt x="5641" y="1877"/>
                  </a:lnTo>
                  <a:lnTo>
                    <a:pt x="4703" y="1877"/>
                  </a:lnTo>
                  <a:lnTo>
                    <a:pt x="4703"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35"/>
            <p:cNvSpPr/>
            <p:nvPr/>
          </p:nvSpPr>
          <p:spPr>
            <a:xfrm>
              <a:off x="1172954" y="4880505"/>
              <a:ext cx="160171" cy="106365"/>
            </a:xfrm>
            <a:custGeom>
              <a:rect b="b" l="l" r="r" t="t"/>
              <a:pathLst>
                <a:path extrusionOk="0" h="1878" w="2828">
                  <a:moveTo>
                    <a:pt x="938" y="1"/>
                  </a:moveTo>
                  <a:lnTo>
                    <a:pt x="938" y="939"/>
                  </a:lnTo>
                  <a:lnTo>
                    <a:pt x="0" y="939"/>
                  </a:lnTo>
                  <a:lnTo>
                    <a:pt x="0" y="1877"/>
                  </a:lnTo>
                  <a:lnTo>
                    <a:pt x="2827" y="1877"/>
                  </a:lnTo>
                  <a:lnTo>
                    <a:pt x="2827"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35"/>
            <p:cNvSpPr/>
            <p:nvPr/>
          </p:nvSpPr>
          <p:spPr>
            <a:xfrm>
              <a:off x="799659" y="4721128"/>
              <a:ext cx="267102" cy="106309"/>
            </a:xfrm>
            <a:custGeom>
              <a:rect b="b" l="l" r="r" t="t"/>
              <a:pathLst>
                <a:path extrusionOk="0" h="1877" w="4716">
                  <a:moveTo>
                    <a:pt x="1" y="1"/>
                  </a:moveTo>
                  <a:lnTo>
                    <a:pt x="1" y="939"/>
                  </a:lnTo>
                  <a:lnTo>
                    <a:pt x="1889" y="939"/>
                  </a:lnTo>
                  <a:lnTo>
                    <a:pt x="1889" y="1877"/>
                  </a:lnTo>
                  <a:lnTo>
                    <a:pt x="3765" y="1877"/>
                  </a:lnTo>
                  <a:lnTo>
                    <a:pt x="3765"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35"/>
            <p:cNvSpPr/>
            <p:nvPr/>
          </p:nvSpPr>
          <p:spPr>
            <a:xfrm>
              <a:off x="693408" y="4827379"/>
              <a:ext cx="213297" cy="159491"/>
            </a:xfrm>
            <a:custGeom>
              <a:rect b="b" l="l" r="r" t="t"/>
              <a:pathLst>
                <a:path extrusionOk="0" h="2816" w="3766">
                  <a:moveTo>
                    <a:pt x="938" y="1"/>
                  </a:moveTo>
                  <a:lnTo>
                    <a:pt x="938" y="1877"/>
                  </a:lnTo>
                  <a:lnTo>
                    <a:pt x="0" y="1877"/>
                  </a:lnTo>
                  <a:lnTo>
                    <a:pt x="0" y="2815"/>
                  </a:lnTo>
                  <a:lnTo>
                    <a:pt x="1877" y="2815"/>
                  </a:lnTo>
                  <a:lnTo>
                    <a:pt x="1877" y="1877"/>
                  </a:lnTo>
                  <a:lnTo>
                    <a:pt x="2827" y="1877"/>
                  </a:lnTo>
                  <a:lnTo>
                    <a:pt x="2827"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35"/>
            <p:cNvSpPr/>
            <p:nvPr/>
          </p:nvSpPr>
          <p:spPr>
            <a:xfrm>
              <a:off x="480226" y="4721128"/>
              <a:ext cx="266366" cy="159435"/>
            </a:xfrm>
            <a:custGeom>
              <a:rect b="b" l="l" r="r" t="t"/>
              <a:pathLst>
                <a:path extrusionOk="0" h="2815" w="4703">
                  <a:moveTo>
                    <a:pt x="0" y="1"/>
                  </a:moveTo>
                  <a:lnTo>
                    <a:pt x="0" y="939"/>
                  </a:lnTo>
                  <a:lnTo>
                    <a:pt x="1877" y="939"/>
                  </a:lnTo>
                  <a:lnTo>
                    <a:pt x="1877" y="2815"/>
                  </a:lnTo>
                  <a:lnTo>
                    <a:pt x="3764" y="2815"/>
                  </a:lnTo>
                  <a:lnTo>
                    <a:pt x="3764" y="1877"/>
                  </a:lnTo>
                  <a:lnTo>
                    <a:pt x="3764" y="939"/>
                  </a:lnTo>
                  <a:lnTo>
                    <a:pt x="4702" y="939"/>
                  </a:lnTo>
                  <a:lnTo>
                    <a:pt x="4702"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35"/>
            <p:cNvSpPr/>
            <p:nvPr/>
          </p:nvSpPr>
          <p:spPr>
            <a:xfrm>
              <a:off x="426364" y="4827379"/>
              <a:ext cx="107045" cy="106309"/>
            </a:xfrm>
            <a:custGeom>
              <a:rect b="b" l="l" r="r" t="t"/>
              <a:pathLst>
                <a:path extrusionOk="0" h="1877" w="1890">
                  <a:moveTo>
                    <a:pt x="1" y="1"/>
                  </a:moveTo>
                  <a:lnTo>
                    <a:pt x="1" y="1877"/>
                  </a:lnTo>
                  <a:lnTo>
                    <a:pt x="951" y="1877"/>
                  </a:lnTo>
                  <a:lnTo>
                    <a:pt x="951" y="939"/>
                  </a:lnTo>
                  <a:lnTo>
                    <a:pt x="1890" y="939"/>
                  </a:lnTo>
                  <a:lnTo>
                    <a:pt x="189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35"/>
            <p:cNvSpPr/>
            <p:nvPr/>
          </p:nvSpPr>
          <p:spPr>
            <a:xfrm>
              <a:off x="213182" y="4721128"/>
              <a:ext cx="213240" cy="159435"/>
            </a:xfrm>
            <a:custGeom>
              <a:rect b="b" l="l" r="r" t="t"/>
              <a:pathLst>
                <a:path extrusionOk="0" h="2815" w="3765">
                  <a:moveTo>
                    <a:pt x="951" y="1"/>
                  </a:moveTo>
                  <a:lnTo>
                    <a:pt x="951" y="939"/>
                  </a:lnTo>
                  <a:lnTo>
                    <a:pt x="1" y="939"/>
                  </a:lnTo>
                  <a:lnTo>
                    <a:pt x="1" y="1877"/>
                  </a:lnTo>
                  <a:lnTo>
                    <a:pt x="951" y="1877"/>
                  </a:lnTo>
                  <a:lnTo>
                    <a:pt x="951" y="2815"/>
                  </a:lnTo>
                  <a:lnTo>
                    <a:pt x="1889" y="2815"/>
                  </a:lnTo>
                  <a:lnTo>
                    <a:pt x="1889" y="1877"/>
                  </a:lnTo>
                  <a:lnTo>
                    <a:pt x="3765" y="1877"/>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35"/>
            <p:cNvSpPr/>
            <p:nvPr/>
          </p:nvSpPr>
          <p:spPr>
            <a:xfrm>
              <a:off x="0" y="4721128"/>
              <a:ext cx="213240" cy="159435"/>
            </a:xfrm>
            <a:custGeom>
              <a:rect b="b" l="l" r="r" t="t"/>
              <a:pathLst>
                <a:path extrusionOk="0" h="2815" w="3765">
                  <a:moveTo>
                    <a:pt x="0" y="1"/>
                  </a:moveTo>
                  <a:lnTo>
                    <a:pt x="0" y="1877"/>
                  </a:lnTo>
                  <a:lnTo>
                    <a:pt x="951" y="1877"/>
                  </a:lnTo>
                  <a:lnTo>
                    <a:pt x="951" y="2815"/>
                  </a:lnTo>
                  <a:lnTo>
                    <a:pt x="2827" y="2815"/>
                  </a:lnTo>
                  <a:lnTo>
                    <a:pt x="2827"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35"/>
            <p:cNvSpPr/>
            <p:nvPr/>
          </p:nvSpPr>
          <p:spPr>
            <a:xfrm>
              <a:off x="3252554" y="4986812"/>
              <a:ext cx="53183" cy="53183"/>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35"/>
            <p:cNvSpPr/>
            <p:nvPr/>
          </p:nvSpPr>
          <p:spPr>
            <a:xfrm>
              <a:off x="3145623" y="4933630"/>
              <a:ext cx="106988" cy="53239"/>
            </a:xfrm>
            <a:custGeom>
              <a:rect b="b" l="l" r="r" t="t"/>
              <a:pathLst>
                <a:path extrusionOk="0" h="940" w="1889">
                  <a:moveTo>
                    <a:pt x="0" y="1"/>
                  </a:moveTo>
                  <a:lnTo>
                    <a:pt x="0"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35"/>
            <p:cNvSpPr/>
            <p:nvPr/>
          </p:nvSpPr>
          <p:spPr>
            <a:xfrm>
              <a:off x="3092498" y="4986812"/>
              <a:ext cx="53183" cy="53183"/>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35"/>
            <p:cNvSpPr/>
            <p:nvPr/>
          </p:nvSpPr>
          <p:spPr>
            <a:xfrm>
              <a:off x="30924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35"/>
            <p:cNvSpPr/>
            <p:nvPr/>
          </p:nvSpPr>
          <p:spPr>
            <a:xfrm>
              <a:off x="2772328" y="4721128"/>
              <a:ext cx="320228" cy="159435"/>
            </a:xfrm>
            <a:custGeom>
              <a:rect b="b" l="l" r="r" t="t"/>
              <a:pathLst>
                <a:path extrusionOk="0" h="2815" w="5654">
                  <a:moveTo>
                    <a:pt x="0" y="1"/>
                  </a:moveTo>
                  <a:lnTo>
                    <a:pt x="0" y="939"/>
                  </a:lnTo>
                  <a:lnTo>
                    <a:pt x="938" y="939"/>
                  </a:lnTo>
                  <a:lnTo>
                    <a:pt x="938" y="1877"/>
                  </a:lnTo>
                  <a:lnTo>
                    <a:pt x="1889" y="1877"/>
                  </a:lnTo>
                  <a:lnTo>
                    <a:pt x="1889" y="939"/>
                  </a:lnTo>
                  <a:lnTo>
                    <a:pt x="2827" y="939"/>
                  </a:lnTo>
                  <a:lnTo>
                    <a:pt x="2827" y="1877"/>
                  </a:lnTo>
                  <a:lnTo>
                    <a:pt x="3765" y="1877"/>
                  </a:lnTo>
                  <a:lnTo>
                    <a:pt x="3765" y="2815"/>
                  </a:lnTo>
                  <a:lnTo>
                    <a:pt x="5653" y="2815"/>
                  </a:lnTo>
                  <a:lnTo>
                    <a:pt x="5653" y="1877"/>
                  </a:lnTo>
                  <a:lnTo>
                    <a:pt x="4715" y="1877"/>
                  </a:lnTo>
                  <a:lnTo>
                    <a:pt x="4715"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35"/>
            <p:cNvSpPr/>
            <p:nvPr/>
          </p:nvSpPr>
          <p:spPr>
            <a:xfrm>
              <a:off x="2825454" y="4880505"/>
              <a:ext cx="160171" cy="106365"/>
            </a:xfrm>
            <a:custGeom>
              <a:rect b="b" l="l" r="r" t="t"/>
              <a:pathLst>
                <a:path extrusionOk="0" h="1878" w="2828">
                  <a:moveTo>
                    <a:pt x="951" y="1"/>
                  </a:moveTo>
                  <a:lnTo>
                    <a:pt x="951" y="939"/>
                  </a:lnTo>
                  <a:lnTo>
                    <a:pt x="0" y="939"/>
                  </a:lnTo>
                  <a:lnTo>
                    <a:pt x="0" y="1877"/>
                  </a:lnTo>
                  <a:lnTo>
                    <a:pt x="2827" y="1877"/>
                  </a:lnTo>
                  <a:lnTo>
                    <a:pt x="2827"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35"/>
            <p:cNvSpPr/>
            <p:nvPr/>
          </p:nvSpPr>
          <p:spPr>
            <a:xfrm>
              <a:off x="2452895" y="4721128"/>
              <a:ext cx="266366" cy="106309"/>
            </a:xfrm>
            <a:custGeom>
              <a:rect b="b" l="l" r="r" t="t"/>
              <a:pathLst>
                <a:path extrusionOk="0" h="1877" w="4703">
                  <a:moveTo>
                    <a:pt x="0" y="1"/>
                  </a:moveTo>
                  <a:lnTo>
                    <a:pt x="0" y="939"/>
                  </a:lnTo>
                  <a:lnTo>
                    <a:pt x="1876" y="939"/>
                  </a:lnTo>
                  <a:lnTo>
                    <a:pt x="1876" y="1877"/>
                  </a:lnTo>
                  <a:lnTo>
                    <a:pt x="3764" y="1877"/>
                  </a:lnTo>
                  <a:lnTo>
                    <a:pt x="3764" y="939"/>
                  </a:lnTo>
                  <a:lnTo>
                    <a:pt x="4702" y="939"/>
                  </a:lnTo>
                  <a:lnTo>
                    <a:pt x="4702"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35"/>
            <p:cNvSpPr/>
            <p:nvPr/>
          </p:nvSpPr>
          <p:spPr>
            <a:xfrm>
              <a:off x="2345908" y="4827379"/>
              <a:ext cx="213297" cy="159491"/>
            </a:xfrm>
            <a:custGeom>
              <a:rect b="b" l="l" r="r" t="t"/>
              <a:pathLst>
                <a:path extrusionOk="0" h="2816" w="3766">
                  <a:moveTo>
                    <a:pt x="939" y="1"/>
                  </a:moveTo>
                  <a:lnTo>
                    <a:pt x="939" y="1877"/>
                  </a:lnTo>
                  <a:lnTo>
                    <a:pt x="1" y="1877"/>
                  </a:lnTo>
                  <a:lnTo>
                    <a:pt x="1" y="2815"/>
                  </a:lnTo>
                  <a:lnTo>
                    <a:pt x="1889" y="2815"/>
                  </a:lnTo>
                  <a:lnTo>
                    <a:pt x="1889" y="1877"/>
                  </a:lnTo>
                  <a:lnTo>
                    <a:pt x="2827" y="1877"/>
                  </a:lnTo>
                  <a:lnTo>
                    <a:pt x="2827"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35"/>
            <p:cNvSpPr/>
            <p:nvPr/>
          </p:nvSpPr>
          <p:spPr>
            <a:xfrm>
              <a:off x="2132726" y="4721128"/>
              <a:ext cx="266366" cy="159435"/>
            </a:xfrm>
            <a:custGeom>
              <a:rect b="b" l="l" r="r" t="t"/>
              <a:pathLst>
                <a:path extrusionOk="0" h="2815" w="4703">
                  <a:moveTo>
                    <a:pt x="1" y="1"/>
                  </a:moveTo>
                  <a:lnTo>
                    <a:pt x="1" y="939"/>
                  </a:lnTo>
                  <a:lnTo>
                    <a:pt x="1888" y="939"/>
                  </a:lnTo>
                  <a:lnTo>
                    <a:pt x="1888" y="2815"/>
                  </a:lnTo>
                  <a:lnTo>
                    <a:pt x="3765" y="2815"/>
                  </a:lnTo>
                  <a:lnTo>
                    <a:pt x="3765" y="1877"/>
                  </a:lnTo>
                  <a:lnTo>
                    <a:pt x="3765" y="939"/>
                  </a:lnTo>
                  <a:lnTo>
                    <a:pt x="4703" y="939"/>
                  </a:lnTo>
                  <a:lnTo>
                    <a:pt x="470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35"/>
            <p:cNvSpPr/>
            <p:nvPr/>
          </p:nvSpPr>
          <p:spPr>
            <a:xfrm>
              <a:off x="207960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35"/>
            <p:cNvSpPr/>
            <p:nvPr/>
          </p:nvSpPr>
          <p:spPr>
            <a:xfrm>
              <a:off x="18663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35"/>
            <p:cNvSpPr/>
            <p:nvPr/>
          </p:nvSpPr>
          <p:spPr>
            <a:xfrm>
              <a:off x="1546249" y="4721128"/>
              <a:ext cx="320172" cy="159435"/>
            </a:xfrm>
            <a:custGeom>
              <a:rect b="b" l="l" r="r" t="t"/>
              <a:pathLst>
                <a:path extrusionOk="0" h="2815" w="5653">
                  <a:moveTo>
                    <a:pt x="0" y="1"/>
                  </a:moveTo>
                  <a:lnTo>
                    <a:pt x="0" y="1877"/>
                  </a:lnTo>
                  <a:lnTo>
                    <a:pt x="938" y="1877"/>
                  </a:lnTo>
                  <a:lnTo>
                    <a:pt x="938" y="2815"/>
                  </a:lnTo>
                  <a:lnTo>
                    <a:pt x="1889" y="2815"/>
                  </a:lnTo>
                  <a:lnTo>
                    <a:pt x="1889" y="1877"/>
                  </a:lnTo>
                  <a:lnTo>
                    <a:pt x="2827" y="1877"/>
                  </a:lnTo>
                  <a:lnTo>
                    <a:pt x="2827" y="2815"/>
                  </a:lnTo>
                  <a:lnTo>
                    <a:pt x="4703" y="2815"/>
                  </a:lnTo>
                  <a:lnTo>
                    <a:pt x="4703" y="939"/>
                  </a:lnTo>
                  <a:lnTo>
                    <a:pt x="5653" y="939"/>
                  </a:lnTo>
                  <a:lnTo>
                    <a:pt x="565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35"/>
            <p:cNvSpPr/>
            <p:nvPr/>
          </p:nvSpPr>
          <p:spPr>
            <a:xfrm>
              <a:off x="4905111" y="4986812"/>
              <a:ext cx="53183" cy="53183"/>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35"/>
            <p:cNvSpPr/>
            <p:nvPr/>
          </p:nvSpPr>
          <p:spPr>
            <a:xfrm>
              <a:off x="4798124" y="4933630"/>
              <a:ext cx="106988" cy="53239"/>
            </a:xfrm>
            <a:custGeom>
              <a:rect b="b" l="l" r="r" t="t"/>
              <a:pathLst>
                <a:path extrusionOk="0" h="940" w="1889">
                  <a:moveTo>
                    <a:pt x="0" y="1"/>
                  </a:moveTo>
                  <a:lnTo>
                    <a:pt x="0"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35"/>
            <p:cNvSpPr/>
            <p:nvPr/>
          </p:nvSpPr>
          <p:spPr>
            <a:xfrm>
              <a:off x="4744998" y="4986812"/>
              <a:ext cx="53183" cy="53183"/>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35"/>
            <p:cNvSpPr/>
            <p:nvPr/>
          </p:nvSpPr>
          <p:spPr>
            <a:xfrm>
              <a:off x="4744998"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35"/>
            <p:cNvSpPr/>
            <p:nvPr/>
          </p:nvSpPr>
          <p:spPr>
            <a:xfrm>
              <a:off x="4424829" y="4721128"/>
              <a:ext cx="320228" cy="159435"/>
            </a:xfrm>
            <a:custGeom>
              <a:rect b="b" l="l" r="r" t="t"/>
              <a:pathLst>
                <a:path extrusionOk="0" h="2815" w="5654">
                  <a:moveTo>
                    <a:pt x="1" y="1"/>
                  </a:moveTo>
                  <a:lnTo>
                    <a:pt x="1" y="939"/>
                  </a:lnTo>
                  <a:lnTo>
                    <a:pt x="951" y="939"/>
                  </a:lnTo>
                  <a:lnTo>
                    <a:pt x="951" y="1877"/>
                  </a:lnTo>
                  <a:lnTo>
                    <a:pt x="1889" y="1877"/>
                  </a:lnTo>
                  <a:lnTo>
                    <a:pt x="1889" y="939"/>
                  </a:lnTo>
                  <a:lnTo>
                    <a:pt x="2827" y="939"/>
                  </a:lnTo>
                  <a:lnTo>
                    <a:pt x="2827" y="1877"/>
                  </a:lnTo>
                  <a:lnTo>
                    <a:pt x="3777" y="1877"/>
                  </a:lnTo>
                  <a:lnTo>
                    <a:pt x="3777" y="2815"/>
                  </a:lnTo>
                  <a:lnTo>
                    <a:pt x="5653" y="2815"/>
                  </a:lnTo>
                  <a:lnTo>
                    <a:pt x="5653" y="1877"/>
                  </a:lnTo>
                  <a:lnTo>
                    <a:pt x="4715" y="1877"/>
                  </a:lnTo>
                  <a:lnTo>
                    <a:pt x="4715" y="939"/>
                  </a:lnTo>
                  <a:lnTo>
                    <a:pt x="3777" y="939"/>
                  </a:lnTo>
                  <a:lnTo>
                    <a:pt x="3777"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35"/>
            <p:cNvSpPr/>
            <p:nvPr/>
          </p:nvSpPr>
          <p:spPr>
            <a:xfrm>
              <a:off x="4478690" y="4880505"/>
              <a:ext cx="160114" cy="106365"/>
            </a:xfrm>
            <a:custGeom>
              <a:rect b="b" l="l" r="r" t="t"/>
              <a:pathLst>
                <a:path extrusionOk="0" h="1878" w="2827">
                  <a:moveTo>
                    <a:pt x="938" y="1"/>
                  </a:moveTo>
                  <a:lnTo>
                    <a:pt x="938" y="939"/>
                  </a:lnTo>
                  <a:lnTo>
                    <a:pt x="0" y="939"/>
                  </a:lnTo>
                  <a:lnTo>
                    <a:pt x="0" y="1877"/>
                  </a:lnTo>
                  <a:lnTo>
                    <a:pt x="2826" y="1877"/>
                  </a:lnTo>
                  <a:lnTo>
                    <a:pt x="2826" y="939"/>
                  </a:lnTo>
                  <a:lnTo>
                    <a:pt x="1876" y="939"/>
                  </a:lnTo>
                  <a:lnTo>
                    <a:pt x="187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35"/>
            <p:cNvSpPr/>
            <p:nvPr/>
          </p:nvSpPr>
          <p:spPr>
            <a:xfrm>
              <a:off x="4105395" y="4721128"/>
              <a:ext cx="266366" cy="106309"/>
            </a:xfrm>
            <a:custGeom>
              <a:rect b="b" l="l" r="r" t="t"/>
              <a:pathLst>
                <a:path extrusionOk="0" h="1877" w="4703">
                  <a:moveTo>
                    <a:pt x="0" y="1"/>
                  </a:moveTo>
                  <a:lnTo>
                    <a:pt x="0" y="939"/>
                  </a:lnTo>
                  <a:lnTo>
                    <a:pt x="1877" y="939"/>
                  </a:lnTo>
                  <a:lnTo>
                    <a:pt x="1877" y="1877"/>
                  </a:lnTo>
                  <a:lnTo>
                    <a:pt x="3764" y="1877"/>
                  </a:lnTo>
                  <a:lnTo>
                    <a:pt x="3764" y="939"/>
                  </a:lnTo>
                  <a:lnTo>
                    <a:pt x="4702" y="939"/>
                  </a:lnTo>
                  <a:lnTo>
                    <a:pt x="4702"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35"/>
            <p:cNvSpPr/>
            <p:nvPr/>
          </p:nvSpPr>
          <p:spPr>
            <a:xfrm>
              <a:off x="3998408" y="4827379"/>
              <a:ext cx="213297" cy="159491"/>
            </a:xfrm>
            <a:custGeom>
              <a:rect b="b" l="l" r="r" t="t"/>
              <a:pathLst>
                <a:path extrusionOk="0" h="2816" w="3766">
                  <a:moveTo>
                    <a:pt x="951" y="1"/>
                  </a:moveTo>
                  <a:lnTo>
                    <a:pt x="951" y="1877"/>
                  </a:lnTo>
                  <a:lnTo>
                    <a:pt x="1" y="1877"/>
                  </a:lnTo>
                  <a:lnTo>
                    <a:pt x="1" y="2815"/>
                  </a:lnTo>
                  <a:lnTo>
                    <a:pt x="1889" y="2815"/>
                  </a:lnTo>
                  <a:lnTo>
                    <a:pt x="1889" y="1877"/>
                  </a:lnTo>
                  <a:lnTo>
                    <a:pt x="2828" y="1877"/>
                  </a:lnTo>
                  <a:lnTo>
                    <a:pt x="2828" y="939"/>
                  </a:lnTo>
                  <a:lnTo>
                    <a:pt x="3766" y="939"/>
                  </a:lnTo>
                  <a:lnTo>
                    <a:pt x="376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35"/>
            <p:cNvSpPr/>
            <p:nvPr/>
          </p:nvSpPr>
          <p:spPr>
            <a:xfrm>
              <a:off x="3785226" y="4721128"/>
              <a:ext cx="267102" cy="159435"/>
            </a:xfrm>
            <a:custGeom>
              <a:rect b="b" l="l" r="r" t="t"/>
              <a:pathLst>
                <a:path extrusionOk="0" h="2815" w="4716">
                  <a:moveTo>
                    <a:pt x="1" y="1"/>
                  </a:moveTo>
                  <a:lnTo>
                    <a:pt x="1" y="939"/>
                  </a:lnTo>
                  <a:lnTo>
                    <a:pt x="1889" y="939"/>
                  </a:lnTo>
                  <a:lnTo>
                    <a:pt x="1889" y="2815"/>
                  </a:lnTo>
                  <a:lnTo>
                    <a:pt x="3765" y="2815"/>
                  </a:lnTo>
                  <a:lnTo>
                    <a:pt x="3765" y="1877"/>
                  </a:lnTo>
                  <a:lnTo>
                    <a:pt x="3765"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35"/>
            <p:cNvSpPr/>
            <p:nvPr/>
          </p:nvSpPr>
          <p:spPr>
            <a:xfrm>
              <a:off x="3732100" y="4827379"/>
              <a:ext cx="106988" cy="106309"/>
            </a:xfrm>
            <a:custGeom>
              <a:rect b="b" l="l" r="r" t="t"/>
              <a:pathLst>
                <a:path extrusionOk="0" h="1877" w="1889">
                  <a:moveTo>
                    <a:pt x="1" y="1"/>
                  </a:moveTo>
                  <a:lnTo>
                    <a:pt x="1" y="1877"/>
                  </a:lnTo>
                  <a:lnTo>
                    <a:pt x="939" y="1877"/>
                  </a:lnTo>
                  <a:lnTo>
                    <a:pt x="939" y="939"/>
                  </a:lnTo>
                  <a:lnTo>
                    <a:pt x="1888" y="939"/>
                  </a:lnTo>
                  <a:lnTo>
                    <a:pt x="188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35"/>
            <p:cNvSpPr/>
            <p:nvPr/>
          </p:nvSpPr>
          <p:spPr>
            <a:xfrm>
              <a:off x="3518862" y="4721128"/>
              <a:ext cx="213297" cy="159435"/>
            </a:xfrm>
            <a:custGeom>
              <a:rect b="b" l="l" r="r" t="t"/>
              <a:pathLst>
                <a:path extrusionOk="0" h="2815" w="3766">
                  <a:moveTo>
                    <a:pt x="939" y="1"/>
                  </a:moveTo>
                  <a:lnTo>
                    <a:pt x="939" y="939"/>
                  </a:lnTo>
                  <a:lnTo>
                    <a:pt x="1" y="939"/>
                  </a:lnTo>
                  <a:lnTo>
                    <a:pt x="1" y="1877"/>
                  </a:lnTo>
                  <a:lnTo>
                    <a:pt x="939" y="1877"/>
                  </a:lnTo>
                  <a:lnTo>
                    <a:pt x="939" y="2815"/>
                  </a:lnTo>
                  <a:lnTo>
                    <a:pt x="1877" y="2815"/>
                  </a:lnTo>
                  <a:lnTo>
                    <a:pt x="1877" y="1877"/>
                  </a:lnTo>
                  <a:lnTo>
                    <a:pt x="3766" y="1877"/>
                  </a:lnTo>
                  <a:lnTo>
                    <a:pt x="376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35"/>
            <p:cNvSpPr/>
            <p:nvPr/>
          </p:nvSpPr>
          <p:spPr>
            <a:xfrm>
              <a:off x="3198749" y="4721128"/>
              <a:ext cx="320172" cy="159435"/>
            </a:xfrm>
            <a:custGeom>
              <a:rect b="b" l="l" r="r" t="t"/>
              <a:pathLst>
                <a:path extrusionOk="0" h="2815" w="5653">
                  <a:moveTo>
                    <a:pt x="0" y="1"/>
                  </a:moveTo>
                  <a:lnTo>
                    <a:pt x="0" y="1877"/>
                  </a:lnTo>
                  <a:lnTo>
                    <a:pt x="951" y="1877"/>
                  </a:lnTo>
                  <a:lnTo>
                    <a:pt x="951" y="2815"/>
                  </a:lnTo>
                  <a:lnTo>
                    <a:pt x="1889" y="2815"/>
                  </a:lnTo>
                  <a:lnTo>
                    <a:pt x="1889" y="1877"/>
                  </a:lnTo>
                  <a:lnTo>
                    <a:pt x="2827" y="1877"/>
                  </a:lnTo>
                  <a:lnTo>
                    <a:pt x="2827" y="2815"/>
                  </a:lnTo>
                  <a:lnTo>
                    <a:pt x="4715" y="2815"/>
                  </a:lnTo>
                  <a:lnTo>
                    <a:pt x="4715" y="939"/>
                  </a:lnTo>
                  <a:lnTo>
                    <a:pt x="5653" y="939"/>
                  </a:lnTo>
                  <a:lnTo>
                    <a:pt x="565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35"/>
            <p:cNvSpPr/>
            <p:nvPr/>
          </p:nvSpPr>
          <p:spPr>
            <a:xfrm>
              <a:off x="6557611" y="4986812"/>
              <a:ext cx="53183" cy="53183"/>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35"/>
            <p:cNvSpPr/>
            <p:nvPr/>
          </p:nvSpPr>
          <p:spPr>
            <a:xfrm>
              <a:off x="6451360" y="4933630"/>
              <a:ext cx="106309" cy="53239"/>
            </a:xfrm>
            <a:custGeom>
              <a:rect b="b" l="l" r="r" t="t"/>
              <a:pathLst>
                <a:path extrusionOk="0" h="940" w="1877">
                  <a:moveTo>
                    <a:pt x="0" y="1"/>
                  </a:moveTo>
                  <a:lnTo>
                    <a:pt x="0" y="939"/>
                  </a:lnTo>
                  <a:lnTo>
                    <a:pt x="1876" y="939"/>
                  </a:lnTo>
                  <a:lnTo>
                    <a:pt x="1876"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35"/>
            <p:cNvSpPr/>
            <p:nvPr/>
          </p:nvSpPr>
          <p:spPr>
            <a:xfrm>
              <a:off x="6397498" y="4986812"/>
              <a:ext cx="53862" cy="53183"/>
            </a:xfrm>
            <a:custGeom>
              <a:rect b="b" l="l" r="r" t="t"/>
              <a:pathLst>
                <a:path extrusionOk="0" h="939" w="951">
                  <a:moveTo>
                    <a:pt x="0" y="0"/>
                  </a:moveTo>
                  <a:lnTo>
                    <a:pt x="0" y="938"/>
                  </a:lnTo>
                  <a:lnTo>
                    <a:pt x="951" y="938"/>
                  </a:lnTo>
                  <a:lnTo>
                    <a:pt x="951"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35"/>
            <p:cNvSpPr/>
            <p:nvPr/>
          </p:nvSpPr>
          <p:spPr>
            <a:xfrm>
              <a:off x="6397498" y="4721128"/>
              <a:ext cx="53862" cy="106309"/>
            </a:xfrm>
            <a:custGeom>
              <a:rect b="b" l="l" r="r" t="t"/>
              <a:pathLst>
                <a:path extrusionOk="0" h="1877" w="951">
                  <a:moveTo>
                    <a:pt x="0" y="1"/>
                  </a:moveTo>
                  <a:lnTo>
                    <a:pt x="0" y="1877"/>
                  </a:lnTo>
                  <a:lnTo>
                    <a:pt x="951" y="1877"/>
                  </a:lnTo>
                  <a:lnTo>
                    <a:pt x="951" y="939"/>
                  </a:lnTo>
                  <a:lnTo>
                    <a:pt x="951"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35"/>
            <p:cNvSpPr/>
            <p:nvPr/>
          </p:nvSpPr>
          <p:spPr>
            <a:xfrm>
              <a:off x="6078065" y="4721128"/>
              <a:ext cx="319492" cy="159435"/>
            </a:xfrm>
            <a:custGeom>
              <a:rect b="b" l="l" r="r" t="t"/>
              <a:pathLst>
                <a:path extrusionOk="0" h="2815" w="5641">
                  <a:moveTo>
                    <a:pt x="0" y="1"/>
                  </a:moveTo>
                  <a:lnTo>
                    <a:pt x="0" y="939"/>
                  </a:lnTo>
                  <a:lnTo>
                    <a:pt x="938" y="939"/>
                  </a:lnTo>
                  <a:lnTo>
                    <a:pt x="938" y="1877"/>
                  </a:lnTo>
                  <a:lnTo>
                    <a:pt x="1876" y="1877"/>
                  </a:lnTo>
                  <a:lnTo>
                    <a:pt x="1876" y="939"/>
                  </a:lnTo>
                  <a:lnTo>
                    <a:pt x="2826" y="939"/>
                  </a:lnTo>
                  <a:lnTo>
                    <a:pt x="2826" y="1877"/>
                  </a:lnTo>
                  <a:lnTo>
                    <a:pt x="3764" y="1877"/>
                  </a:lnTo>
                  <a:lnTo>
                    <a:pt x="3764" y="2815"/>
                  </a:lnTo>
                  <a:lnTo>
                    <a:pt x="5640" y="2815"/>
                  </a:lnTo>
                  <a:lnTo>
                    <a:pt x="5640" y="1877"/>
                  </a:lnTo>
                  <a:lnTo>
                    <a:pt x="4702" y="1877"/>
                  </a:lnTo>
                  <a:lnTo>
                    <a:pt x="4702" y="939"/>
                  </a:lnTo>
                  <a:lnTo>
                    <a:pt x="3764" y="939"/>
                  </a:lnTo>
                  <a:lnTo>
                    <a:pt x="376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35"/>
            <p:cNvSpPr/>
            <p:nvPr/>
          </p:nvSpPr>
          <p:spPr>
            <a:xfrm>
              <a:off x="6131191" y="4880505"/>
              <a:ext cx="160114" cy="106365"/>
            </a:xfrm>
            <a:custGeom>
              <a:rect b="b" l="l" r="r" t="t"/>
              <a:pathLst>
                <a:path extrusionOk="0" h="1878" w="2827">
                  <a:moveTo>
                    <a:pt x="938" y="1"/>
                  </a:moveTo>
                  <a:lnTo>
                    <a:pt x="938" y="939"/>
                  </a:lnTo>
                  <a:lnTo>
                    <a:pt x="0" y="939"/>
                  </a:lnTo>
                  <a:lnTo>
                    <a:pt x="0" y="1877"/>
                  </a:lnTo>
                  <a:lnTo>
                    <a:pt x="2826" y="1877"/>
                  </a:lnTo>
                  <a:lnTo>
                    <a:pt x="2826" y="939"/>
                  </a:lnTo>
                  <a:lnTo>
                    <a:pt x="1888" y="939"/>
                  </a:lnTo>
                  <a:lnTo>
                    <a:pt x="188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35"/>
            <p:cNvSpPr/>
            <p:nvPr/>
          </p:nvSpPr>
          <p:spPr>
            <a:xfrm>
              <a:off x="5757896" y="4721128"/>
              <a:ext cx="267102" cy="106309"/>
            </a:xfrm>
            <a:custGeom>
              <a:rect b="b" l="l" r="r" t="t"/>
              <a:pathLst>
                <a:path extrusionOk="0" h="1877" w="4716">
                  <a:moveTo>
                    <a:pt x="1" y="1"/>
                  </a:moveTo>
                  <a:lnTo>
                    <a:pt x="1" y="939"/>
                  </a:lnTo>
                  <a:lnTo>
                    <a:pt x="1888" y="939"/>
                  </a:lnTo>
                  <a:lnTo>
                    <a:pt x="1888" y="1877"/>
                  </a:lnTo>
                  <a:lnTo>
                    <a:pt x="3765" y="1877"/>
                  </a:lnTo>
                  <a:lnTo>
                    <a:pt x="3765"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35"/>
            <p:cNvSpPr/>
            <p:nvPr/>
          </p:nvSpPr>
          <p:spPr>
            <a:xfrm>
              <a:off x="5651644" y="4827379"/>
              <a:ext cx="213240" cy="159491"/>
            </a:xfrm>
            <a:custGeom>
              <a:rect b="b" l="l" r="r" t="t"/>
              <a:pathLst>
                <a:path extrusionOk="0" h="2816" w="3765">
                  <a:moveTo>
                    <a:pt x="939" y="1"/>
                  </a:moveTo>
                  <a:lnTo>
                    <a:pt x="939" y="1877"/>
                  </a:lnTo>
                  <a:lnTo>
                    <a:pt x="0" y="1877"/>
                  </a:lnTo>
                  <a:lnTo>
                    <a:pt x="0" y="2815"/>
                  </a:lnTo>
                  <a:lnTo>
                    <a:pt x="1877" y="2815"/>
                  </a:lnTo>
                  <a:lnTo>
                    <a:pt x="1877" y="1877"/>
                  </a:lnTo>
                  <a:lnTo>
                    <a:pt x="2815" y="1877"/>
                  </a:lnTo>
                  <a:lnTo>
                    <a:pt x="2815" y="939"/>
                  </a:lnTo>
                  <a:lnTo>
                    <a:pt x="3764" y="939"/>
                  </a:lnTo>
                  <a:lnTo>
                    <a:pt x="376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35"/>
            <p:cNvSpPr/>
            <p:nvPr/>
          </p:nvSpPr>
          <p:spPr>
            <a:xfrm>
              <a:off x="5438406" y="4721128"/>
              <a:ext cx="266423" cy="159435"/>
            </a:xfrm>
            <a:custGeom>
              <a:rect b="b" l="l" r="r" t="t"/>
              <a:pathLst>
                <a:path extrusionOk="0" h="2815" w="4704">
                  <a:moveTo>
                    <a:pt x="1" y="1"/>
                  </a:moveTo>
                  <a:lnTo>
                    <a:pt x="1" y="939"/>
                  </a:lnTo>
                  <a:lnTo>
                    <a:pt x="1877" y="939"/>
                  </a:lnTo>
                  <a:lnTo>
                    <a:pt x="1877" y="2815"/>
                  </a:lnTo>
                  <a:lnTo>
                    <a:pt x="3765" y="2815"/>
                  </a:lnTo>
                  <a:lnTo>
                    <a:pt x="3765" y="1877"/>
                  </a:lnTo>
                  <a:lnTo>
                    <a:pt x="3765" y="939"/>
                  </a:lnTo>
                  <a:lnTo>
                    <a:pt x="4704" y="939"/>
                  </a:lnTo>
                  <a:lnTo>
                    <a:pt x="470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35"/>
            <p:cNvSpPr/>
            <p:nvPr/>
          </p:nvSpPr>
          <p:spPr>
            <a:xfrm>
              <a:off x="5384601" y="4827379"/>
              <a:ext cx="106988" cy="106309"/>
            </a:xfrm>
            <a:custGeom>
              <a:rect b="b" l="l" r="r" t="t"/>
              <a:pathLst>
                <a:path extrusionOk="0" h="1877" w="1889">
                  <a:moveTo>
                    <a:pt x="1" y="1"/>
                  </a:moveTo>
                  <a:lnTo>
                    <a:pt x="1" y="1877"/>
                  </a:lnTo>
                  <a:lnTo>
                    <a:pt x="951" y="1877"/>
                  </a:lnTo>
                  <a:lnTo>
                    <a:pt x="951" y="939"/>
                  </a:lnTo>
                  <a:lnTo>
                    <a:pt x="1889" y="939"/>
                  </a:lnTo>
                  <a:lnTo>
                    <a:pt x="1889"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35"/>
            <p:cNvSpPr/>
            <p:nvPr/>
          </p:nvSpPr>
          <p:spPr>
            <a:xfrm>
              <a:off x="5171419" y="4721128"/>
              <a:ext cx="213240" cy="159435"/>
            </a:xfrm>
            <a:custGeom>
              <a:rect b="b" l="l" r="r" t="t"/>
              <a:pathLst>
                <a:path extrusionOk="0" h="2815" w="3765">
                  <a:moveTo>
                    <a:pt x="938" y="1"/>
                  </a:moveTo>
                  <a:lnTo>
                    <a:pt x="938" y="939"/>
                  </a:lnTo>
                  <a:lnTo>
                    <a:pt x="0" y="939"/>
                  </a:lnTo>
                  <a:lnTo>
                    <a:pt x="0" y="1877"/>
                  </a:lnTo>
                  <a:lnTo>
                    <a:pt x="938" y="1877"/>
                  </a:lnTo>
                  <a:lnTo>
                    <a:pt x="938" y="2815"/>
                  </a:lnTo>
                  <a:lnTo>
                    <a:pt x="1889" y="2815"/>
                  </a:lnTo>
                  <a:lnTo>
                    <a:pt x="1889" y="1877"/>
                  </a:lnTo>
                  <a:lnTo>
                    <a:pt x="3765" y="1877"/>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35"/>
            <p:cNvSpPr/>
            <p:nvPr/>
          </p:nvSpPr>
          <p:spPr>
            <a:xfrm>
              <a:off x="4851929" y="4721128"/>
              <a:ext cx="319549" cy="159435"/>
            </a:xfrm>
            <a:custGeom>
              <a:rect b="b" l="l" r="r" t="t"/>
              <a:pathLst>
                <a:path extrusionOk="0" h="2815" w="5642">
                  <a:moveTo>
                    <a:pt x="1" y="1"/>
                  </a:moveTo>
                  <a:lnTo>
                    <a:pt x="1" y="1877"/>
                  </a:lnTo>
                  <a:lnTo>
                    <a:pt x="939" y="1877"/>
                  </a:lnTo>
                  <a:lnTo>
                    <a:pt x="939" y="2815"/>
                  </a:lnTo>
                  <a:lnTo>
                    <a:pt x="1877" y="2815"/>
                  </a:lnTo>
                  <a:lnTo>
                    <a:pt x="1877" y="1877"/>
                  </a:lnTo>
                  <a:lnTo>
                    <a:pt x="2815" y="1877"/>
                  </a:lnTo>
                  <a:lnTo>
                    <a:pt x="2815" y="2815"/>
                  </a:lnTo>
                  <a:lnTo>
                    <a:pt x="4703" y="2815"/>
                  </a:lnTo>
                  <a:lnTo>
                    <a:pt x="4703" y="939"/>
                  </a:lnTo>
                  <a:lnTo>
                    <a:pt x="5641" y="939"/>
                  </a:lnTo>
                  <a:lnTo>
                    <a:pt x="5641"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35"/>
            <p:cNvSpPr/>
            <p:nvPr/>
          </p:nvSpPr>
          <p:spPr>
            <a:xfrm>
              <a:off x="8210734" y="4986812"/>
              <a:ext cx="53239" cy="53183"/>
            </a:xfrm>
            <a:custGeom>
              <a:rect b="b" l="l" r="r" t="t"/>
              <a:pathLst>
                <a:path extrusionOk="0" h="939" w="940">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35"/>
            <p:cNvSpPr/>
            <p:nvPr/>
          </p:nvSpPr>
          <p:spPr>
            <a:xfrm>
              <a:off x="8103860" y="4933630"/>
              <a:ext cx="106932" cy="53239"/>
            </a:xfrm>
            <a:custGeom>
              <a:rect b="b" l="l" r="r" t="t"/>
              <a:pathLst>
                <a:path extrusionOk="0" h="940" w="1888">
                  <a:moveTo>
                    <a:pt x="0" y="1"/>
                  </a:moveTo>
                  <a:lnTo>
                    <a:pt x="0" y="939"/>
                  </a:lnTo>
                  <a:lnTo>
                    <a:pt x="1888" y="939"/>
                  </a:lnTo>
                  <a:lnTo>
                    <a:pt x="188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35"/>
            <p:cNvSpPr/>
            <p:nvPr/>
          </p:nvSpPr>
          <p:spPr>
            <a:xfrm>
              <a:off x="8050734" y="4986812"/>
              <a:ext cx="53183" cy="53183"/>
            </a:xfrm>
            <a:custGeom>
              <a:rect b="b" l="l" r="r" t="t"/>
              <a:pathLst>
                <a:path extrusionOk="0" h="939" w="939">
                  <a:moveTo>
                    <a:pt x="0" y="0"/>
                  </a:moveTo>
                  <a:lnTo>
                    <a:pt x="0" y="938"/>
                  </a:lnTo>
                  <a:lnTo>
                    <a:pt x="938" y="938"/>
                  </a:lnTo>
                  <a:lnTo>
                    <a:pt x="938"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35"/>
            <p:cNvSpPr/>
            <p:nvPr/>
          </p:nvSpPr>
          <p:spPr>
            <a:xfrm>
              <a:off x="8050734" y="4721128"/>
              <a:ext cx="53183" cy="106309"/>
            </a:xfrm>
            <a:custGeom>
              <a:rect b="b" l="l" r="r" t="t"/>
              <a:pathLst>
                <a:path extrusionOk="0" h="1877" w="939">
                  <a:moveTo>
                    <a:pt x="0" y="1"/>
                  </a:moveTo>
                  <a:lnTo>
                    <a:pt x="0" y="1877"/>
                  </a:lnTo>
                  <a:lnTo>
                    <a:pt x="938" y="1877"/>
                  </a:lnTo>
                  <a:lnTo>
                    <a:pt x="938" y="939"/>
                  </a:lnTo>
                  <a:lnTo>
                    <a:pt x="93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35"/>
            <p:cNvSpPr/>
            <p:nvPr/>
          </p:nvSpPr>
          <p:spPr>
            <a:xfrm>
              <a:off x="7730565" y="4721128"/>
              <a:ext cx="320228" cy="159435"/>
            </a:xfrm>
            <a:custGeom>
              <a:rect b="b" l="l" r="r" t="t"/>
              <a:pathLst>
                <a:path extrusionOk="0" h="2815" w="5654">
                  <a:moveTo>
                    <a:pt x="0" y="1"/>
                  </a:moveTo>
                  <a:lnTo>
                    <a:pt x="0" y="939"/>
                  </a:lnTo>
                  <a:lnTo>
                    <a:pt x="939" y="939"/>
                  </a:lnTo>
                  <a:lnTo>
                    <a:pt x="939" y="1877"/>
                  </a:lnTo>
                  <a:lnTo>
                    <a:pt x="1888" y="1877"/>
                  </a:lnTo>
                  <a:lnTo>
                    <a:pt x="1888" y="939"/>
                  </a:lnTo>
                  <a:lnTo>
                    <a:pt x="2826" y="939"/>
                  </a:lnTo>
                  <a:lnTo>
                    <a:pt x="2826" y="1877"/>
                  </a:lnTo>
                  <a:lnTo>
                    <a:pt x="3764" y="1877"/>
                  </a:lnTo>
                  <a:lnTo>
                    <a:pt x="3764" y="2815"/>
                  </a:lnTo>
                  <a:lnTo>
                    <a:pt x="5653" y="2815"/>
                  </a:lnTo>
                  <a:lnTo>
                    <a:pt x="5653" y="1877"/>
                  </a:lnTo>
                  <a:lnTo>
                    <a:pt x="4703" y="1877"/>
                  </a:lnTo>
                  <a:lnTo>
                    <a:pt x="4703" y="939"/>
                  </a:lnTo>
                  <a:lnTo>
                    <a:pt x="3764" y="939"/>
                  </a:lnTo>
                  <a:lnTo>
                    <a:pt x="376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35"/>
            <p:cNvSpPr/>
            <p:nvPr/>
          </p:nvSpPr>
          <p:spPr>
            <a:xfrm>
              <a:off x="7783691" y="4880505"/>
              <a:ext cx="160114" cy="106365"/>
            </a:xfrm>
            <a:custGeom>
              <a:rect b="b" l="l" r="r" t="t"/>
              <a:pathLst>
                <a:path extrusionOk="0" h="1878" w="2827">
                  <a:moveTo>
                    <a:pt x="950" y="1"/>
                  </a:moveTo>
                  <a:lnTo>
                    <a:pt x="950" y="939"/>
                  </a:lnTo>
                  <a:lnTo>
                    <a:pt x="1" y="939"/>
                  </a:lnTo>
                  <a:lnTo>
                    <a:pt x="1" y="1877"/>
                  </a:lnTo>
                  <a:lnTo>
                    <a:pt x="2826" y="1877"/>
                  </a:lnTo>
                  <a:lnTo>
                    <a:pt x="2826" y="939"/>
                  </a:lnTo>
                  <a:lnTo>
                    <a:pt x="1888" y="939"/>
                  </a:lnTo>
                  <a:lnTo>
                    <a:pt x="188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35"/>
            <p:cNvSpPr/>
            <p:nvPr/>
          </p:nvSpPr>
          <p:spPr>
            <a:xfrm>
              <a:off x="7410396" y="4721128"/>
              <a:ext cx="267102" cy="106309"/>
            </a:xfrm>
            <a:custGeom>
              <a:rect b="b" l="l" r="r" t="t"/>
              <a:pathLst>
                <a:path extrusionOk="0" h="1877" w="4716">
                  <a:moveTo>
                    <a:pt x="1" y="1"/>
                  </a:moveTo>
                  <a:lnTo>
                    <a:pt x="1" y="939"/>
                  </a:lnTo>
                  <a:lnTo>
                    <a:pt x="1889" y="939"/>
                  </a:lnTo>
                  <a:lnTo>
                    <a:pt x="1889" y="1877"/>
                  </a:lnTo>
                  <a:lnTo>
                    <a:pt x="3777" y="1877"/>
                  </a:lnTo>
                  <a:lnTo>
                    <a:pt x="3777"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35"/>
            <p:cNvSpPr/>
            <p:nvPr/>
          </p:nvSpPr>
          <p:spPr>
            <a:xfrm>
              <a:off x="7304144" y="4827379"/>
              <a:ext cx="213240" cy="159491"/>
            </a:xfrm>
            <a:custGeom>
              <a:rect b="b" l="l" r="r" t="t"/>
              <a:pathLst>
                <a:path extrusionOk="0" h="2816" w="3765">
                  <a:moveTo>
                    <a:pt x="939" y="1"/>
                  </a:moveTo>
                  <a:lnTo>
                    <a:pt x="939" y="1877"/>
                  </a:lnTo>
                  <a:lnTo>
                    <a:pt x="1" y="1877"/>
                  </a:lnTo>
                  <a:lnTo>
                    <a:pt x="1" y="2815"/>
                  </a:lnTo>
                  <a:lnTo>
                    <a:pt x="1877" y="2815"/>
                  </a:lnTo>
                  <a:lnTo>
                    <a:pt x="1877" y="1877"/>
                  </a:lnTo>
                  <a:lnTo>
                    <a:pt x="2826" y="1877"/>
                  </a:lnTo>
                  <a:lnTo>
                    <a:pt x="2826" y="939"/>
                  </a:lnTo>
                  <a:lnTo>
                    <a:pt x="3765" y="939"/>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35"/>
            <p:cNvSpPr/>
            <p:nvPr/>
          </p:nvSpPr>
          <p:spPr>
            <a:xfrm>
              <a:off x="7090906" y="4721128"/>
              <a:ext cx="266423" cy="159435"/>
            </a:xfrm>
            <a:custGeom>
              <a:rect b="b" l="l" r="r" t="t"/>
              <a:pathLst>
                <a:path extrusionOk="0" h="2815" w="4704">
                  <a:moveTo>
                    <a:pt x="1" y="1"/>
                  </a:moveTo>
                  <a:lnTo>
                    <a:pt x="1" y="939"/>
                  </a:lnTo>
                  <a:lnTo>
                    <a:pt x="1877" y="939"/>
                  </a:lnTo>
                  <a:lnTo>
                    <a:pt x="1877" y="2815"/>
                  </a:lnTo>
                  <a:lnTo>
                    <a:pt x="3766" y="2815"/>
                  </a:lnTo>
                  <a:lnTo>
                    <a:pt x="3766" y="1877"/>
                  </a:lnTo>
                  <a:lnTo>
                    <a:pt x="3766" y="939"/>
                  </a:lnTo>
                  <a:lnTo>
                    <a:pt x="4704" y="939"/>
                  </a:lnTo>
                  <a:lnTo>
                    <a:pt x="4704"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35"/>
            <p:cNvSpPr/>
            <p:nvPr/>
          </p:nvSpPr>
          <p:spPr>
            <a:xfrm>
              <a:off x="7037780" y="4827379"/>
              <a:ext cx="106309" cy="106309"/>
            </a:xfrm>
            <a:custGeom>
              <a:rect b="b" l="l" r="r" t="t"/>
              <a:pathLst>
                <a:path extrusionOk="0" h="1877" w="1877">
                  <a:moveTo>
                    <a:pt x="1" y="1"/>
                  </a:moveTo>
                  <a:lnTo>
                    <a:pt x="1" y="1877"/>
                  </a:lnTo>
                  <a:lnTo>
                    <a:pt x="939" y="1877"/>
                  </a:lnTo>
                  <a:lnTo>
                    <a:pt x="939" y="939"/>
                  </a:lnTo>
                  <a:lnTo>
                    <a:pt x="1877" y="939"/>
                  </a:lnTo>
                  <a:lnTo>
                    <a:pt x="1877"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35"/>
            <p:cNvSpPr/>
            <p:nvPr/>
          </p:nvSpPr>
          <p:spPr>
            <a:xfrm>
              <a:off x="68245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35"/>
            <p:cNvSpPr/>
            <p:nvPr/>
          </p:nvSpPr>
          <p:spPr>
            <a:xfrm>
              <a:off x="6504486" y="4721128"/>
              <a:ext cx="320172" cy="159435"/>
            </a:xfrm>
            <a:custGeom>
              <a:rect b="b" l="l" r="r" t="t"/>
              <a:pathLst>
                <a:path extrusionOk="0" h="2815" w="5653">
                  <a:moveTo>
                    <a:pt x="0" y="1"/>
                  </a:moveTo>
                  <a:lnTo>
                    <a:pt x="0" y="1877"/>
                  </a:lnTo>
                  <a:lnTo>
                    <a:pt x="938" y="1877"/>
                  </a:lnTo>
                  <a:lnTo>
                    <a:pt x="938" y="2815"/>
                  </a:lnTo>
                  <a:lnTo>
                    <a:pt x="1876" y="2815"/>
                  </a:lnTo>
                  <a:lnTo>
                    <a:pt x="1876" y="1877"/>
                  </a:lnTo>
                  <a:lnTo>
                    <a:pt x="2826" y="1877"/>
                  </a:lnTo>
                  <a:lnTo>
                    <a:pt x="2826" y="2815"/>
                  </a:lnTo>
                  <a:lnTo>
                    <a:pt x="4702" y="2815"/>
                  </a:lnTo>
                  <a:lnTo>
                    <a:pt x="4702" y="939"/>
                  </a:lnTo>
                  <a:lnTo>
                    <a:pt x="5653" y="939"/>
                  </a:lnTo>
                  <a:lnTo>
                    <a:pt x="565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35"/>
            <p:cNvSpPr/>
            <p:nvPr/>
          </p:nvSpPr>
          <p:spPr>
            <a:xfrm>
              <a:off x="9063575" y="4721128"/>
              <a:ext cx="80425" cy="53183"/>
            </a:xfrm>
            <a:custGeom>
              <a:rect b="b" l="l" r="r" t="t"/>
              <a:pathLst>
                <a:path extrusionOk="0" h="939" w="1420">
                  <a:moveTo>
                    <a:pt x="1" y="1"/>
                  </a:moveTo>
                  <a:lnTo>
                    <a:pt x="1" y="939"/>
                  </a:lnTo>
                  <a:lnTo>
                    <a:pt x="1420" y="939"/>
                  </a:lnTo>
                  <a:lnTo>
                    <a:pt x="142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35"/>
            <p:cNvSpPr/>
            <p:nvPr/>
          </p:nvSpPr>
          <p:spPr>
            <a:xfrm>
              <a:off x="8956645" y="4827379"/>
              <a:ext cx="187357" cy="159491"/>
            </a:xfrm>
            <a:custGeom>
              <a:rect b="b" l="l" r="r" t="t"/>
              <a:pathLst>
                <a:path extrusionOk="0" h="2816" w="3308">
                  <a:moveTo>
                    <a:pt x="950" y="1"/>
                  </a:moveTo>
                  <a:lnTo>
                    <a:pt x="950" y="1877"/>
                  </a:lnTo>
                  <a:lnTo>
                    <a:pt x="1" y="1877"/>
                  </a:lnTo>
                  <a:lnTo>
                    <a:pt x="1" y="2815"/>
                  </a:lnTo>
                  <a:lnTo>
                    <a:pt x="1889" y="2815"/>
                  </a:lnTo>
                  <a:lnTo>
                    <a:pt x="1889" y="1877"/>
                  </a:lnTo>
                  <a:lnTo>
                    <a:pt x="2827" y="1877"/>
                  </a:lnTo>
                  <a:lnTo>
                    <a:pt x="2827" y="939"/>
                  </a:lnTo>
                  <a:lnTo>
                    <a:pt x="3308" y="939"/>
                  </a:lnTo>
                  <a:lnTo>
                    <a:pt x="3308"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35"/>
            <p:cNvSpPr/>
            <p:nvPr/>
          </p:nvSpPr>
          <p:spPr>
            <a:xfrm>
              <a:off x="8743406" y="4721128"/>
              <a:ext cx="267102" cy="159435"/>
            </a:xfrm>
            <a:custGeom>
              <a:rect b="b" l="l" r="r" t="t"/>
              <a:pathLst>
                <a:path extrusionOk="0" h="2815" w="4716">
                  <a:moveTo>
                    <a:pt x="1" y="1"/>
                  </a:moveTo>
                  <a:lnTo>
                    <a:pt x="1" y="939"/>
                  </a:lnTo>
                  <a:lnTo>
                    <a:pt x="1890" y="939"/>
                  </a:lnTo>
                  <a:lnTo>
                    <a:pt x="1890" y="2815"/>
                  </a:lnTo>
                  <a:lnTo>
                    <a:pt x="3766" y="2815"/>
                  </a:lnTo>
                  <a:lnTo>
                    <a:pt x="3766" y="1877"/>
                  </a:lnTo>
                  <a:lnTo>
                    <a:pt x="3766"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35"/>
            <p:cNvSpPr/>
            <p:nvPr/>
          </p:nvSpPr>
          <p:spPr>
            <a:xfrm>
              <a:off x="8690280" y="4827379"/>
              <a:ext cx="107045" cy="106309"/>
            </a:xfrm>
            <a:custGeom>
              <a:rect b="b" l="l" r="r" t="t"/>
              <a:pathLst>
                <a:path extrusionOk="0" h="1877" w="1890">
                  <a:moveTo>
                    <a:pt x="1" y="1"/>
                  </a:moveTo>
                  <a:lnTo>
                    <a:pt x="1" y="1877"/>
                  </a:lnTo>
                  <a:lnTo>
                    <a:pt x="939" y="1877"/>
                  </a:lnTo>
                  <a:lnTo>
                    <a:pt x="939" y="939"/>
                  </a:lnTo>
                  <a:lnTo>
                    <a:pt x="1890" y="939"/>
                  </a:lnTo>
                  <a:lnTo>
                    <a:pt x="1890"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35"/>
            <p:cNvSpPr/>
            <p:nvPr/>
          </p:nvSpPr>
          <p:spPr>
            <a:xfrm>
              <a:off x="8477098" y="4721128"/>
              <a:ext cx="213240" cy="159435"/>
            </a:xfrm>
            <a:custGeom>
              <a:rect b="b" l="l" r="r" t="t"/>
              <a:pathLst>
                <a:path extrusionOk="0" h="2815" w="3765">
                  <a:moveTo>
                    <a:pt x="939" y="1"/>
                  </a:moveTo>
                  <a:lnTo>
                    <a:pt x="939" y="939"/>
                  </a:lnTo>
                  <a:lnTo>
                    <a:pt x="1" y="939"/>
                  </a:lnTo>
                  <a:lnTo>
                    <a:pt x="1" y="1877"/>
                  </a:lnTo>
                  <a:lnTo>
                    <a:pt x="939" y="1877"/>
                  </a:lnTo>
                  <a:lnTo>
                    <a:pt x="939" y="2815"/>
                  </a:lnTo>
                  <a:lnTo>
                    <a:pt x="1877" y="2815"/>
                  </a:lnTo>
                  <a:lnTo>
                    <a:pt x="1877" y="1877"/>
                  </a:lnTo>
                  <a:lnTo>
                    <a:pt x="3765" y="1877"/>
                  </a:lnTo>
                  <a:lnTo>
                    <a:pt x="376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35"/>
            <p:cNvSpPr/>
            <p:nvPr/>
          </p:nvSpPr>
          <p:spPr>
            <a:xfrm>
              <a:off x="8156986" y="4721128"/>
              <a:ext cx="320172" cy="159435"/>
            </a:xfrm>
            <a:custGeom>
              <a:rect b="b" l="l" r="r" t="t"/>
              <a:pathLst>
                <a:path extrusionOk="0" h="2815" w="5653">
                  <a:moveTo>
                    <a:pt x="0" y="1"/>
                  </a:moveTo>
                  <a:lnTo>
                    <a:pt x="0" y="1877"/>
                  </a:lnTo>
                  <a:lnTo>
                    <a:pt x="950" y="1877"/>
                  </a:lnTo>
                  <a:lnTo>
                    <a:pt x="950" y="2815"/>
                  </a:lnTo>
                  <a:lnTo>
                    <a:pt x="1888" y="2815"/>
                  </a:lnTo>
                  <a:lnTo>
                    <a:pt x="1888" y="1877"/>
                  </a:lnTo>
                  <a:lnTo>
                    <a:pt x="2826" y="1877"/>
                  </a:lnTo>
                  <a:lnTo>
                    <a:pt x="2826" y="2815"/>
                  </a:lnTo>
                  <a:lnTo>
                    <a:pt x="4715" y="2815"/>
                  </a:lnTo>
                  <a:lnTo>
                    <a:pt x="4715" y="939"/>
                  </a:lnTo>
                  <a:lnTo>
                    <a:pt x="5653" y="939"/>
                  </a:lnTo>
                  <a:lnTo>
                    <a:pt x="5653"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35"/>
            <p:cNvSpPr/>
            <p:nvPr/>
          </p:nvSpPr>
          <p:spPr>
            <a:xfrm>
              <a:off x="8263916" y="4668682"/>
              <a:ext cx="880090" cy="52503"/>
            </a:xfrm>
            <a:custGeom>
              <a:rect b="b" l="l" r="r" t="t"/>
              <a:pathLst>
                <a:path extrusionOk="0" h="927" w="15539">
                  <a:moveTo>
                    <a:pt x="0" y="1"/>
                  </a:moveTo>
                  <a:lnTo>
                    <a:pt x="0" y="927"/>
                  </a:lnTo>
                  <a:lnTo>
                    <a:pt x="15539" y="927"/>
                  </a:lnTo>
                  <a:lnTo>
                    <a:pt x="155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5" name="Google Shape;3415;p35"/>
          <p:cNvGrpSpPr/>
          <p:nvPr/>
        </p:nvGrpSpPr>
        <p:grpSpPr>
          <a:xfrm>
            <a:off x="790266" y="425938"/>
            <a:ext cx="7563480" cy="4291690"/>
            <a:chOff x="836356" y="408591"/>
            <a:chExt cx="7693500" cy="4326300"/>
          </a:xfrm>
        </p:grpSpPr>
        <p:sp>
          <p:nvSpPr>
            <p:cNvPr id="3416" name="Google Shape;3416;p35"/>
            <p:cNvSpPr/>
            <p:nvPr/>
          </p:nvSpPr>
          <p:spPr>
            <a:xfrm>
              <a:off x="836356" y="408591"/>
              <a:ext cx="7693500" cy="4326300"/>
            </a:xfrm>
            <a:prstGeom prst="roundRect">
              <a:avLst>
                <a:gd fmla="val 9567" name="adj"/>
              </a:avLst>
            </a:prstGeom>
            <a:noFill/>
            <a:ln cap="flat" cmpd="sng" w="152400">
              <a:solidFill>
                <a:schemeClr val="lt2"/>
              </a:solidFill>
              <a:prstDash val="solid"/>
              <a:round/>
              <a:headEnd len="sm" w="sm" type="none"/>
              <a:tailEnd len="sm" w="sm" type="none"/>
            </a:ln>
            <a:effectLst>
              <a:outerShdw rotWithShape="0" algn="bl" dir="2760000" dist="57150">
                <a:schemeClr val="dk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35"/>
            <p:cNvSpPr/>
            <p:nvPr/>
          </p:nvSpPr>
          <p:spPr>
            <a:xfrm>
              <a:off x="894297" y="467266"/>
              <a:ext cx="7583400" cy="4200900"/>
            </a:xfrm>
            <a:prstGeom prst="roundRect">
              <a:avLst>
                <a:gd fmla="val 9213"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8" name="Google Shape;3418;p35"/>
          <p:cNvGrpSpPr/>
          <p:nvPr/>
        </p:nvGrpSpPr>
        <p:grpSpPr>
          <a:xfrm>
            <a:off x="8536400" y="2315025"/>
            <a:ext cx="513300" cy="513300"/>
            <a:chOff x="8536400" y="2315025"/>
            <a:chExt cx="513300" cy="513300"/>
          </a:xfrm>
        </p:grpSpPr>
        <p:sp>
          <p:nvSpPr>
            <p:cNvPr id="3419" name="Google Shape;3419;p35"/>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0" name="Google Shape;3420;p35"/>
            <p:cNvGrpSpPr/>
            <p:nvPr/>
          </p:nvGrpSpPr>
          <p:grpSpPr>
            <a:xfrm>
              <a:off x="8615811" y="2393370"/>
              <a:ext cx="354612" cy="356676"/>
              <a:chOff x="222275" y="1270743"/>
              <a:chExt cx="309300" cy="311100"/>
            </a:xfrm>
          </p:grpSpPr>
          <p:sp>
            <p:nvSpPr>
              <p:cNvPr id="3421" name="Google Shape;3421;p35"/>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35"/>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23" name="Google Shape;3423;p35"/>
          <p:cNvGrpSpPr/>
          <p:nvPr/>
        </p:nvGrpSpPr>
        <p:grpSpPr>
          <a:xfrm>
            <a:off x="132508" y="2315025"/>
            <a:ext cx="513300" cy="513300"/>
            <a:chOff x="8536400" y="2315025"/>
            <a:chExt cx="513300" cy="513300"/>
          </a:xfrm>
        </p:grpSpPr>
        <p:sp>
          <p:nvSpPr>
            <p:cNvPr id="3424" name="Google Shape;3424;p35"/>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5" name="Google Shape;3425;p35"/>
            <p:cNvGrpSpPr/>
            <p:nvPr/>
          </p:nvGrpSpPr>
          <p:grpSpPr>
            <a:xfrm>
              <a:off x="8615811" y="2393370"/>
              <a:ext cx="354612" cy="356676"/>
              <a:chOff x="222275" y="1270743"/>
              <a:chExt cx="309300" cy="311100"/>
            </a:xfrm>
          </p:grpSpPr>
          <p:sp>
            <p:nvSpPr>
              <p:cNvPr id="3426" name="Google Shape;3426;p35"/>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35"/>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a:effectLst>
            <a:outerShdw rotWithShape="0" algn="bl" dir="2820000" dist="47625">
              <a:srgbClr val="000000"/>
            </a:outerShdw>
          </a:effectLst>
        </p:spPr>
        <p:txBody>
          <a:bodyPr anchorCtr="0" anchor="t" bIns="91425" lIns="91425" spcFirstLastPara="1" rIns="91425" wrap="square" tIns="91425">
            <a:noAutofit/>
          </a:bodyPr>
          <a:lstStyle>
            <a:lvl1pPr lvl="0"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1pPr>
            <a:lvl2pPr lvl="1"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2pPr>
            <a:lvl3pPr lvl="2"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3pPr>
            <a:lvl4pPr lvl="3"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4pPr>
            <a:lvl5pPr lvl="4"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5pPr>
            <a:lvl6pPr lvl="5"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6pPr>
            <a:lvl7pPr lvl="6"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7pPr>
            <a:lvl8pPr lvl="7"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8pPr>
            <a:lvl9pPr lvl="8" rtl="0">
              <a:spcBef>
                <a:spcPts val="0"/>
              </a:spcBef>
              <a:spcAft>
                <a:spcPts val="0"/>
              </a:spcAft>
              <a:buClr>
                <a:schemeClr val="dk2"/>
              </a:buClr>
              <a:buSzPts val="2000"/>
              <a:buFont typeface="Press Start 2P"/>
              <a:buNone/>
              <a:defRPr b="1" sz="2000">
                <a:solidFill>
                  <a:schemeClr val="dk2"/>
                </a:solidFill>
                <a:latin typeface="Press Start 2P"/>
                <a:ea typeface="Press Start 2P"/>
                <a:cs typeface="Press Start 2P"/>
                <a:sym typeface="Press Start 2P"/>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1pPr>
            <a:lvl2pPr indent="-317500" lvl="1" marL="9144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2pPr>
            <a:lvl3pPr indent="-317500" lvl="2" marL="13716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3pPr>
            <a:lvl4pPr indent="-317500" lvl="3" marL="18288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4pPr>
            <a:lvl5pPr indent="-317500" lvl="4" marL="22860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5pPr>
            <a:lvl6pPr indent="-317500" lvl="5" marL="27432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6pPr>
            <a:lvl7pPr indent="-317500" lvl="6" marL="32004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7pPr>
            <a:lvl8pPr indent="-317500" lvl="7" marL="36576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8pPr>
            <a:lvl9pPr indent="-317500" lvl="8" marL="4114800">
              <a:lnSpc>
                <a:spcPct val="100000"/>
              </a:lnSpc>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 Id="rId3" Type="http://schemas.openxmlformats.org/officeDocument/2006/relationships/image" Target="../media/image15.gif"/><Relationship Id="rId4" Type="http://schemas.openxmlformats.org/officeDocument/2006/relationships/image" Target="../media/image13.gif"/><Relationship Id="rId5" Type="http://schemas.openxmlformats.org/officeDocument/2006/relationships/image" Target="../media/image14.gif"/><Relationship Id="rId6"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 Id="rId3" Type="http://schemas.openxmlformats.org/officeDocument/2006/relationships/image" Target="../media/image27.gif"/><Relationship Id="rId4" Type="http://schemas.openxmlformats.org/officeDocument/2006/relationships/image" Target="../media/image20.gif"/><Relationship Id="rId5" Type="http://schemas.openxmlformats.org/officeDocument/2006/relationships/image" Target="../media/image22.gif"/><Relationship Id="rId6" Type="http://schemas.openxmlformats.org/officeDocument/2006/relationships/image" Target="../media/image26.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hyperlink" Target="http://drive.google.com/file/d/1Z1U_d1cqbOI3xPhUYFrCUm5lHLFzJ2hw/view" TargetMode="External"/><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hyperlink" Target="https://play.unity.com/en/games/fd48e121-d87b-4d57-926d-057db749b4f1/hamster-homebound" TargetMode="Externa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1" name="Shape 3431"/>
        <p:cNvGrpSpPr/>
        <p:nvPr/>
      </p:nvGrpSpPr>
      <p:grpSpPr>
        <a:xfrm>
          <a:off x="0" y="0"/>
          <a:ext cx="0" cy="0"/>
          <a:chOff x="0" y="0"/>
          <a:chExt cx="0" cy="0"/>
        </a:xfrm>
      </p:grpSpPr>
      <p:sp>
        <p:nvSpPr>
          <p:cNvPr id="3432" name="Google Shape;3432;p36"/>
          <p:cNvSpPr/>
          <p:nvPr/>
        </p:nvSpPr>
        <p:spPr>
          <a:xfrm>
            <a:off x="2415563" y="3385975"/>
            <a:ext cx="4312871" cy="741398"/>
          </a:xfrm>
          <a:custGeom>
            <a:rect b="b" l="l" r="r" t="t"/>
            <a:pathLst>
              <a:path extrusionOk="0" h="7109" w="65223">
                <a:moveTo>
                  <a:pt x="782" y="1"/>
                </a:moveTo>
                <a:lnTo>
                  <a:pt x="782" y="758"/>
                </a:lnTo>
                <a:lnTo>
                  <a:pt x="0" y="758"/>
                </a:lnTo>
                <a:lnTo>
                  <a:pt x="0" y="6351"/>
                </a:lnTo>
                <a:lnTo>
                  <a:pt x="782" y="6351"/>
                </a:lnTo>
                <a:lnTo>
                  <a:pt x="782" y="7108"/>
                </a:lnTo>
                <a:lnTo>
                  <a:pt x="64440" y="7108"/>
                </a:lnTo>
                <a:lnTo>
                  <a:pt x="64440" y="6351"/>
                </a:lnTo>
                <a:lnTo>
                  <a:pt x="65222" y="6351"/>
                </a:lnTo>
                <a:lnTo>
                  <a:pt x="65222" y="758"/>
                </a:lnTo>
                <a:lnTo>
                  <a:pt x="64440" y="758"/>
                </a:lnTo>
                <a:lnTo>
                  <a:pt x="64440" y="1"/>
                </a:lnTo>
                <a:close/>
              </a:path>
            </a:pathLst>
          </a:cu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36"/>
          <p:cNvSpPr txBox="1"/>
          <p:nvPr>
            <p:ph type="ctrTitle"/>
          </p:nvPr>
        </p:nvSpPr>
        <p:spPr>
          <a:xfrm>
            <a:off x="1881775" y="969400"/>
            <a:ext cx="5475000" cy="232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Hamster Homebound</a:t>
            </a:r>
            <a:r>
              <a:rPr lang="en"/>
              <a:t> </a:t>
            </a:r>
            <a:endParaRPr/>
          </a:p>
        </p:txBody>
      </p:sp>
      <p:sp>
        <p:nvSpPr>
          <p:cNvPr id="3434" name="Google Shape;3434;p36"/>
          <p:cNvSpPr txBox="1"/>
          <p:nvPr>
            <p:ph idx="1" type="subTitle"/>
          </p:nvPr>
        </p:nvSpPr>
        <p:spPr>
          <a:xfrm>
            <a:off x="2457300" y="3580315"/>
            <a:ext cx="4229400" cy="34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By: Beau Brechtel, Kaidon Eccles, Nicholas Schroeder, Sharmin Zaman, Nathan Evans</a:t>
            </a:r>
            <a:endParaRPr/>
          </a:p>
        </p:txBody>
      </p:sp>
      <p:grpSp>
        <p:nvGrpSpPr>
          <p:cNvPr id="3435" name="Google Shape;3435;p36"/>
          <p:cNvGrpSpPr/>
          <p:nvPr/>
        </p:nvGrpSpPr>
        <p:grpSpPr>
          <a:xfrm>
            <a:off x="7237835" y="1774708"/>
            <a:ext cx="513383" cy="536624"/>
            <a:chOff x="7336521" y="1612850"/>
            <a:chExt cx="627992" cy="656501"/>
          </a:xfrm>
        </p:grpSpPr>
        <p:sp>
          <p:nvSpPr>
            <p:cNvPr id="3436" name="Google Shape;3436;p36"/>
            <p:cNvSpPr/>
            <p:nvPr/>
          </p:nvSpPr>
          <p:spPr>
            <a:xfrm>
              <a:off x="7543841" y="1687175"/>
              <a:ext cx="38994" cy="38851"/>
            </a:xfrm>
            <a:custGeom>
              <a:rect b="b" l="l" r="r" t="t"/>
              <a:pathLst>
                <a:path extrusionOk="0" h="541" w="543">
                  <a:moveTo>
                    <a:pt x="494" y="0"/>
                  </a:moveTo>
                  <a:lnTo>
                    <a:pt x="0" y="48"/>
                  </a:lnTo>
                  <a:lnTo>
                    <a:pt x="37" y="541"/>
                  </a:lnTo>
                  <a:lnTo>
                    <a:pt x="542" y="505"/>
                  </a:lnTo>
                  <a:lnTo>
                    <a:pt x="49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36"/>
            <p:cNvSpPr/>
            <p:nvPr/>
          </p:nvSpPr>
          <p:spPr>
            <a:xfrm>
              <a:off x="7510161" y="1726025"/>
              <a:ext cx="38922" cy="38922"/>
            </a:xfrm>
            <a:custGeom>
              <a:rect b="b" l="l" r="r" t="t"/>
              <a:pathLst>
                <a:path extrusionOk="0" h="542" w="542">
                  <a:moveTo>
                    <a:pt x="506" y="0"/>
                  </a:moveTo>
                  <a:lnTo>
                    <a:pt x="1" y="48"/>
                  </a:lnTo>
                  <a:lnTo>
                    <a:pt x="49" y="542"/>
                  </a:lnTo>
                  <a:lnTo>
                    <a:pt x="542" y="505"/>
                  </a:lnTo>
                  <a:lnTo>
                    <a:pt x="50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36"/>
            <p:cNvSpPr/>
            <p:nvPr/>
          </p:nvSpPr>
          <p:spPr>
            <a:xfrm>
              <a:off x="7477343" y="1764875"/>
              <a:ext cx="38922" cy="38922"/>
            </a:xfrm>
            <a:custGeom>
              <a:rect b="b" l="l" r="r" t="t"/>
              <a:pathLst>
                <a:path extrusionOk="0" h="542" w="542">
                  <a:moveTo>
                    <a:pt x="506" y="1"/>
                  </a:moveTo>
                  <a:lnTo>
                    <a:pt x="1" y="49"/>
                  </a:lnTo>
                  <a:lnTo>
                    <a:pt x="49" y="541"/>
                  </a:lnTo>
                  <a:lnTo>
                    <a:pt x="542" y="506"/>
                  </a:lnTo>
                  <a:lnTo>
                    <a:pt x="50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36"/>
            <p:cNvSpPr/>
            <p:nvPr/>
          </p:nvSpPr>
          <p:spPr>
            <a:xfrm>
              <a:off x="7444526" y="1803724"/>
              <a:ext cx="38922" cy="38994"/>
            </a:xfrm>
            <a:custGeom>
              <a:rect b="b" l="l" r="r" t="t"/>
              <a:pathLst>
                <a:path extrusionOk="0" h="543" w="542">
                  <a:moveTo>
                    <a:pt x="506" y="0"/>
                  </a:moveTo>
                  <a:lnTo>
                    <a:pt x="1" y="49"/>
                  </a:lnTo>
                  <a:lnTo>
                    <a:pt x="36" y="542"/>
                  </a:lnTo>
                  <a:lnTo>
                    <a:pt x="542" y="506"/>
                  </a:lnTo>
                  <a:lnTo>
                    <a:pt x="50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36"/>
            <p:cNvSpPr/>
            <p:nvPr/>
          </p:nvSpPr>
          <p:spPr>
            <a:xfrm>
              <a:off x="7411708" y="1842646"/>
              <a:ext cx="38922" cy="38851"/>
            </a:xfrm>
            <a:custGeom>
              <a:rect b="b" l="l" r="r" t="t"/>
              <a:pathLst>
                <a:path extrusionOk="0" h="541" w="542">
                  <a:moveTo>
                    <a:pt x="493" y="0"/>
                  </a:moveTo>
                  <a:lnTo>
                    <a:pt x="1" y="48"/>
                  </a:lnTo>
                  <a:lnTo>
                    <a:pt x="36" y="541"/>
                  </a:lnTo>
                  <a:lnTo>
                    <a:pt x="542" y="505"/>
                  </a:lnTo>
                  <a:lnTo>
                    <a:pt x="49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36"/>
            <p:cNvSpPr/>
            <p:nvPr/>
          </p:nvSpPr>
          <p:spPr>
            <a:xfrm>
              <a:off x="7372858" y="1651700"/>
              <a:ext cx="206461" cy="233247"/>
            </a:xfrm>
            <a:custGeom>
              <a:rect b="b" l="l" r="r" t="t"/>
              <a:pathLst>
                <a:path extrusionOk="0" h="3248" w="2875">
                  <a:moveTo>
                    <a:pt x="2838" y="1"/>
                  </a:moveTo>
                  <a:lnTo>
                    <a:pt x="2333" y="37"/>
                  </a:lnTo>
                  <a:lnTo>
                    <a:pt x="1841" y="85"/>
                  </a:lnTo>
                  <a:lnTo>
                    <a:pt x="1876" y="578"/>
                  </a:lnTo>
                  <a:lnTo>
                    <a:pt x="1371" y="626"/>
                  </a:lnTo>
                  <a:lnTo>
                    <a:pt x="1419" y="1120"/>
                  </a:lnTo>
                  <a:lnTo>
                    <a:pt x="914" y="1168"/>
                  </a:lnTo>
                  <a:lnTo>
                    <a:pt x="962" y="1660"/>
                  </a:lnTo>
                  <a:lnTo>
                    <a:pt x="457" y="1709"/>
                  </a:lnTo>
                  <a:lnTo>
                    <a:pt x="494" y="2202"/>
                  </a:lnTo>
                  <a:lnTo>
                    <a:pt x="0" y="2250"/>
                  </a:lnTo>
                  <a:lnTo>
                    <a:pt x="37" y="2743"/>
                  </a:lnTo>
                  <a:lnTo>
                    <a:pt x="85" y="3248"/>
                  </a:lnTo>
                  <a:lnTo>
                    <a:pt x="577" y="3200"/>
                  </a:lnTo>
                  <a:lnTo>
                    <a:pt x="542" y="2707"/>
                  </a:lnTo>
                  <a:lnTo>
                    <a:pt x="1034" y="2659"/>
                  </a:lnTo>
                  <a:lnTo>
                    <a:pt x="999" y="2166"/>
                  </a:lnTo>
                  <a:lnTo>
                    <a:pt x="1504" y="2117"/>
                  </a:lnTo>
                  <a:lnTo>
                    <a:pt x="1456" y="1625"/>
                  </a:lnTo>
                  <a:lnTo>
                    <a:pt x="1961" y="1577"/>
                  </a:lnTo>
                  <a:lnTo>
                    <a:pt x="1913" y="1083"/>
                  </a:lnTo>
                  <a:lnTo>
                    <a:pt x="2418" y="1035"/>
                  </a:lnTo>
                  <a:lnTo>
                    <a:pt x="2381" y="542"/>
                  </a:lnTo>
                  <a:lnTo>
                    <a:pt x="2875" y="494"/>
                  </a:lnTo>
                  <a:lnTo>
                    <a:pt x="2838" y="1"/>
                  </a:lnTo>
                  <a:close/>
                </a:path>
              </a:pathLst>
            </a:custGeom>
            <a:solidFill>
              <a:srgbClr val="FFBB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36"/>
            <p:cNvSpPr/>
            <p:nvPr/>
          </p:nvSpPr>
          <p:spPr>
            <a:xfrm>
              <a:off x="7501544" y="1612850"/>
              <a:ext cx="116624" cy="110663"/>
            </a:xfrm>
            <a:custGeom>
              <a:rect b="b" l="l" r="r" t="t"/>
              <a:pathLst>
                <a:path extrusionOk="0" h="1541" w="1624">
                  <a:moveTo>
                    <a:pt x="1503" y="1"/>
                  </a:moveTo>
                  <a:lnTo>
                    <a:pt x="998" y="37"/>
                  </a:lnTo>
                  <a:lnTo>
                    <a:pt x="506" y="73"/>
                  </a:lnTo>
                  <a:lnTo>
                    <a:pt x="1" y="121"/>
                  </a:lnTo>
                  <a:lnTo>
                    <a:pt x="49" y="626"/>
                  </a:lnTo>
                  <a:lnTo>
                    <a:pt x="541" y="578"/>
                  </a:lnTo>
                  <a:lnTo>
                    <a:pt x="1046" y="542"/>
                  </a:lnTo>
                  <a:lnTo>
                    <a:pt x="1083" y="1035"/>
                  </a:lnTo>
                  <a:lnTo>
                    <a:pt x="1131" y="1540"/>
                  </a:lnTo>
                  <a:lnTo>
                    <a:pt x="1624" y="1504"/>
                  </a:lnTo>
                  <a:lnTo>
                    <a:pt x="1588" y="999"/>
                  </a:lnTo>
                  <a:lnTo>
                    <a:pt x="1552" y="494"/>
                  </a:lnTo>
                  <a:lnTo>
                    <a:pt x="1503"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36"/>
            <p:cNvSpPr/>
            <p:nvPr/>
          </p:nvSpPr>
          <p:spPr>
            <a:xfrm>
              <a:off x="7546426" y="1723439"/>
              <a:ext cx="38922" cy="38922"/>
            </a:xfrm>
            <a:custGeom>
              <a:rect b="b" l="l" r="r" t="t"/>
              <a:pathLst>
                <a:path extrusionOk="0" h="542" w="542">
                  <a:moveTo>
                    <a:pt x="506" y="0"/>
                  </a:moveTo>
                  <a:lnTo>
                    <a:pt x="1" y="36"/>
                  </a:lnTo>
                  <a:lnTo>
                    <a:pt x="37" y="541"/>
                  </a:lnTo>
                  <a:lnTo>
                    <a:pt x="542" y="506"/>
                  </a:lnTo>
                  <a:lnTo>
                    <a:pt x="50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36"/>
            <p:cNvSpPr/>
            <p:nvPr/>
          </p:nvSpPr>
          <p:spPr>
            <a:xfrm>
              <a:off x="7513608" y="1762289"/>
              <a:ext cx="38922" cy="38922"/>
            </a:xfrm>
            <a:custGeom>
              <a:rect b="b" l="l" r="r" t="t"/>
              <a:pathLst>
                <a:path extrusionOk="0" h="542" w="542">
                  <a:moveTo>
                    <a:pt x="494" y="0"/>
                  </a:moveTo>
                  <a:lnTo>
                    <a:pt x="1" y="37"/>
                  </a:lnTo>
                  <a:lnTo>
                    <a:pt x="37" y="542"/>
                  </a:lnTo>
                  <a:lnTo>
                    <a:pt x="542" y="505"/>
                  </a:lnTo>
                  <a:lnTo>
                    <a:pt x="494"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36"/>
            <p:cNvSpPr/>
            <p:nvPr/>
          </p:nvSpPr>
          <p:spPr>
            <a:xfrm>
              <a:off x="7480790" y="1801139"/>
              <a:ext cx="38922" cy="38922"/>
            </a:xfrm>
            <a:custGeom>
              <a:rect b="b" l="l" r="r" t="t"/>
              <a:pathLst>
                <a:path extrusionOk="0" h="542" w="542">
                  <a:moveTo>
                    <a:pt x="494" y="1"/>
                  </a:moveTo>
                  <a:lnTo>
                    <a:pt x="1" y="36"/>
                  </a:lnTo>
                  <a:lnTo>
                    <a:pt x="37" y="542"/>
                  </a:lnTo>
                  <a:lnTo>
                    <a:pt x="542" y="506"/>
                  </a:lnTo>
                  <a:lnTo>
                    <a:pt x="494"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36"/>
            <p:cNvSpPr/>
            <p:nvPr/>
          </p:nvSpPr>
          <p:spPr>
            <a:xfrm>
              <a:off x="7468726" y="1657804"/>
              <a:ext cx="38922" cy="38922"/>
            </a:xfrm>
            <a:custGeom>
              <a:rect b="b" l="l" r="r" t="t"/>
              <a:pathLst>
                <a:path extrusionOk="0" h="542" w="542">
                  <a:moveTo>
                    <a:pt x="506" y="0"/>
                  </a:moveTo>
                  <a:lnTo>
                    <a:pt x="1" y="36"/>
                  </a:lnTo>
                  <a:lnTo>
                    <a:pt x="36" y="541"/>
                  </a:lnTo>
                  <a:lnTo>
                    <a:pt x="541" y="493"/>
                  </a:lnTo>
                  <a:lnTo>
                    <a:pt x="50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36"/>
            <p:cNvSpPr/>
            <p:nvPr/>
          </p:nvSpPr>
          <p:spPr>
            <a:xfrm>
              <a:off x="7447111" y="1839989"/>
              <a:ext cx="38994" cy="38994"/>
            </a:xfrm>
            <a:custGeom>
              <a:rect b="b" l="l" r="r" t="t"/>
              <a:pathLst>
                <a:path extrusionOk="0" h="543" w="543">
                  <a:moveTo>
                    <a:pt x="506" y="1"/>
                  </a:moveTo>
                  <a:lnTo>
                    <a:pt x="0" y="37"/>
                  </a:lnTo>
                  <a:lnTo>
                    <a:pt x="49" y="542"/>
                  </a:lnTo>
                  <a:lnTo>
                    <a:pt x="542" y="506"/>
                  </a:lnTo>
                  <a:lnTo>
                    <a:pt x="50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36"/>
            <p:cNvSpPr/>
            <p:nvPr/>
          </p:nvSpPr>
          <p:spPr>
            <a:xfrm>
              <a:off x="7435908" y="1696654"/>
              <a:ext cx="38922" cy="38922"/>
            </a:xfrm>
            <a:custGeom>
              <a:rect b="b" l="l" r="r" t="t"/>
              <a:pathLst>
                <a:path extrusionOk="0" h="542" w="542">
                  <a:moveTo>
                    <a:pt x="493" y="0"/>
                  </a:moveTo>
                  <a:lnTo>
                    <a:pt x="1" y="37"/>
                  </a:lnTo>
                  <a:lnTo>
                    <a:pt x="36" y="542"/>
                  </a:lnTo>
                  <a:lnTo>
                    <a:pt x="541" y="494"/>
                  </a:lnTo>
                  <a:lnTo>
                    <a:pt x="493"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36"/>
            <p:cNvSpPr/>
            <p:nvPr/>
          </p:nvSpPr>
          <p:spPr>
            <a:xfrm>
              <a:off x="7403091" y="1735504"/>
              <a:ext cx="38922" cy="38922"/>
            </a:xfrm>
            <a:custGeom>
              <a:rect b="b" l="l" r="r" t="t"/>
              <a:pathLst>
                <a:path extrusionOk="0" h="542" w="542">
                  <a:moveTo>
                    <a:pt x="493" y="1"/>
                  </a:moveTo>
                  <a:lnTo>
                    <a:pt x="1" y="36"/>
                  </a:lnTo>
                  <a:lnTo>
                    <a:pt x="36" y="542"/>
                  </a:lnTo>
                  <a:lnTo>
                    <a:pt x="541" y="493"/>
                  </a:lnTo>
                  <a:lnTo>
                    <a:pt x="493"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36"/>
            <p:cNvSpPr/>
            <p:nvPr/>
          </p:nvSpPr>
          <p:spPr>
            <a:xfrm>
              <a:off x="7336521" y="1813275"/>
              <a:ext cx="116767" cy="110591"/>
            </a:xfrm>
            <a:custGeom>
              <a:rect b="b" l="l" r="r" t="t"/>
              <a:pathLst>
                <a:path extrusionOk="0" h="1540" w="1626">
                  <a:moveTo>
                    <a:pt x="506" y="0"/>
                  </a:moveTo>
                  <a:lnTo>
                    <a:pt x="1" y="36"/>
                  </a:lnTo>
                  <a:lnTo>
                    <a:pt x="49" y="541"/>
                  </a:lnTo>
                  <a:lnTo>
                    <a:pt x="86" y="1035"/>
                  </a:lnTo>
                  <a:lnTo>
                    <a:pt x="121" y="1540"/>
                  </a:lnTo>
                  <a:lnTo>
                    <a:pt x="626" y="1492"/>
                  </a:lnTo>
                  <a:lnTo>
                    <a:pt x="1132" y="1455"/>
                  </a:lnTo>
                  <a:lnTo>
                    <a:pt x="1625" y="1419"/>
                  </a:lnTo>
                  <a:lnTo>
                    <a:pt x="1589" y="914"/>
                  </a:lnTo>
                  <a:lnTo>
                    <a:pt x="1083" y="950"/>
                  </a:lnTo>
                  <a:lnTo>
                    <a:pt x="591" y="998"/>
                  </a:lnTo>
                  <a:lnTo>
                    <a:pt x="543" y="493"/>
                  </a:lnTo>
                  <a:lnTo>
                    <a:pt x="50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36"/>
            <p:cNvSpPr/>
            <p:nvPr/>
          </p:nvSpPr>
          <p:spPr>
            <a:xfrm>
              <a:off x="7369339" y="1774354"/>
              <a:ext cx="38994" cy="38994"/>
            </a:xfrm>
            <a:custGeom>
              <a:rect b="b" l="l" r="r" t="t"/>
              <a:pathLst>
                <a:path extrusionOk="0" h="543" w="543">
                  <a:moveTo>
                    <a:pt x="506" y="1"/>
                  </a:moveTo>
                  <a:lnTo>
                    <a:pt x="1" y="37"/>
                  </a:lnTo>
                  <a:lnTo>
                    <a:pt x="49" y="542"/>
                  </a:lnTo>
                  <a:lnTo>
                    <a:pt x="543" y="494"/>
                  </a:lnTo>
                  <a:lnTo>
                    <a:pt x="50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36"/>
            <p:cNvSpPr/>
            <p:nvPr/>
          </p:nvSpPr>
          <p:spPr>
            <a:xfrm>
              <a:off x="7839201" y="2174271"/>
              <a:ext cx="51059" cy="50987"/>
            </a:xfrm>
            <a:custGeom>
              <a:rect b="b" l="l" r="r" t="t"/>
              <a:pathLst>
                <a:path extrusionOk="0" h="710" w="711">
                  <a:moveTo>
                    <a:pt x="337" y="0"/>
                  </a:moveTo>
                  <a:lnTo>
                    <a:pt x="1" y="385"/>
                  </a:lnTo>
                  <a:lnTo>
                    <a:pt x="385" y="710"/>
                  </a:lnTo>
                  <a:lnTo>
                    <a:pt x="711" y="325"/>
                  </a:lnTo>
                  <a:lnTo>
                    <a:pt x="33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36"/>
            <p:cNvSpPr/>
            <p:nvPr/>
          </p:nvSpPr>
          <p:spPr>
            <a:xfrm>
              <a:off x="7789148" y="2178579"/>
              <a:ext cx="50125" cy="51059"/>
            </a:xfrm>
            <a:custGeom>
              <a:rect b="b" l="l" r="r" t="t"/>
              <a:pathLst>
                <a:path extrusionOk="0" h="711" w="698">
                  <a:moveTo>
                    <a:pt x="325" y="0"/>
                  </a:moveTo>
                  <a:lnTo>
                    <a:pt x="0" y="385"/>
                  </a:lnTo>
                  <a:lnTo>
                    <a:pt x="373" y="710"/>
                  </a:lnTo>
                  <a:lnTo>
                    <a:pt x="698" y="325"/>
                  </a:lnTo>
                  <a:lnTo>
                    <a:pt x="3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36"/>
            <p:cNvSpPr/>
            <p:nvPr/>
          </p:nvSpPr>
          <p:spPr>
            <a:xfrm>
              <a:off x="7738162" y="2182888"/>
              <a:ext cx="51059" cy="50197"/>
            </a:xfrm>
            <a:custGeom>
              <a:rect b="b" l="l" r="r" t="t"/>
              <a:pathLst>
                <a:path extrusionOk="0" h="699" w="711">
                  <a:moveTo>
                    <a:pt x="325" y="1"/>
                  </a:moveTo>
                  <a:lnTo>
                    <a:pt x="1" y="373"/>
                  </a:lnTo>
                  <a:lnTo>
                    <a:pt x="386" y="698"/>
                  </a:lnTo>
                  <a:lnTo>
                    <a:pt x="710" y="325"/>
                  </a:lnTo>
                  <a:lnTo>
                    <a:pt x="32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36"/>
            <p:cNvSpPr/>
            <p:nvPr/>
          </p:nvSpPr>
          <p:spPr>
            <a:xfrm>
              <a:off x="7687176" y="2186335"/>
              <a:ext cx="51059" cy="50987"/>
            </a:xfrm>
            <a:custGeom>
              <a:rect b="b" l="l" r="r" t="t"/>
              <a:pathLst>
                <a:path extrusionOk="0" h="710" w="711">
                  <a:moveTo>
                    <a:pt x="326" y="1"/>
                  </a:moveTo>
                  <a:lnTo>
                    <a:pt x="1" y="386"/>
                  </a:lnTo>
                  <a:lnTo>
                    <a:pt x="386" y="710"/>
                  </a:lnTo>
                  <a:lnTo>
                    <a:pt x="711" y="325"/>
                  </a:lnTo>
                  <a:lnTo>
                    <a:pt x="3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36"/>
            <p:cNvSpPr/>
            <p:nvPr/>
          </p:nvSpPr>
          <p:spPr>
            <a:xfrm>
              <a:off x="7636262" y="2190644"/>
              <a:ext cx="50987" cy="51059"/>
            </a:xfrm>
            <a:custGeom>
              <a:rect b="b" l="l" r="r" t="t"/>
              <a:pathLst>
                <a:path extrusionOk="0" h="711" w="710">
                  <a:moveTo>
                    <a:pt x="325" y="0"/>
                  </a:moveTo>
                  <a:lnTo>
                    <a:pt x="1" y="385"/>
                  </a:lnTo>
                  <a:lnTo>
                    <a:pt x="386" y="711"/>
                  </a:lnTo>
                  <a:lnTo>
                    <a:pt x="710" y="326"/>
                  </a:lnTo>
                  <a:lnTo>
                    <a:pt x="3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36"/>
            <p:cNvSpPr/>
            <p:nvPr/>
          </p:nvSpPr>
          <p:spPr>
            <a:xfrm>
              <a:off x="7608615" y="2123285"/>
              <a:ext cx="304916" cy="95080"/>
            </a:xfrm>
            <a:custGeom>
              <a:rect b="b" l="l" r="r" t="t"/>
              <a:pathLst>
                <a:path extrusionOk="0" h="1324" w="4246">
                  <a:moveTo>
                    <a:pt x="3489" y="0"/>
                  </a:moveTo>
                  <a:lnTo>
                    <a:pt x="3164" y="385"/>
                  </a:lnTo>
                  <a:lnTo>
                    <a:pt x="2779" y="61"/>
                  </a:lnTo>
                  <a:lnTo>
                    <a:pt x="2454" y="446"/>
                  </a:lnTo>
                  <a:lnTo>
                    <a:pt x="2070" y="121"/>
                  </a:lnTo>
                  <a:lnTo>
                    <a:pt x="1744" y="506"/>
                  </a:lnTo>
                  <a:lnTo>
                    <a:pt x="1359" y="181"/>
                  </a:lnTo>
                  <a:lnTo>
                    <a:pt x="1035" y="554"/>
                  </a:lnTo>
                  <a:lnTo>
                    <a:pt x="650" y="229"/>
                  </a:lnTo>
                  <a:lnTo>
                    <a:pt x="325" y="614"/>
                  </a:lnTo>
                  <a:lnTo>
                    <a:pt x="1" y="999"/>
                  </a:lnTo>
                  <a:lnTo>
                    <a:pt x="386" y="1323"/>
                  </a:lnTo>
                  <a:lnTo>
                    <a:pt x="710" y="938"/>
                  </a:lnTo>
                  <a:lnTo>
                    <a:pt x="1095" y="1264"/>
                  </a:lnTo>
                  <a:lnTo>
                    <a:pt x="1420" y="879"/>
                  </a:lnTo>
                  <a:lnTo>
                    <a:pt x="1805" y="1203"/>
                  </a:lnTo>
                  <a:lnTo>
                    <a:pt x="2129" y="831"/>
                  </a:lnTo>
                  <a:lnTo>
                    <a:pt x="2514" y="1155"/>
                  </a:lnTo>
                  <a:lnTo>
                    <a:pt x="2839" y="770"/>
                  </a:lnTo>
                  <a:lnTo>
                    <a:pt x="3212" y="1095"/>
                  </a:lnTo>
                  <a:lnTo>
                    <a:pt x="3548" y="710"/>
                  </a:lnTo>
                  <a:lnTo>
                    <a:pt x="3922" y="1035"/>
                  </a:lnTo>
                  <a:lnTo>
                    <a:pt x="4246" y="650"/>
                  </a:lnTo>
                  <a:lnTo>
                    <a:pt x="3874" y="326"/>
                  </a:lnTo>
                  <a:lnTo>
                    <a:pt x="3489" y="0"/>
                  </a:lnTo>
                  <a:close/>
                </a:path>
              </a:pathLst>
            </a:custGeom>
            <a:solidFill>
              <a:srgbClr val="FFBB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36"/>
            <p:cNvSpPr/>
            <p:nvPr/>
          </p:nvSpPr>
          <p:spPr>
            <a:xfrm>
              <a:off x="7859093" y="2095637"/>
              <a:ext cx="105421" cy="152961"/>
            </a:xfrm>
            <a:custGeom>
              <a:rect b="b" l="l" r="r" t="t"/>
              <a:pathLst>
                <a:path extrusionOk="0" h="2130" w="1468">
                  <a:moveTo>
                    <a:pt x="325" y="1"/>
                  </a:moveTo>
                  <a:lnTo>
                    <a:pt x="1" y="385"/>
                  </a:lnTo>
                  <a:lnTo>
                    <a:pt x="386" y="711"/>
                  </a:lnTo>
                  <a:lnTo>
                    <a:pt x="758" y="1035"/>
                  </a:lnTo>
                  <a:lnTo>
                    <a:pt x="434" y="1420"/>
                  </a:lnTo>
                  <a:lnTo>
                    <a:pt x="108" y="1805"/>
                  </a:lnTo>
                  <a:lnTo>
                    <a:pt x="493" y="2130"/>
                  </a:lnTo>
                  <a:lnTo>
                    <a:pt x="819" y="1745"/>
                  </a:lnTo>
                  <a:lnTo>
                    <a:pt x="1143" y="1360"/>
                  </a:lnTo>
                  <a:lnTo>
                    <a:pt x="1468" y="975"/>
                  </a:lnTo>
                  <a:lnTo>
                    <a:pt x="1083" y="650"/>
                  </a:lnTo>
                  <a:lnTo>
                    <a:pt x="710" y="326"/>
                  </a:lnTo>
                  <a:lnTo>
                    <a:pt x="32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36"/>
            <p:cNvSpPr/>
            <p:nvPr/>
          </p:nvSpPr>
          <p:spPr>
            <a:xfrm>
              <a:off x="7815934" y="2201918"/>
              <a:ext cx="50987" cy="50987"/>
            </a:xfrm>
            <a:custGeom>
              <a:rect b="b" l="l" r="r" t="t"/>
              <a:pathLst>
                <a:path extrusionOk="0" h="710" w="710">
                  <a:moveTo>
                    <a:pt x="325" y="0"/>
                  </a:moveTo>
                  <a:lnTo>
                    <a:pt x="0" y="385"/>
                  </a:lnTo>
                  <a:lnTo>
                    <a:pt x="385" y="709"/>
                  </a:lnTo>
                  <a:lnTo>
                    <a:pt x="709" y="325"/>
                  </a:lnTo>
                  <a:lnTo>
                    <a:pt x="325"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36"/>
            <p:cNvSpPr/>
            <p:nvPr/>
          </p:nvSpPr>
          <p:spPr>
            <a:xfrm>
              <a:off x="7765810" y="2206155"/>
              <a:ext cx="50197" cy="50197"/>
            </a:xfrm>
            <a:custGeom>
              <a:rect b="b" l="l" r="r" t="t"/>
              <a:pathLst>
                <a:path extrusionOk="0" h="699" w="699">
                  <a:moveTo>
                    <a:pt x="325" y="1"/>
                  </a:moveTo>
                  <a:lnTo>
                    <a:pt x="1" y="374"/>
                  </a:lnTo>
                  <a:lnTo>
                    <a:pt x="373" y="699"/>
                  </a:lnTo>
                  <a:lnTo>
                    <a:pt x="698" y="326"/>
                  </a:lnTo>
                  <a:lnTo>
                    <a:pt x="32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36"/>
            <p:cNvSpPr/>
            <p:nvPr/>
          </p:nvSpPr>
          <p:spPr>
            <a:xfrm>
              <a:off x="7714824" y="2209674"/>
              <a:ext cx="51059" cy="51059"/>
            </a:xfrm>
            <a:custGeom>
              <a:rect b="b" l="l" r="r" t="t"/>
              <a:pathLst>
                <a:path extrusionOk="0" h="711" w="711">
                  <a:moveTo>
                    <a:pt x="326" y="0"/>
                  </a:moveTo>
                  <a:lnTo>
                    <a:pt x="1" y="385"/>
                  </a:lnTo>
                  <a:lnTo>
                    <a:pt x="386" y="710"/>
                  </a:lnTo>
                  <a:lnTo>
                    <a:pt x="711" y="325"/>
                  </a:lnTo>
                  <a:lnTo>
                    <a:pt x="32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36"/>
            <p:cNvSpPr/>
            <p:nvPr/>
          </p:nvSpPr>
          <p:spPr>
            <a:xfrm>
              <a:off x="7808107" y="2100018"/>
              <a:ext cx="51059" cy="50987"/>
            </a:xfrm>
            <a:custGeom>
              <a:rect b="b" l="l" r="r" t="t"/>
              <a:pathLst>
                <a:path extrusionOk="0" h="710" w="711">
                  <a:moveTo>
                    <a:pt x="326" y="0"/>
                  </a:moveTo>
                  <a:lnTo>
                    <a:pt x="1" y="385"/>
                  </a:lnTo>
                  <a:lnTo>
                    <a:pt x="386" y="709"/>
                  </a:lnTo>
                  <a:lnTo>
                    <a:pt x="711" y="324"/>
                  </a:lnTo>
                  <a:lnTo>
                    <a:pt x="32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36"/>
            <p:cNvSpPr/>
            <p:nvPr/>
          </p:nvSpPr>
          <p:spPr>
            <a:xfrm>
              <a:off x="7663909" y="2213982"/>
              <a:ext cx="50987" cy="50987"/>
            </a:xfrm>
            <a:custGeom>
              <a:rect b="b" l="l" r="r" t="t"/>
              <a:pathLst>
                <a:path extrusionOk="0" h="710" w="710">
                  <a:moveTo>
                    <a:pt x="325" y="1"/>
                  </a:moveTo>
                  <a:lnTo>
                    <a:pt x="1" y="386"/>
                  </a:lnTo>
                  <a:lnTo>
                    <a:pt x="386" y="710"/>
                  </a:lnTo>
                  <a:lnTo>
                    <a:pt x="710" y="325"/>
                  </a:lnTo>
                  <a:lnTo>
                    <a:pt x="32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36"/>
            <p:cNvSpPr/>
            <p:nvPr/>
          </p:nvSpPr>
          <p:spPr>
            <a:xfrm>
              <a:off x="7757192" y="2104255"/>
              <a:ext cx="50987" cy="51059"/>
            </a:xfrm>
            <a:custGeom>
              <a:rect b="b" l="l" r="r" t="t"/>
              <a:pathLst>
                <a:path extrusionOk="0" h="711" w="710">
                  <a:moveTo>
                    <a:pt x="325" y="1"/>
                  </a:moveTo>
                  <a:lnTo>
                    <a:pt x="1" y="386"/>
                  </a:lnTo>
                  <a:lnTo>
                    <a:pt x="385" y="711"/>
                  </a:lnTo>
                  <a:lnTo>
                    <a:pt x="710" y="326"/>
                  </a:lnTo>
                  <a:lnTo>
                    <a:pt x="32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36"/>
            <p:cNvSpPr/>
            <p:nvPr/>
          </p:nvSpPr>
          <p:spPr>
            <a:xfrm>
              <a:off x="7706206" y="2108635"/>
              <a:ext cx="51059" cy="50987"/>
            </a:xfrm>
            <a:custGeom>
              <a:rect b="b" l="l" r="r" t="t"/>
              <a:pathLst>
                <a:path extrusionOk="0" h="710" w="711">
                  <a:moveTo>
                    <a:pt x="326" y="0"/>
                  </a:moveTo>
                  <a:lnTo>
                    <a:pt x="0" y="385"/>
                  </a:lnTo>
                  <a:lnTo>
                    <a:pt x="385" y="710"/>
                  </a:lnTo>
                  <a:lnTo>
                    <a:pt x="711" y="325"/>
                  </a:lnTo>
                  <a:lnTo>
                    <a:pt x="32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36"/>
            <p:cNvSpPr/>
            <p:nvPr/>
          </p:nvSpPr>
          <p:spPr>
            <a:xfrm>
              <a:off x="7557629" y="2116391"/>
              <a:ext cx="106354" cy="152961"/>
            </a:xfrm>
            <a:custGeom>
              <a:rect b="b" l="l" r="r" t="t"/>
              <a:pathLst>
                <a:path extrusionOk="0" h="2130" w="1481">
                  <a:moveTo>
                    <a:pt x="976" y="0"/>
                  </a:moveTo>
                  <a:lnTo>
                    <a:pt x="650" y="385"/>
                  </a:lnTo>
                  <a:lnTo>
                    <a:pt x="326" y="770"/>
                  </a:lnTo>
                  <a:lnTo>
                    <a:pt x="1" y="1155"/>
                  </a:lnTo>
                  <a:lnTo>
                    <a:pt x="386" y="1480"/>
                  </a:lnTo>
                  <a:lnTo>
                    <a:pt x="771" y="1804"/>
                  </a:lnTo>
                  <a:lnTo>
                    <a:pt x="1155" y="2129"/>
                  </a:lnTo>
                  <a:lnTo>
                    <a:pt x="1481" y="1745"/>
                  </a:lnTo>
                  <a:lnTo>
                    <a:pt x="1096" y="1419"/>
                  </a:lnTo>
                  <a:lnTo>
                    <a:pt x="711" y="1095"/>
                  </a:lnTo>
                  <a:lnTo>
                    <a:pt x="1035" y="710"/>
                  </a:lnTo>
                  <a:lnTo>
                    <a:pt x="1360" y="325"/>
                  </a:lnTo>
                  <a:lnTo>
                    <a:pt x="97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36"/>
            <p:cNvSpPr/>
            <p:nvPr/>
          </p:nvSpPr>
          <p:spPr>
            <a:xfrm>
              <a:off x="7655292" y="2112082"/>
              <a:ext cx="50987" cy="50987"/>
            </a:xfrm>
            <a:custGeom>
              <a:rect b="b" l="l" r="r" t="t"/>
              <a:pathLst>
                <a:path extrusionOk="0" h="710" w="710">
                  <a:moveTo>
                    <a:pt x="325" y="1"/>
                  </a:moveTo>
                  <a:lnTo>
                    <a:pt x="0" y="385"/>
                  </a:lnTo>
                  <a:lnTo>
                    <a:pt x="385" y="710"/>
                  </a:lnTo>
                  <a:lnTo>
                    <a:pt x="709" y="337"/>
                  </a:lnTo>
                  <a:lnTo>
                    <a:pt x="32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36"/>
            <p:cNvSpPr/>
            <p:nvPr/>
          </p:nvSpPr>
          <p:spPr>
            <a:xfrm>
              <a:off x="7746852" y="1874530"/>
              <a:ext cx="41508" cy="42441"/>
            </a:xfrm>
            <a:custGeom>
              <a:rect b="b" l="l" r="r" t="t"/>
              <a:pathLst>
                <a:path extrusionOk="0" h="591" w="578">
                  <a:moveTo>
                    <a:pt x="84" y="1"/>
                  </a:moveTo>
                  <a:lnTo>
                    <a:pt x="0" y="494"/>
                  </a:lnTo>
                  <a:lnTo>
                    <a:pt x="493" y="590"/>
                  </a:lnTo>
                  <a:lnTo>
                    <a:pt x="578" y="97"/>
                  </a:lnTo>
                  <a:lnTo>
                    <a:pt x="8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36"/>
            <p:cNvSpPr/>
            <p:nvPr/>
          </p:nvSpPr>
          <p:spPr>
            <a:xfrm>
              <a:off x="7704483" y="1903039"/>
              <a:ext cx="42441" cy="42369"/>
            </a:xfrm>
            <a:custGeom>
              <a:rect b="b" l="l" r="r" t="t"/>
              <a:pathLst>
                <a:path extrusionOk="0" h="590" w="591">
                  <a:moveTo>
                    <a:pt x="97" y="1"/>
                  </a:moveTo>
                  <a:lnTo>
                    <a:pt x="0" y="494"/>
                  </a:lnTo>
                  <a:lnTo>
                    <a:pt x="494" y="590"/>
                  </a:lnTo>
                  <a:lnTo>
                    <a:pt x="590" y="97"/>
                  </a:lnTo>
                  <a:lnTo>
                    <a:pt x="9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36"/>
            <p:cNvSpPr/>
            <p:nvPr/>
          </p:nvSpPr>
          <p:spPr>
            <a:xfrm>
              <a:off x="7662186" y="1932410"/>
              <a:ext cx="42369" cy="41579"/>
            </a:xfrm>
            <a:custGeom>
              <a:rect b="b" l="l" r="r" t="t"/>
              <a:pathLst>
                <a:path extrusionOk="0" h="579" w="590">
                  <a:moveTo>
                    <a:pt x="97" y="1"/>
                  </a:moveTo>
                  <a:lnTo>
                    <a:pt x="1" y="494"/>
                  </a:lnTo>
                  <a:lnTo>
                    <a:pt x="493" y="578"/>
                  </a:lnTo>
                  <a:lnTo>
                    <a:pt x="589" y="85"/>
                  </a:lnTo>
                  <a:lnTo>
                    <a:pt x="9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36"/>
            <p:cNvSpPr/>
            <p:nvPr/>
          </p:nvSpPr>
          <p:spPr>
            <a:xfrm>
              <a:off x="7619817" y="1960919"/>
              <a:ext cx="42441" cy="42441"/>
            </a:xfrm>
            <a:custGeom>
              <a:rect b="b" l="l" r="r" t="t"/>
              <a:pathLst>
                <a:path extrusionOk="0" h="591" w="591">
                  <a:moveTo>
                    <a:pt x="97" y="0"/>
                  </a:moveTo>
                  <a:lnTo>
                    <a:pt x="1" y="494"/>
                  </a:lnTo>
                  <a:lnTo>
                    <a:pt x="494" y="590"/>
                  </a:lnTo>
                  <a:lnTo>
                    <a:pt x="591" y="97"/>
                  </a:lnTo>
                  <a:lnTo>
                    <a:pt x="9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36"/>
            <p:cNvSpPr/>
            <p:nvPr/>
          </p:nvSpPr>
          <p:spPr>
            <a:xfrm>
              <a:off x="7577520" y="1989428"/>
              <a:ext cx="42369" cy="42369"/>
            </a:xfrm>
            <a:custGeom>
              <a:rect b="b" l="l" r="r" t="t"/>
              <a:pathLst>
                <a:path extrusionOk="0" h="590" w="590">
                  <a:moveTo>
                    <a:pt x="97" y="1"/>
                  </a:moveTo>
                  <a:lnTo>
                    <a:pt x="1" y="493"/>
                  </a:lnTo>
                  <a:lnTo>
                    <a:pt x="494" y="590"/>
                  </a:lnTo>
                  <a:lnTo>
                    <a:pt x="590" y="97"/>
                  </a:lnTo>
                  <a:lnTo>
                    <a:pt x="9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36"/>
            <p:cNvSpPr/>
            <p:nvPr/>
          </p:nvSpPr>
          <p:spPr>
            <a:xfrm>
              <a:off x="7542117" y="1832234"/>
              <a:ext cx="253139" cy="192673"/>
            </a:xfrm>
            <a:custGeom>
              <a:rect b="b" l="l" r="r" t="t"/>
              <a:pathLst>
                <a:path extrusionOk="0" h="2683" w="3525">
                  <a:moveTo>
                    <a:pt x="2539" y="1"/>
                  </a:moveTo>
                  <a:lnTo>
                    <a:pt x="2442" y="493"/>
                  </a:lnTo>
                  <a:lnTo>
                    <a:pt x="1949" y="410"/>
                  </a:lnTo>
                  <a:lnTo>
                    <a:pt x="1865" y="902"/>
                  </a:lnTo>
                  <a:lnTo>
                    <a:pt x="1360" y="806"/>
                  </a:lnTo>
                  <a:lnTo>
                    <a:pt x="1275" y="1300"/>
                  </a:lnTo>
                  <a:lnTo>
                    <a:pt x="783" y="1203"/>
                  </a:lnTo>
                  <a:lnTo>
                    <a:pt x="686" y="1696"/>
                  </a:lnTo>
                  <a:lnTo>
                    <a:pt x="193" y="1600"/>
                  </a:lnTo>
                  <a:lnTo>
                    <a:pt x="97" y="2093"/>
                  </a:lnTo>
                  <a:lnTo>
                    <a:pt x="0" y="2586"/>
                  </a:lnTo>
                  <a:lnTo>
                    <a:pt x="494" y="2682"/>
                  </a:lnTo>
                  <a:lnTo>
                    <a:pt x="590" y="2190"/>
                  </a:lnTo>
                  <a:lnTo>
                    <a:pt x="1083" y="2286"/>
                  </a:lnTo>
                  <a:lnTo>
                    <a:pt x="1179" y="1792"/>
                  </a:lnTo>
                  <a:lnTo>
                    <a:pt x="1673" y="1889"/>
                  </a:lnTo>
                  <a:lnTo>
                    <a:pt x="1769" y="1396"/>
                  </a:lnTo>
                  <a:lnTo>
                    <a:pt x="2261" y="1480"/>
                  </a:lnTo>
                  <a:lnTo>
                    <a:pt x="2358" y="987"/>
                  </a:lnTo>
                  <a:lnTo>
                    <a:pt x="2851" y="1083"/>
                  </a:lnTo>
                  <a:lnTo>
                    <a:pt x="2935" y="590"/>
                  </a:lnTo>
                  <a:lnTo>
                    <a:pt x="3429" y="686"/>
                  </a:lnTo>
                  <a:lnTo>
                    <a:pt x="3525" y="193"/>
                  </a:lnTo>
                  <a:lnTo>
                    <a:pt x="3031" y="97"/>
                  </a:lnTo>
                  <a:lnTo>
                    <a:pt x="2539" y="1"/>
                  </a:lnTo>
                  <a:close/>
                </a:path>
              </a:pathLst>
            </a:custGeom>
            <a:solidFill>
              <a:srgbClr val="FFBB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36"/>
            <p:cNvSpPr/>
            <p:nvPr/>
          </p:nvSpPr>
          <p:spPr>
            <a:xfrm>
              <a:off x="7724375" y="1796831"/>
              <a:ext cx="113176" cy="127036"/>
            </a:xfrm>
            <a:custGeom>
              <a:rect b="b" l="l" r="r" t="t"/>
              <a:pathLst>
                <a:path extrusionOk="0" h="1769" w="1576">
                  <a:moveTo>
                    <a:pt x="97" y="0"/>
                  </a:moveTo>
                  <a:lnTo>
                    <a:pt x="1" y="494"/>
                  </a:lnTo>
                  <a:lnTo>
                    <a:pt x="493" y="590"/>
                  </a:lnTo>
                  <a:lnTo>
                    <a:pt x="987" y="686"/>
                  </a:lnTo>
                  <a:lnTo>
                    <a:pt x="891" y="1179"/>
                  </a:lnTo>
                  <a:lnTo>
                    <a:pt x="806" y="1672"/>
                  </a:lnTo>
                  <a:lnTo>
                    <a:pt x="1299" y="1769"/>
                  </a:lnTo>
                  <a:lnTo>
                    <a:pt x="1383" y="1275"/>
                  </a:lnTo>
                  <a:lnTo>
                    <a:pt x="1479" y="782"/>
                  </a:lnTo>
                  <a:lnTo>
                    <a:pt x="1576" y="277"/>
                  </a:lnTo>
                  <a:lnTo>
                    <a:pt x="1083" y="193"/>
                  </a:lnTo>
                  <a:lnTo>
                    <a:pt x="589" y="96"/>
                  </a:lnTo>
                  <a:lnTo>
                    <a:pt x="97"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36"/>
            <p:cNvSpPr/>
            <p:nvPr/>
          </p:nvSpPr>
          <p:spPr>
            <a:xfrm>
              <a:off x="7739958" y="1910005"/>
              <a:ext cx="42298" cy="42369"/>
            </a:xfrm>
            <a:custGeom>
              <a:rect b="b" l="l" r="r" t="t"/>
              <a:pathLst>
                <a:path extrusionOk="0" h="590" w="589">
                  <a:moveTo>
                    <a:pt x="96" y="0"/>
                  </a:moveTo>
                  <a:lnTo>
                    <a:pt x="0" y="493"/>
                  </a:lnTo>
                  <a:lnTo>
                    <a:pt x="493" y="589"/>
                  </a:lnTo>
                  <a:lnTo>
                    <a:pt x="589" y="96"/>
                  </a:lnTo>
                  <a:lnTo>
                    <a:pt x="9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36"/>
            <p:cNvSpPr/>
            <p:nvPr/>
          </p:nvSpPr>
          <p:spPr>
            <a:xfrm>
              <a:off x="7697589" y="1938442"/>
              <a:ext cx="42369" cy="42441"/>
            </a:xfrm>
            <a:custGeom>
              <a:rect b="b" l="l" r="r" t="t"/>
              <a:pathLst>
                <a:path extrusionOk="0" h="591" w="590">
                  <a:moveTo>
                    <a:pt x="96" y="1"/>
                  </a:moveTo>
                  <a:lnTo>
                    <a:pt x="0" y="494"/>
                  </a:lnTo>
                  <a:lnTo>
                    <a:pt x="494" y="590"/>
                  </a:lnTo>
                  <a:lnTo>
                    <a:pt x="590" y="97"/>
                  </a:lnTo>
                  <a:lnTo>
                    <a:pt x="9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36"/>
            <p:cNvSpPr/>
            <p:nvPr/>
          </p:nvSpPr>
          <p:spPr>
            <a:xfrm>
              <a:off x="7655292" y="1967813"/>
              <a:ext cx="42369" cy="41508"/>
            </a:xfrm>
            <a:custGeom>
              <a:rect b="b" l="l" r="r" t="t"/>
              <a:pathLst>
                <a:path extrusionOk="0" h="578" w="590">
                  <a:moveTo>
                    <a:pt x="97" y="1"/>
                  </a:moveTo>
                  <a:lnTo>
                    <a:pt x="0" y="494"/>
                  </a:lnTo>
                  <a:lnTo>
                    <a:pt x="493" y="578"/>
                  </a:lnTo>
                  <a:lnTo>
                    <a:pt x="589" y="85"/>
                  </a:lnTo>
                  <a:lnTo>
                    <a:pt x="97"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36"/>
            <p:cNvSpPr/>
            <p:nvPr/>
          </p:nvSpPr>
          <p:spPr>
            <a:xfrm>
              <a:off x="7682006" y="1826201"/>
              <a:ext cx="42441" cy="41508"/>
            </a:xfrm>
            <a:custGeom>
              <a:rect b="b" l="l" r="r" t="t"/>
              <a:pathLst>
                <a:path extrusionOk="0" h="578" w="591">
                  <a:moveTo>
                    <a:pt x="97" y="0"/>
                  </a:moveTo>
                  <a:lnTo>
                    <a:pt x="1" y="494"/>
                  </a:lnTo>
                  <a:lnTo>
                    <a:pt x="494" y="577"/>
                  </a:lnTo>
                  <a:lnTo>
                    <a:pt x="591" y="85"/>
                  </a:lnTo>
                  <a:lnTo>
                    <a:pt x="97"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36"/>
            <p:cNvSpPr/>
            <p:nvPr/>
          </p:nvSpPr>
          <p:spPr>
            <a:xfrm>
              <a:off x="7612923" y="1996322"/>
              <a:ext cx="42441" cy="42369"/>
            </a:xfrm>
            <a:custGeom>
              <a:rect b="b" l="l" r="r" t="t"/>
              <a:pathLst>
                <a:path extrusionOk="0" h="590" w="591">
                  <a:moveTo>
                    <a:pt x="97" y="1"/>
                  </a:moveTo>
                  <a:lnTo>
                    <a:pt x="1" y="494"/>
                  </a:lnTo>
                  <a:lnTo>
                    <a:pt x="494" y="590"/>
                  </a:lnTo>
                  <a:lnTo>
                    <a:pt x="590" y="97"/>
                  </a:lnTo>
                  <a:lnTo>
                    <a:pt x="97"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36"/>
            <p:cNvSpPr/>
            <p:nvPr/>
          </p:nvSpPr>
          <p:spPr>
            <a:xfrm>
              <a:off x="7639709" y="1854710"/>
              <a:ext cx="42369" cy="42369"/>
            </a:xfrm>
            <a:custGeom>
              <a:rect b="b" l="l" r="r" t="t"/>
              <a:pathLst>
                <a:path extrusionOk="0" h="590" w="590">
                  <a:moveTo>
                    <a:pt x="97" y="0"/>
                  </a:moveTo>
                  <a:lnTo>
                    <a:pt x="1" y="493"/>
                  </a:lnTo>
                  <a:lnTo>
                    <a:pt x="506" y="589"/>
                  </a:lnTo>
                  <a:lnTo>
                    <a:pt x="590" y="97"/>
                  </a:lnTo>
                  <a:lnTo>
                    <a:pt x="97"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36"/>
            <p:cNvSpPr/>
            <p:nvPr/>
          </p:nvSpPr>
          <p:spPr>
            <a:xfrm>
              <a:off x="7598274" y="1883148"/>
              <a:ext cx="41508" cy="42441"/>
            </a:xfrm>
            <a:custGeom>
              <a:rect b="b" l="l" r="r" t="t"/>
              <a:pathLst>
                <a:path extrusionOk="0" h="591" w="578">
                  <a:moveTo>
                    <a:pt x="84" y="1"/>
                  </a:moveTo>
                  <a:lnTo>
                    <a:pt x="1" y="494"/>
                  </a:lnTo>
                  <a:lnTo>
                    <a:pt x="493" y="591"/>
                  </a:lnTo>
                  <a:lnTo>
                    <a:pt x="578" y="97"/>
                  </a:lnTo>
                  <a:lnTo>
                    <a:pt x="84"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36"/>
            <p:cNvSpPr/>
            <p:nvPr/>
          </p:nvSpPr>
          <p:spPr>
            <a:xfrm>
              <a:off x="7500682" y="1941099"/>
              <a:ext cx="112315" cy="126175"/>
            </a:xfrm>
            <a:custGeom>
              <a:rect b="b" l="l" r="r" t="t"/>
              <a:pathLst>
                <a:path extrusionOk="0" h="1757" w="1564">
                  <a:moveTo>
                    <a:pt x="277" y="0"/>
                  </a:moveTo>
                  <a:lnTo>
                    <a:pt x="181" y="493"/>
                  </a:lnTo>
                  <a:lnTo>
                    <a:pt x="85" y="986"/>
                  </a:lnTo>
                  <a:lnTo>
                    <a:pt x="0" y="1479"/>
                  </a:lnTo>
                  <a:lnTo>
                    <a:pt x="494" y="1575"/>
                  </a:lnTo>
                  <a:lnTo>
                    <a:pt x="986" y="1660"/>
                  </a:lnTo>
                  <a:lnTo>
                    <a:pt x="1480" y="1756"/>
                  </a:lnTo>
                  <a:lnTo>
                    <a:pt x="1564" y="1263"/>
                  </a:lnTo>
                  <a:lnTo>
                    <a:pt x="1071" y="1166"/>
                  </a:lnTo>
                  <a:lnTo>
                    <a:pt x="577" y="1070"/>
                  </a:lnTo>
                  <a:lnTo>
                    <a:pt x="674" y="577"/>
                  </a:lnTo>
                  <a:lnTo>
                    <a:pt x="770" y="84"/>
                  </a:lnTo>
                  <a:lnTo>
                    <a:pt x="277"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36"/>
            <p:cNvSpPr/>
            <p:nvPr/>
          </p:nvSpPr>
          <p:spPr>
            <a:xfrm>
              <a:off x="7555905" y="1911729"/>
              <a:ext cx="42441" cy="42369"/>
            </a:xfrm>
            <a:custGeom>
              <a:rect b="b" l="l" r="r" t="t"/>
              <a:pathLst>
                <a:path extrusionOk="0" h="590" w="591">
                  <a:moveTo>
                    <a:pt x="97" y="0"/>
                  </a:moveTo>
                  <a:lnTo>
                    <a:pt x="1" y="493"/>
                  </a:lnTo>
                  <a:lnTo>
                    <a:pt x="494" y="589"/>
                  </a:lnTo>
                  <a:lnTo>
                    <a:pt x="591" y="96"/>
                  </a:lnTo>
                  <a:lnTo>
                    <a:pt x="97"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4" name="Google Shape;3484;p36"/>
          <p:cNvGrpSpPr/>
          <p:nvPr/>
        </p:nvGrpSpPr>
        <p:grpSpPr>
          <a:xfrm>
            <a:off x="1484195" y="1774696"/>
            <a:ext cx="513325" cy="536624"/>
            <a:chOff x="1179487" y="1612850"/>
            <a:chExt cx="627920" cy="656501"/>
          </a:xfrm>
        </p:grpSpPr>
        <p:sp>
          <p:nvSpPr>
            <p:cNvPr id="3485" name="Google Shape;3485;p36"/>
            <p:cNvSpPr/>
            <p:nvPr/>
          </p:nvSpPr>
          <p:spPr>
            <a:xfrm>
              <a:off x="1562098" y="1687175"/>
              <a:ext cx="38922" cy="38851"/>
            </a:xfrm>
            <a:custGeom>
              <a:rect b="b" l="l" r="r" t="t"/>
              <a:pathLst>
                <a:path extrusionOk="0" h="541" w="542">
                  <a:moveTo>
                    <a:pt x="37" y="0"/>
                  </a:moveTo>
                  <a:lnTo>
                    <a:pt x="0" y="505"/>
                  </a:lnTo>
                  <a:lnTo>
                    <a:pt x="494" y="541"/>
                  </a:lnTo>
                  <a:lnTo>
                    <a:pt x="542" y="48"/>
                  </a:lnTo>
                  <a:lnTo>
                    <a:pt x="3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36"/>
            <p:cNvSpPr/>
            <p:nvPr/>
          </p:nvSpPr>
          <p:spPr>
            <a:xfrm>
              <a:off x="1594916" y="1726025"/>
              <a:ext cx="38922" cy="38922"/>
            </a:xfrm>
            <a:custGeom>
              <a:rect b="b" l="l" r="r" t="t"/>
              <a:pathLst>
                <a:path extrusionOk="0" h="542" w="542">
                  <a:moveTo>
                    <a:pt x="37" y="0"/>
                  </a:moveTo>
                  <a:lnTo>
                    <a:pt x="0" y="505"/>
                  </a:lnTo>
                  <a:lnTo>
                    <a:pt x="505" y="542"/>
                  </a:lnTo>
                  <a:lnTo>
                    <a:pt x="542" y="48"/>
                  </a:lnTo>
                  <a:lnTo>
                    <a:pt x="3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36"/>
            <p:cNvSpPr/>
            <p:nvPr/>
          </p:nvSpPr>
          <p:spPr>
            <a:xfrm>
              <a:off x="1627734" y="1764875"/>
              <a:ext cx="38994" cy="38922"/>
            </a:xfrm>
            <a:custGeom>
              <a:rect b="b" l="l" r="r" t="t"/>
              <a:pathLst>
                <a:path extrusionOk="0" h="542" w="543">
                  <a:moveTo>
                    <a:pt x="48" y="1"/>
                  </a:moveTo>
                  <a:lnTo>
                    <a:pt x="0" y="506"/>
                  </a:lnTo>
                  <a:lnTo>
                    <a:pt x="505" y="541"/>
                  </a:lnTo>
                  <a:lnTo>
                    <a:pt x="542" y="49"/>
                  </a:lnTo>
                  <a:lnTo>
                    <a:pt x="4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36"/>
            <p:cNvSpPr/>
            <p:nvPr/>
          </p:nvSpPr>
          <p:spPr>
            <a:xfrm>
              <a:off x="1660552" y="1803724"/>
              <a:ext cx="38994" cy="38994"/>
            </a:xfrm>
            <a:custGeom>
              <a:rect b="b" l="l" r="r" t="t"/>
              <a:pathLst>
                <a:path extrusionOk="0" h="543" w="543">
                  <a:moveTo>
                    <a:pt x="48" y="0"/>
                  </a:moveTo>
                  <a:lnTo>
                    <a:pt x="0" y="506"/>
                  </a:lnTo>
                  <a:lnTo>
                    <a:pt x="505" y="542"/>
                  </a:lnTo>
                  <a:lnTo>
                    <a:pt x="542" y="49"/>
                  </a:lnTo>
                  <a:lnTo>
                    <a:pt x="48"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36"/>
            <p:cNvSpPr/>
            <p:nvPr/>
          </p:nvSpPr>
          <p:spPr>
            <a:xfrm>
              <a:off x="1694231" y="1842646"/>
              <a:ext cx="38922" cy="38851"/>
            </a:xfrm>
            <a:custGeom>
              <a:rect b="b" l="l" r="r" t="t"/>
              <a:pathLst>
                <a:path extrusionOk="0" h="541" w="542">
                  <a:moveTo>
                    <a:pt x="36" y="0"/>
                  </a:moveTo>
                  <a:lnTo>
                    <a:pt x="1" y="505"/>
                  </a:lnTo>
                  <a:lnTo>
                    <a:pt x="494" y="541"/>
                  </a:lnTo>
                  <a:lnTo>
                    <a:pt x="542" y="48"/>
                  </a:lnTo>
                  <a:lnTo>
                    <a:pt x="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36"/>
            <p:cNvSpPr/>
            <p:nvPr/>
          </p:nvSpPr>
          <p:spPr>
            <a:xfrm>
              <a:off x="1564684" y="1651700"/>
              <a:ext cx="207394" cy="233247"/>
            </a:xfrm>
            <a:custGeom>
              <a:rect b="b" l="l" r="r" t="t"/>
              <a:pathLst>
                <a:path extrusionOk="0" h="3248" w="2888">
                  <a:moveTo>
                    <a:pt x="36" y="1"/>
                  </a:moveTo>
                  <a:lnTo>
                    <a:pt x="1" y="494"/>
                  </a:lnTo>
                  <a:lnTo>
                    <a:pt x="506" y="542"/>
                  </a:lnTo>
                  <a:lnTo>
                    <a:pt x="458" y="1035"/>
                  </a:lnTo>
                  <a:lnTo>
                    <a:pt x="963" y="1083"/>
                  </a:lnTo>
                  <a:lnTo>
                    <a:pt x="926" y="1577"/>
                  </a:lnTo>
                  <a:lnTo>
                    <a:pt x="1420" y="1625"/>
                  </a:lnTo>
                  <a:lnTo>
                    <a:pt x="1383" y="2117"/>
                  </a:lnTo>
                  <a:lnTo>
                    <a:pt x="1877" y="2166"/>
                  </a:lnTo>
                  <a:lnTo>
                    <a:pt x="1840" y="2659"/>
                  </a:lnTo>
                  <a:lnTo>
                    <a:pt x="2346" y="2707"/>
                  </a:lnTo>
                  <a:lnTo>
                    <a:pt x="2298" y="3200"/>
                  </a:lnTo>
                  <a:lnTo>
                    <a:pt x="2803" y="3248"/>
                  </a:lnTo>
                  <a:lnTo>
                    <a:pt x="2839" y="2743"/>
                  </a:lnTo>
                  <a:lnTo>
                    <a:pt x="2887" y="2250"/>
                  </a:lnTo>
                  <a:lnTo>
                    <a:pt x="2382" y="2202"/>
                  </a:lnTo>
                  <a:lnTo>
                    <a:pt x="2418" y="1709"/>
                  </a:lnTo>
                  <a:lnTo>
                    <a:pt x="1925" y="1660"/>
                  </a:lnTo>
                  <a:lnTo>
                    <a:pt x="1961" y="1168"/>
                  </a:lnTo>
                  <a:lnTo>
                    <a:pt x="1468" y="1120"/>
                  </a:lnTo>
                  <a:lnTo>
                    <a:pt x="1504" y="626"/>
                  </a:lnTo>
                  <a:lnTo>
                    <a:pt x="999" y="578"/>
                  </a:lnTo>
                  <a:lnTo>
                    <a:pt x="1047" y="85"/>
                  </a:lnTo>
                  <a:lnTo>
                    <a:pt x="542" y="37"/>
                  </a:lnTo>
                  <a:lnTo>
                    <a:pt x="36" y="1"/>
                  </a:lnTo>
                  <a:close/>
                </a:path>
              </a:pathLst>
            </a:custGeom>
            <a:solidFill>
              <a:srgbClr val="FFBB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36"/>
            <p:cNvSpPr/>
            <p:nvPr/>
          </p:nvSpPr>
          <p:spPr>
            <a:xfrm>
              <a:off x="1525834" y="1612850"/>
              <a:ext cx="116695" cy="110663"/>
            </a:xfrm>
            <a:custGeom>
              <a:rect b="b" l="l" r="r" t="t"/>
              <a:pathLst>
                <a:path extrusionOk="0" h="1541" w="1625">
                  <a:moveTo>
                    <a:pt x="120" y="1"/>
                  </a:moveTo>
                  <a:lnTo>
                    <a:pt x="85" y="494"/>
                  </a:lnTo>
                  <a:lnTo>
                    <a:pt x="37" y="999"/>
                  </a:lnTo>
                  <a:lnTo>
                    <a:pt x="0" y="1504"/>
                  </a:lnTo>
                  <a:lnTo>
                    <a:pt x="505" y="1540"/>
                  </a:lnTo>
                  <a:lnTo>
                    <a:pt x="542" y="1035"/>
                  </a:lnTo>
                  <a:lnTo>
                    <a:pt x="577" y="542"/>
                  </a:lnTo>
                  <a:lnTo>
                    <a:pt x="1083" y="578"/>
                  </a:lnTo>
                  <a:lnTo>
                    <a:pt x="1588" y="626"/>
                  </a:lnTo>
                  <a:lnTo>
                    <a:pt x="1624" y="121"/>
                  </a:lnTo>
                  <a:lnTo>
                    <a:pt x="1119" y="73"/>
                  </a:lnTo>
                  <a:lnTo>
                    <a:pt x="626" y="37"/>
                  </a:lnTo>
                  <a:lnTo>
                    <a:pt x="120"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36"/>
            <p:cNvSpPr/>
            <p:nvPr/>
          </p:nvSpPr>
          <p:spPr>
            <a:xfrm>
              <a:off x="1558651" y="1723439"/>
              <a:ext cx="38922" cy="38922"/>
            </a:xfrm>
            <a:custGeom>
              <a:rect b="b" l="l" r="r" t="t"/>
              <a:pathLst>
                <a:path extrusionOk="0" h="542" w="542">
                  <a:moveTo>
                    <a:pt x="48" y="0"/>
                  </a:moveTo>
                  <a:lnTo>
                    <a:pt x="0" y="506"/>
                  </a:lnTo>
                  <a:lnTo>
                    <a:pt x="505" y="541"/>
                  </a:lnTo>
                  <a:lnTo>
                    <a:pt x="542" y="36"/>
                  </a:lnTo>
                  <a:lnTo>
                    <a:pt x="48"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36"/>
            <p:cNvSpPr/>
            <p:nvPr/>
          </p:nvSpPr>
          <p:spPr>
            <a:xfrm>
              <a:off x="1591469" y="1762289"/>
              <a:ext cx="39784" cy="38922"/>
            </a:xfrm>
            <a:custGeom>
              <a:rect b="b" l="l" r="r" t="t"/>
              <a:pathLst>
                <a:path extrusionOk="0" h="542" w="554">
                  <a:moveTo>
                    <a:pt x="48" y="0"/>
                  </a:moveTo>
                  <a:lnTo>
                    <a:pt x="0" y="505"/>
                  </a:lnTo>
                  <a:lnTo>
                    <a:pt x="505" y="542"/>
                  </a:lnTo>
                  <a:lnTo>
                    <a:pt x="553" y="37"/>
                  </a:lnTo>
                  <a:lnTo>
                    <a:pt x="48"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36"/>
            <p:cNvSpPr/>
            <p:nvPr/>
          </p:nvSpPr>
          <p:spPr>
            <a:xfrm>
              <a:off x="1625149" y="1801139"/>
              <a:ext cx="38922" cy="38922"/>
            </a:xfrm>
            <a:custGeom>
              <a:rect b="b" l="l" r="r" t="t"/>
              <a:pathLst>
                <a:path extrusionOk="0" h="542" w="542">
                  <a:moveTo>
                    <a:pt x="36" y="1"/>
                  </a:moveTo>
                  <a:lnTo>
                    <a:pt x="1" y="506"/>
                  </a:lnTo>
                  <a:lnTo>
                    <a:pt x="493" y="542"/>
                  </a:lnTo>
                  <a:lnTo>
                    <a:pt x="541" y="36"/>
                  </a:lnTo>
                  <a:lnTo>
                    <a:pt x="3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36"/>
            <p:cNvSpPr/>
            <p:nvPr/>
          </p:nvSpPr>
          <p:spPr>
            <a:xfrm>
              <a:off x="1636351" y="1657804"/>
              <a:ext cx="38994" cy="38922"/>
            </a:xfrm>
            <a:custGeom>
              <a:rect b="b" l="l" r="r" t="t"/>
              <a:pathLst>
                <a:path extrusionOk="0" h="542" w="543">
                  <a:moveTo>
                    <a:pt x="49" y="0"/>
                  </a:moveTo>
                  <a:lnTo>
                    <a:pt x="1" y="493"/>
                  </a:lnTo>
                  <a:lnTo>
                    <a:pt x="506" y="541"/>
                  </a:lnTo>
                  <a:lnTo>
                    <a:pt x="542" y="36"/>
                  </a:lnTo>
                  <a:lnTo>
                    <a:pt x="49"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36"/>
            <p:cNvSpPr/>
            <p:nvPr/>
          </p:nvSpPr>
          <p:spPr>
            <a:xfrm>
              <a:off x="1657967" y="1839989"/>
              <a:ext cx="38922" cy="38994"/>
            </a:xfrm>
            <a:custGeom>
              <a:rect b="b" l="l" r="r" t="t"/>
              <a:pathLst>
                <a:path extrusionOk="0" h="543" w="542">
                  <a:moveTo>
                    <a:pt x="36" y="1"/>
                  </a:moveTo>
                  <a:lnTo>
                    <a:pt x="1" y="506"/>
                  </a:lnTo>
                  <a:lnTo>
                    <a:pt x="506" y="542"/>
                  </a:lnTo>
                  <a:lnTo>
                    <a:pt x="541" y="37"/>
                  </a:lnTo>
                  <a:lnTo>
                    <a:pt x="3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36"/>
            <p:cNvSpPr/>
            <p:nvPr/>
          </p:nvSpPr>
          <p:spPr>
            <a:xfrm>
              <a:off x="1670103" y="1696654"/>
              <a:ext cx="38851" cy="38922"/>
            </a:xfrm>
            <a:custGeom>
              <a:rect b="b" l="l" r="r" t="t"/>
              <a:pathLst>
                <a:path extrusionOk="0" h="542" w="541">
                  <a:moveTo>
                    <a:pt x="36" y="0"/>
                  </a:moveTo>
                  <a:lnTo>
                    <a:pt x="0" y="494"/>
                  </a:lnTo>
                  <a:lnTo>
                    <a:pt x="493" y="542"/>
                  </a:lnTo>
                  <a:lnTo>
                    <a:pt x="541" y="37"/>
                  </a:lnTo>
                  <a:lnTo>
                    <a:pt x="36"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36"/>
            <p:cNvSpPr/>
            <p:nvPr/>
          </p:nvSpPr>
          <p:spPr>
            <a:xfrm>
              <a:off x="1702920" y="1735504"/>
              <a:ext cx="38851" cy="38922"/>
            </a:xfrm>
            <a:custGeom>
              <a:rect b="b" l="l" r="r" t="t"/>
              <a:pathLst>
                <a:path extrusionOk="0" h="542" w="541">
                  <a:moveTo>
                    <a:pt x="36" y="1"/>
                  </a:moveTo>
                  <a:lnTo>
                    <a:pt x="0" y="493"/>
                  </a:lnTo>
                  <a:lnTo>
                    <a:pt x="493" y="542"/>
                  </a:lnTo>
                  <a:lnTo>
                    <a:pt x="541" y="36"/>
                  </a:lnTo>
                  <a:lnTo>
                    <a:pt x="3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36"/>
            <p:cNvSpPr/>
            <p:nvPr/>
          </p:nvSpPr>
          <p:spPr>
            <a:xfrm>
              <a:off x="1690784" y="1813275"/>
              <a:ext cx="116624" cy="110591"/>
            </a:xfrm>
            <a:custGeom>
              <a:rect b="b" l="l" r="r" t="t"/>
              <a:pathLst>
                <a:path extrusionOk="0" h="1540" w="1624">
                  <a:moveTo>
                    <a:pt x="1131" y="0"/>
                  </a:moveTo>
                  <a:lnTo>
                    <a:pt x="1083" y="493"/>
                  </a:lnTo>
                  <a:lnTo>
                    <a:pt x="1047" y="998"/>
                  </a:lnTo>
                  <a:lnTo>
                    <a:pt x="542" y="950"/>
                  </a:lnTo>
                  <a:lnTo>
                    <a:pt x="49" y="914"/>
                  </a:lnTo>
                  <a:lnTo>
                    <a:pt x="1" y="1419"/>
                  </a:lnTo>
                  <a:lnTo>
                    <a:pt x="506" y="1455"/>
                  </a:lnTo>
                  <a:lnTo>
                    <a:pt x="999" y="1492"/>
                  </a:lnTo>
                  <a:lnTo>
                    <a:pt x="1504" y="1540"/>
                  </a:lnTo>
                  <a:lnTo>
                    <a:pt x="1540" y="1035"/>
                  </a:lnTo>
                  <a:lnTo>
                    <a:pt x="1588" y="541"/>
                  </a:lnTo>
                  <a:lnTo>
                    <a:pt x="1624" y="36"/>
                  </a:lnTo>
                  <a:lnTo>
                    <a:pt x="1131"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36"/>
            <p:cNvSpPr/>
            <p:nvPr/>
          </p:nvSpPr>
          <p:spPr>
            <a:xfrm>
              <a:off x="1735738" y="1774354"/>
              <a:ext cx="38851" cy="38994"/>
            </a:xfrm>
            <a:custGeom>
              <a:rect b="b" l="l" r="r" t="t"/>
              <a:pathLst>
                <a:path extrusionOk="0" h="543" w="541">
                  <a:moveTo>
                    <a:pt x="36" y="1"/>
                  </a:moveTo>
                  <a:lnTo>
                    <a:pt x="0" y="494"/>
                  </a:lnTo>
                  <a:lnTo>
                    <a:pt x="505" y="542"/>
                  </a:lnTo>
                  <a:lnTo>
                    <a:pt x="541" y="37"/>
                  </a:lnTo>
                  <a:lnTo>
                    <a:pt x="36"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36"/>
            <p:cNvSpPr/>
            <p:nvPr/>
          </p:nvSpPr>
          <p:spPr>
            <a:xfrm>
              <a:off x="1253812" y="2174271"/>
              <a:ext cx="50987" cy="50987"/>
            </a:xfrm>
            <a:custGeom>
              <a:rect b="b" l="l" r="r" t="t"/>
              <a:pathLst>
                <a:path extrusionOk="0" h="710" w="710">
                  <a:moveTo>
                    <a:pt x="385" y="0"/>
                  </a:moveTo>
                  <a:lnTo>
                    <a:pt x="0" y="325"/>
                  </a:lnTo>
                  <a:lnTo>
                    <a:pt x="324" y="710"/>
                  </a:lnTo>
                  <a:lnTo>
                    <a:pt x="709" y="385"/>
                  </a:lnTo>
                  <a:lnTo>
                    <a:pt x="38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36"/>
            <p:cNvSpPr/>
            <p:nvPr/>
          </p:nvSpPr>
          <p:spPr>
            <a:xfrm>
              <a:off x="1304726" y="2178579"/>
              <a:ext cx="51059" cy="51059"/>
            </a:xfrm>
            <a:custGeom>
              <a:rect b="b" l="l" r="r" t="t"/>
              <a:pathLst>
                <a:path extrusionOk="0" h="711" w="711">
                  <a:moveTo>
                    <a:pt x="385" y="0"/>
                  </a:moveTo>
                  <a:lnTo>
                    <a:pt x="0" y="325"/>
                  </a:lnTo>
                  <a:lnTo>
                    <a:pt x="325" y="710"/>
                  </a:lnTo>
                  <a:lnTo>
                    <a:pt x="710" y="385"/>
                  </a:lnTo>
                  <a:lnTo>
                    <a:pt x="38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36"/>
            <p:cNvSpPr/>
            <p:nvPr/>
          </p:nvSpPr>
          <p:spPr>
            <a:xfrm>
              <a:off x="1355713" y="2182888"/>
              <a:ext cx="50987" cy="50197"/>
            </a:xfrm>
            <a:custGeom>
              <a:rect b="b" l="l" r="r" t="t"/>
              <a:pathLst>
                <a:path extrusionOk="0" h="699" w="710">
                  <a:moveTo>
                    <a:pt x="385" y="1"/>
                  </a:moveTo>
                  <a:lnTo>
                    <a:pt x="0" y="325"/>
                  </a:lnTo>
                  <a:lnTo>
                    <a:pt x="325" y="698"/>
                  </a:lnTo>
                  <a:lnTo>
                    <a:pt x="709" y="373"/>
                  </a:lnTo>
                  <a:lnTo>
                    <a:pt x="38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36"/>
            <p:cNvSpPr/>
            <p:nvPr/>
          </p:nvSpPr>
          <p:spPr>
            <a:xfrm>
              <a:off x="1406627" y="2186335"/>
              <a:ext cx="50197" cy="50987"/>
            </a:xfrm>
            <a:custGeom>
              <a:rect b="b" l="l" r="r" t="t"/>
              <a:pathLst>
                <a:path extrusionOk="0" h="710" w="699">
                  <a:moveTo>
                    <a:pt x="374" y="1"/>
                  </a:moveTo>
                  <a:lnTo>
                    <a:pt x="0" y="325"/>
                  </a:lnTo>
                  <a:lnTo>
                    <a:pt x="326" y="710"/>
                  </a:lnTo>
                  <a:lnTo>
                    <a:pt x="698" y="386"/>
                  </a:lnTo>
                  <a:lnTo>
                    <a:pt x="37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36"/>
            <p:cNvSpPr/>
            <p:nvPr/>
          </p:nvSpPr>
          <p:spPr>
            <a:xfrm>
              <a:off x="1456751" y="2190644"/>
              <a:ext cx="51059" cy="51059"/>
            </a:xfrm>
            <a:custGeom>
              <a:rect b="b" l="l" r="r" t="t"/>
              <a:pathLst>
                <a:path extrusionOk="0" h="711" w="711">
                  <a:moveTo>
                    <a:pt x="385" y="0"/>
                  </a:moveTo>
                  <a:lnTo>
                    <a:pt x="0" y="326"/>
                  </a:lnTo>
                  <a:lnTo>
                    <a:pt x="337" y="711"/>
                  </a:lnTo>
                  <a:lnTo>
                    <a:pt x="710" y="385"/>
                  </a:lnTo>
                  <a:lnTo>
                    <a:pt x="38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36"/>
            <p:cNvSpPr/>
            <p:nvPr/>
          </p:nvSpPr>
          <p:spPr>
            <a:xfrm>
              <a:off x="1230402" y="2123285"/>
              <a:ext cx="304988" cy="95080"/>
            </a:xfrm>
            <a:custGeom>
              <a:rect b="b" l="l" r="r" t="t"/>
              <a:pathLst>
                <a:path extrusionOk="0" h="1324" w="4247">
                  <a:moveTo>
                    <a:pt x="771" y="0"/>
                  </a:moveTo>
                  <a:lnTo>
                    <a:pt x="386" y="326"/>
                  </a:lnTo>
                  <a:lnTo>
                    <a:pt x="1" y="650"/>
                  </a:lnTo>
                  <a:lnTo>
                    <a:pt x="326" y="1035"/>
                  </a:lnTo>
                  <a:lnTo>
                    <a:pt x="711" y="710"/>
                  </a:lnTo>
                  <a:lnTo>
                    <a:pt x="1035" y="1095"/>
                  </a:lnTo>
                  <a:lnTo>
                    <a:pt x="1420" y="770"/>
                  </a:lnTo>
                  <a:lnTo>
                    <a:pt x="1745" y="1155"/>
                  </a:lnTo>
                  <a:lnTo>
                    <a:pt x="2130" y="831"/>
                  </a:lnTo>
                  <a:lnTo>
                    <a:pt x="2454" y="1203"/>
                  </a:lnTo>
                  <a:lnTo>
                    <a:pt x="2828" y="879"/>
                  </a:lnTo>
                  <a:lnTo>
                    <a:pt x="3152" y="1264"/>
                  </a:lnTo>
                  <a:lnTo>
                    <a:pt x="3537" y="938"/>
                  </a:lnTo>
                  <a:lnTo>
                    <a:pt x="3862" y="1323"/>
                  </a:lnTo>
                  <a:lnTo>
                    <a:pt x="4247" y="999"/>
                  </a:lnTo>
                  <a:lnTo>
                    <a:pt x="3922" y="614"/>
                  </a:lnTo>
                  <a:lnTo>
                    <a:pt x="3597" y="229"/>
                  </a:lnTo>
                  <a:lnTo>
                    <a:pt x="3213" y="554"/>
                  </a:lnTo>
                  <a:lnTo>
                    <a:pt x="2887" y="181"/>
                  </a:lnTo>
                  <a:lnTo>
                    <a:pt x="2503" y="506"/>
                  </a:lnTo>
                  <a:lnTo>
                    <a:pt x="2178" y="121"/>
                  </a:lnTo>
                  <a:lnTo>
                    <a:pt x="1805" y="446"/>
                  </a:lnTo>
                  <a:lnTo>
                    <a:pt x="1481" y="61"/>
                  </a:lnTo>
                  <a:lnTo>
                    <a:pt x="1096" y="385"/>
                  </a:lnTo>
                  <a:lnTo>
                    <a:pt x="771" y="0"/>
                  </a:lnTo>
                  <a:close/>
                </a:path>
              </a:pathLst>
            </a:custGeom>
            <a:solidFill>
              <a:srgbClr val="FFBB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36"/>
            <p:cNvSpPr/>
            <p:nvPr/>
          </p:nvSpPr>
          <p:spPr>
            <a:xfrm>
              <a:off x="1179487" y="2095637"/>
              <a:ext cx="106283" cy="152961"/>
            </a:xfrm>
            <a:custGeom>
              <a:rect b="b" l="l" r="r" t="t"/>
              <a:pathLst>
                <a:path extrusionOk="0" h="2130" w="1480">
                  <a:moveTo>
                    <a:pt x="1155" y="1"/>
                  </a:moveTo>
                  <a:lnTo>
                    <a:pt x="771" y="326"/>
                  </a:lnTo>
                  <a:lnTo>
                    <a:pt x="386" y="650"/>
                  </a:lnTo>
                  <a:lnTo>
                    <a:pt x="1" y="975"/>
                  </a:lnTo>
                  <a:lnTo>
                    <a:pt x="325" y="1360"/>
                  </a:lnTo>
                  <a:lnTo>
                    <a:pt x="650" y="1745"/>
                  </a:lnTo>
                  <a:lnTo>
                    <a:pt x="975" y="2130"/>
                  </a:lnTo>
                  <a:lnTo>
                    <a:pt x="1359" y="1805"/>
                  </a:lnTo>
                  <a:lnTo>
                    <a:pt x="1035" y="1420"/>
                  </a:lnTo>
                  <a:lnTo>
                    <a:pt x="710" y="1035"/>
                  </a:lnTo>
                  <a:lnTo>
                    <a:pt x="1095" y="711"/>
                  </a:lnTo>
                  <a:lnTo>
                    <a:pt x="1480" y="385"/>
                  </a:lnTo>
                  <a:lnTo>
                    <a:pt x="115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36"/>
            <p:cNvSpPr/>
            <p:nvPr/>
          </p:nvSpPr>
          <p:spPr>
            <a:xfrm>
              <a:off x="1277079" y="2201918"/>
              <a:ext cx="51059" cy="50987"/>
            </a:xfrm>
            <a:custGeom>
              <a:rect b="b" l="l" r="r" t="t"/>
              <a:pathLst>
                <a:path extrusionOk="0" h="710" w="711">
                  <a:moveTo>
                    <a:pt x="385" y="0"/>
                  </a:moveTo>
                  <a:lnTo>
                    <a:pt x="0" y="325"/>
                  </a:lnTo>
                  <a:lnTo>
                    <a:pt x="326" y="709"/>
                  </a:lnTo>
                  <a:lnTo>
                    <a:pt x="710" y="385"/>
                  </a:lnTo>
                  <a:lnTo>
                    <a:pt x="385"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36"/>
            <p:cNvSpPr/>
            <p:nvPr/>
          </p:nvSpPr>
          <p:spPr>
            <a:xfrm>
              <a:off x="1328065" y="2206155"/>
              <a:ext cx="50987" cy="50197"/>
            </a:xfrm>
            <a:custGeom>
              <a:rect b="b" l="l" r="r" t="t"/>
              <a:pathLst>
                <a:path extrusionOk="0" h="699" w="710">
                  <a:moveTo>
                    <a:pt x="385" y="1"/>
                  </a:moveTo>
                  <a:lnTo>
                    <a:pt x="0" y="326"/>
                  </a:lnTo>
                  <a:lnTo>
                    <a:pt x="325" y="699"/>
                  </a:lnTo>
                  <a:lnTo>
                    <a:pt x="710" y="374"/>
                  </a:lnTo>
                  <a:lnTo>
                    <a:pt x="38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36"/>
            <p:cNvSpPr/>
            <p:nvPr/>
          </p:nvSpPr>
          <p:spPr>
            <a:xfrm>
              <a:off x="1378979" y="2209674"/>
              <a:ext cx="51059" cy="51059"/>
            </a:xfrm>
            <a:custGeom>
              <a:rect b="b" l="l" r="r" t="t"/>
              <a:pathLst>
                <a:path extrusionOk="0" h="711" w="711">
                  <a:moveTo>
                    <a:pt x="385" y="0"/>
                  </a:moveTo>
                  <a:lnTo>
                    <a:pt x="1" y="325"/>
                  </a:lnTo>
                  <a:lnTo>
                    <a:pt x="326" y="710"/>
                  </a:lnTo>
                  <a:lnTo>
                    <a:pt x="711" y="385"/>
                  </a:lnTo>
                  <a:lnTo>
                    <a:pt x="385"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36"/>
            <p:cNvSpPr/>
            <p:nvPr/>
          </p:nvSpPr>
          <p:spPr>
            <a:xfrm>
              <a:off x="1285696" y="2100018"/>
              <a:ext cx="51059" cy="50987"/>
            </a:xfrm>
            <a:custGeom>
              <a:rect b="b" l="l" r="r" t="t"/>
              <a:pathLst>
                <a:path extrusionOk="0" h="710" w="711">
                  <a:moveTo>
                    <a:pt x="374" y="0"/>
                  </a:moveTo>
                  <a:lnTo>
                    <a:pt x="1" y="324"/>
                  </a:lnTo>
                  <a:lnTo>
                    <a:pt x="326" y="709"/>
                  </a:lnTo>
                  <a:lnTo>
                    <a:pt x="711" y="385"/>
                  </a:lnTo>
                  <a:lnTo>
                    <a:pt x="374"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36"/>
            <p:cNvSpPr/>
            <p:nvPr/>
          </p:nvSpPr>
          <p:spPr>
            <a:xfrm>
              <a:off x="1429965" y="2213982"/>
              <a:ext cx="50987" cy="50987"/>
            </a:xfrm>
            <a:custGeom>
              <a:rect b="b" l="l" r="r" t="t"/>
              <a:pathLst>
                <a:path extrusionOk="0" h="710" w="710">
                  <a:moveTo>
                    <a:pt x="373" y="1"/>
                  </a:moveTo>
                  <a:lnTo>
                    <a:pt x="1" y="325"/>
                  </a:lnTo>
                  <a:lnTo>
                    <a:pt x="325" y="710"/>
                  </a:lnTo>
                  <a:lnTo>
                    <a:pt x="710" y="386"/>
                  </a:lnTo>
                  <a:lnTo>
                    <a:pt x="373"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36"/>
            <p:cNvSpPr/>
            <p:nvPr/>
          </p:nvSpPr>
          <p:spPr>
            <a:xfrm>
              <a:off x="1336683" y="2104255"/>
              <a:ext cx="50197" cy="51059"/>
            </a:xfrm>
            <a:custGeom>
              <a:rect b="b" l="l" r="r" t="t"/>
              <a:pathLst>
                <a:path extrusionOk="0" h="711" w="699">
                  <a:moveTo>
                    <a:pt x="373" y="1"/>
                  </a:moveTo>
                  <a:lnTo>
                    <a:pt x="1" y="326"/>
                  </a:lnTo>
                  <a:lnTo>
                    <a:pt x="325" y="711"/>
                  </a:lnTo>
                  <a:lnTo>
                    <a:pt x="698" y="386"/>
                  </a:lnTo>
                  <a:lnTo>
                    <a:pt x="373"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36"/>
            <p:cNvSpPr/>
            <p:nvPr/>
          </p:nvSpPr>
          <p:spPr>
            <a:xfrm>
              <a:off x="1386807" y="2108635"/>
              <a:ext cx="50987" cy="50987"/>
            </a:xfrm>
            <a:custGeom>
              <a:rect b="b" l="l" r="r" t="t"/>
              <a:pathLst>
                <a:path extrusionOk="0" h="710" w="710">
                  <a:moveTo>
                    <a:pt x="385" y="0"/>
                  </a:moveTo>
                  <a:lnTo>
                    <a:pt x="0" y="325"/>
                  </a:lnTo>
                  <a:lnTo>
                    <a:pt x="325" y="710"/>
                  </a:lnTo>
                  <a:lnTo>
                    <a:pt x="709" y="385"/>
                  </a:lnTo>
                  <a:lnTo>
                    <a:pt x="385"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36"/>
            <p:cNvSpPr/>
            <p:nvPr/>
          </p:nvSpPr>
          <p:spPr>
            <a:xfrm>
              <a:off x="1480880" y="2116391"/>
              <a:ext cx="105493" cy="152961"/>
            </a:xfrm>
            <a:custGeom>
              <a:rect b="b" l="l" r="r" t="t"/>
              <a:pathLst>
                <a:path extrusionOk="0" h="2130" w="1469">
                  <a:moveTo>
                    <a:pt x="494" y="0"/>
                  </a:moveTo>
                  <a:lnTo>
                    <a:pt x="109" y="325"/>
                  </a:lnTo>
                  <a:lnTo>
                    <a:pt x="434" y="710"/>
                  </a:lnTo>
                  <a:lnTo>
                    <a:pt x="759" y="1095"/>
                  </a:lnTo>
                  <a:lnTo>
                    <a:pt x="374" y="1419"/>
                  </a:lnTo>
                  <a:lnTo>
                    <a:pt x="1" y="1745"/>
                  </a:lnTo>
                  <a:lnTo>
                    <a:pt x="326" y="2129"/>
                  </a:lnTo>
                  <a:lnTo>
                    <a:pt x="698" y="1804"/>
                  </a:lnTo>
                  <a:lnTo>
                    <a:pt x="1083" y="1480"/>
                  </a:lnTo>
                  <a:lnTo>
                    <a:pt x="1468" y="1155"/>
                  </a:lnTo>
                  <a:lnTo>
                    <a:pt x="1144" y="770"/>
                  </a:lnTo>
                  <a:lnTo>
                    <a:pt x="819" y="385"/>
                  </a:lnTo>
                  <a:lnTo>
                    <a:pt x="494"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36"/>
            <p:cNvSpPr/>
            <p:nvPr/>
          </p:nvSpPr>
          <p:spPr>
            <a:xfrm>
              <a:off x="1437721" y="2112082"/>
              <a:ext cx="51059" cy="50987"/>
            </a:xfrm>
            <a:custGeom>
              <a:rect b="b" l="l" r="r" t="t"/>
              <a:pathLst>
                <a:path extrusionOk="0" h="710" w="711">
                  <a:moveTo>
                    <a:pt x="385" y="1"/>
                  </a:moveTo>
                  <a:lnTo>
                    <a:pt x="0" y="337"/>
                  </a:lnTo>
                  <a:lnTo>
                    <a:pt x="326" y="710"/>
                  </a:lnTo>
                  <a:lnTo>
                    <a:pt x="710" y="385"/>
                  </a:lnTo>
                  <a:lnTo>
                    <a:pt x="385"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36"/>
            <p:cNvSpPr/>
            <p:nvPr/>
          </p:nvSpPr>
          <p:spPr>
            <a:xfrm>
              <a:off x="1355713" y="1874530"/>
              <a:ext cx="42369" cy="42441"/>
            </a:xfrm>
            <a:custGeom>
              <a:rect b="b" l="l" r="r" t="t"/>
              <a:pathLst>
                <a:path extrusionOk="0" h="591" w="590">
                  <a:moveTo>
                    <a:pt x="493" y="1"/>
                  </a:moveTo>
                  <a:lnTo>
                    <a:pt x="0" y="97"/>
                  </a:lnTo>
                  <a:lnTo>
                    <a:pt x="97" y="590"/>
                  </a:lnTo>
                  <a:lnTo>
                    <a:pt x="589" y="494"/>
                  </a:lnTo>
                  <a:lnTo>
                    <a:pt x="49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36"/>
            <p:cNvSpPr/>
            <p:nvPr/>
          </p:nvSpPr>
          <p:spPr>
            <a:xfrm>
              <a:off x="1398009" y="1903039"/>
              <a:ext cx="42369" cy="42369"/>
            </a:xfrm>
            <a:custGeom>
              <a:rect b="b" l="l" r="r" t="t"/>
              <a:pathLst>
                <a:path extrusionOk="0" h="590" w="590">
                  <a:moveTo>
                    <a:pt x="494" y="1"/>
                  </a:moveTo>
                  <a:lnTo>
                    <a:pt x="0" y="97"/>
                  </a:lnTo>
                  <a:lnTo>
                    <a:pt x="96" y="590"/>
                  </a:lnTo>
                  <a:lnTo>
                    <a:pt x="590" y="494"/>
                  </a:lnTo>
                  <a:lnTo>
                    <a:pt x="49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36"/>
            <p:cNvSpPr/>
            <p:nvPr/>
          </p:nvSpPr>
          <p:spPr>
            <a:xfrm>
              <a:off x="1440306" y="1932410"/>
              <a:ext cx="41579" cy="41579"/>
            </a:xfrm>
            <a:custGeom>
              <a:rect b="b" l="l" r="r" t="t"/>
              <a:pathLst>
                <a:path extrusionOk="0" h="579" w="579">
                  <a:moveTo>
                    <a:pt x="494" y="1"/>
                  </a:moveTo>
                  <a:lnTo>
                    <a:pt x="1" y="85"/>
                  </a:lnTo>
                  <a:lnTo>
                    <a:pt x="85" y="578"/>
                  </a:lnTo>
                  <a:lnTo>
                    <a:pt x="578" y="494"/>
                  </a:lnTo>
                  <a:lnTo>
                    <a:pt x="49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36"/>
            <p:cNvSpPr/>
            <p:nvPr/>
          </p:nvSpPr>
          <p:spPr>
            <a:xfrm>
              <a:off x="1481813" y="1960919"/>
              <a:ext cx="42369" cy="42441"/>
            </a:xfrm>
            <a:custGeom>
              <a:rect b="b" l="l" r="r" t="t"/>
              <a:pathLst>
                <a:path extrusionOk="0" h="591" w="590">
                  <a:moveTo>
                    <a:pt x="493" y="0"/>
                  </a:moveTo>
                  <a:lnTo>
                    <a:pt x="0" y="97"/>
                  </a:lnTo>
                  <a:lnTo>
                    <a:pt x="96" y="590"/>
                  </a:lnTo>
                  <a:lnTo>
                    <a:pt x="589" y="494"/>
                  </a:lnTo>
                  <a:lnTo>
                    <a:pt x="49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36"/>
            <p:cNvSpPr/>
            <p:nvPr/>
          </p:nvSpPr>
          <p:spPr>
            <a:xfrm>
              <a:off x="1524110" y="1989428"/>
              <a:ext cx="42369" cy="42369"/>
            </a:xfrm>
            <a:custGeom>
              <a:rect b="b" l="l" r="r" t="t"/>
              <a:pathLst>
                <a:path extrusionOk="0" h="590" w="590">
                  <a:moveTo>
                    <a:pt x="494" y="1"/>
                  </a:moveTo>
                  <a:lnTo>
                    <a:pt x="0" y="97"/>
                  </a:lnTo>
                  <a:lnTo>
                    <a:pt x="96" y="590"/>
                  </a:lnTo>
                  <a:lnTo>
                    <a:pt x="590" y="493"/>
                  </a:lnTo>
                  <a:lnTo>
                    <a:pt x="49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36"/>
            <p:cNvSpPr/>
            <p:nvPr/>
          </p:nvSpPr>
          <p:spPr>
            <a:xfrm>
              <a:off x="1348819" y="1832234"/>
              <a:ext cx="253067" cy="192673"/>
            </a:xfrm>
            <a:custGeom>
              <a:rect b="b" l="l" r="r" t="t"/>
              <a:pathLst>
                <a:path extrusionOk="0" h="2683" w="3524">
                  <a:moveTo>
                    <a:pt x="986" y="1"/>
                  </a:moveTo>
                  <a:lnTo>
                    <a:pt x="493" y="97"/>
                  </a:lnTo>
                  <a:lnTo>
                    <a:pt x="0" y="193"/>
                  </a:lnTo>
                  <a:lnTo>
                    <a:pt x="96" y="686"/>
                  </a:lnTo>
                  <a:lnTo>
                    <a:pt x="589" y="590"/>
                  </a:lnTo>
                  <a:lnTo>
                    <a:pt x="685" y="1083"/>
                  </a:lnTo>
                  <a:lnTo>
                    <a:pt x="1179" y="987"/>
                  </a:lnTo>
                  <a:lnTo>
                    <a:pt x="1275" y="1480"/>
                  </a:lnTo>
                  <a:lnTo>
                    <a:pt x="1768" y="1396"/>
                  </a:lnTo>
                  <a:lnTo>
                    <a:pt x="1852" y="1889"/>
                  </a:lnTo>
                  <a:lnTo>
                    <a:pt x="2345" y="1792"/>
                  </a:lnTo>
                  <a:lnTo>
                    <a:pt x="2441" y="2286"/>
                  </a:lnTo>
                  <a:lnTo>
                    <a:pt x="2935" y="2190"/>
                  </a:lnTo>
                  <a:lnTo>
                    <a:pt x="3031" y="2682"/>
                  </a:lnTo>
                  <a:lnTo>
                    <a:pt x="3524" y="2586"/>
                  </a:lnTo>
                  <a:lnTo>
                    <a:pt x="3427" y="2093"/>
                  </a:lnTo>
                  <a:lnTo>
                    <a:pt x="3344" y="1600"/>
                  </a:lnTo>
                  <a:lnTo>
                    <a:pt x="2838" y="1696"/>
                  </a:lnTo>
                  <a:lnTo>
                    <a:pt x="2754" y="1203"/>
                  </a:lnTo>
                  <a:lnTo>
                    <a:pt x="2261" y="1300"/>
                  </a:lnTo>
                  <a:lnTo>
                    <a:pt x="2165" y="806"/>
                  </a:lnTo>
                  <a:lnTo>
                    <a:pt x="1671" y="902"/>
                  </a:lnTo>
                  <a:lnTo>
                    <a:pt x="1575" y="410"/>
                  </a:lnTo>
                  <a:lnTo>
                    <a:pt x="1083" y="493"/>
                  </a:lnTo>
                  <a:lnTo>
                    <a:pt x="986" y="1"/>
                  </a:lnTo>
                  <a:close/>
                </a:path>
              </a:pathLst>
            </a:custGeom>
            <a:solidFill>
              <a:srgbClr val="FFBB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36"/>
            <p:cNvSpPr/>
            <p:nvPr/>
          </p:nvSpPr>
          <p:spPr>
            <a:xfrm>
              <a:off x="1306450" y="1796831"/>
              <a:ext cx="113248" cy="127036"/>
            </a:xfrm>
            <a:custGeom>
              <a:rect b="b" l="l" r="r" t="t"/>
              <a:pathLst>
                <a:path extrusionOk="0" h="1769" w="1577">
                  <a:moveTo>
                    <a:pt x="1492" y="0"/>
                  </a:moveTo>
                  <a:lnTo>
                    <a:pt x="999" y="96"/>
                  </a:lnTo>
                  <a:lnTo>
                    <a:pt x="505" y="193"/>
                  </a:lnTo>
                  <a:lnTo>
                    <a:pt x="0" y="277"/>
                  </a:lnTo>
                  <a:lnTo>
                    <a:pt x="97" y="782"/>
                  </a:lnTo>
                  <a:lnTo>
                    <a:pt x="193" y="1275"/>
                  </a:lnTo>
                  <a:lnTo>
                    <a:pt x="289" y="1769"/>
                  </a:lnTo>
                  <a:lnTo>
                    <a:pt x="783" y="1672"/>
                  </a:lnTo>
                  <a:lnTo>
                    <a:pt x="686" y="1179"/>
                  </a:lnTo>
                  <a:lnTo>
                    <a:pt x="590" y="686"/>
                  </a:lnTo>
                  <a:lnTo>
                    <a:pt x="1083" y="590"/>
                  </a:lnTo>
                  <a:lnTo>
                    <a:pt x="1576" y="494"/>
                  </a:lnTo>
                  <a:lnTo>
                    <a:pt x="1492"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36"/>
            <p:cNvSpPr/>
            <p:nvPr/>
          </p:nvSpPr>
          <p:spPr>
            <a:xfrm>
              <a:off x="1362606" y="1910005"/>
              <a:ext cx="42369" cy="42369"/>
            </a:xfrm>
            <a:custGeom>
              <a:rect b="b" l="l" r="r" t="t"/>
              <a:pathLst>
                <a:path extrusionOk="0" h="590" w="590">
                  <a:moveTo>
                    <a:pt x="493" y="0"/>
                  </a:moveTo>
                  <a:lnTo>
                    <a:pt x="1" y="96"/>
                  </a:lnTo>
                  <a:lnTo>
                    <a:pt x="97" y="589"/>
                  </a:lnTo>
                  <a:lnTo>
                    <a:pt x="589" y="493"/>
                  </a:lnTo>
                  <a:lnTo>
                    <a:pt x="493"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36"/>
            <p:cNvSpPr/>
            <p:nvPr/>
          </p:nvSpPr>
          <p:spPr>
            <a:xfrm>
              <a:off x="1404903" y="1938442"/>
              <a:ext cx="41508" cy="42441"/>
            </a:xfrm>
            <a:custGeom>
              <a:rect b="b" l="l" r="r" t="t"/>
              <a:pathLst>
                <a:path extrusionOk="0" h="591" w="578">
                  <a:moveTo>
                    <a:pt x="494" y="1"/>
                  </a:moveTo>
                  <a:lnTo>
                    <a:pt x="0" y="97"/>
                  </a:lnTo>
                  <a:lnTo>
                    <a:pt x="85" y="590"/>
                  </a:lnTo>
                  <a:lnTo>
                    <a:pt x="578" y="494"/>
                  </a:lnTo>
                  <a:lnTo>
                    <a:pt x="494"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36"/>
            <p:cNvSpPr/>
            <p:nvPr/>
          </p:nvSpPr>
          <p:spPr>
            <a:xfrm>
              <a:off x="1446338" y="1967813"/>
              <a:ext cx="42441" cy="41508"/>
            </a:xfrm>
            <a:custGeom>
              <a:rect b="b" l="l" r="r" t="t"/>
              <a:pathLst>
                <a:path extrusionOk="0" h="578" w="591">
                  <a:moveTo>
                    <a:pt x="494" y="1"/>
                  </a:moveTo>
                  <a:lnTo>
                    <a:pt x="1" y="85"/>
                  </a:lnTo>
                  <a:lnTo>
                    <a:pt x="97" y="578"/>
                  </a:lnTo>
                  <a:lnTo>
                    <a:pt x="590" y="494"/>
                  </a:lnTo>
                  <a:lnTo>
                    <a:pt x="494"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36"/>
            <p:cNvSpPr/>
            <p:nvPr/>
          </p:nvSpPr>
          <p:spPr>
            <a:xfrm>
              <a:off x="1419625" y="1826201"/>
              <a:ext cx="42369" cy="41508"/>
            </a:xfrm>
            <a:custGeom>
              <a:rect b="b" l="l" r="r" t="t"/>
              <a:pathLst>
                <a:path extrusionOk="0" h="578" w="590">
                  <a:moveTo>
                    <a:pt x="493" y="0"/>
                  </a:moveTo>
                  <a:lnTo>
                    <a:pt x="0" y="85"/>
                  </a:lnTo>
                  <a:lnTo>
                    <a:pt x="97" y="577"/>
                  </a:lnTo>
                  <a:lnTo>
                    <a:pt x="589" y="494"/>
                  </a:lnTo>
                  <a:lnTo>
                    <a:pt x="493"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36"/>
            <p:cNvSpPr/>
            <p:nvPr/>
          </p:nvSpPr>
          <p:spPr>
            <a:xfrm>
              <a:off x="1488707" y="1996322"/>
              <a:ext cx="42369" cy="42369"/>
            </a:xfrm>
            <a:custGeom>
              <a:rect b="b" l="l" r="r" t="t"/>
              <a:pathLst>
                <a:path extrusionOk="0" h="590" w="590">
                  <a:moveTo>
                    <a:pt x="493" y="1"/>
                  </a:moveTo>
                  <a:lnTo>
                    <a:pt x="0" y="97"/>
                  </a:lnTo>
                  <a:lnTo>
                    <a:pt x="97" y="590"/>
                  </a:lnTo>
                  <a:lnTo>
                    <a:pt x="589" y="494"/>
                  </a:lnTo>
                  <a:lnTo>
                    <a:pt x="493"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36"/>
            <p:cNvSpPr/>
            <p:nvPr/>
          </p:nvSpPr>
          <p:spPr>
            <a:xfrm>
              <a:off x="1461922" y="1854710"/>
              <a:ext cx="42369" cy="42369"/>
            </a:xfrm>
            <a:custGeom>
              <a:rect b="b" l="l" r="r" t="t"/>
              <a:pathLst>
                <a:path extrusionOk="0" h="590" w="590">
                  <a:moveTo>
                    <a:pt x="494" y="0"/>
                  </a:moveTo>
                  <a:lnTo>
                    <a:pt x="0" y="97"/>
                  </a:lnTo>
                  <a:lnTo>
                    <a:pt x="96" y="589"/>
                  </a:lnTo>
                  <a:lnTo>
                    <a:pt x="590" y="493"/>
                  </a:lnTo>
                  <a:lnTo>
                    <a:pt x="494"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36"/>
            <p:cNvSpPr/>
            <p:nvPr/>
          </p:nvSpPr>
          <p:spPr>
            <a:xfrm>
              <a:off x="1504218" y="1883148"/>
              <a:ext cx="42369" cy="42441"/>
            </a:xfrm>
            <a:custGeom>
              <a:rect b="b" l="l" r="r" t="t"/>
              <a:pathLst>
                <a:path extrusionOk="0" h="591" w="590">
                  <a:moveTo>
                    <a:pt x="494" y="1"/>
                  </a:moveTo>
                  <a:lnTo>
                    <a:pt x="1" y="97"/>
                  </a:lnTo>
                  <a:lnTo>
                    <a:pt x="97" y="591"/>
                  </a:lnTo>
                  <a:lnTo>
                    <a:pt x="590" y="494"/>
                  </a:lnTo>
                  <a:lnTo>
                    <a:pt x="494"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36"/>
            <p:cNvSpPr/>
            <p:nvPr/>
          </p:nvSpPr>
          <p:spPr>
            <a:xfrm>
              <a:off x="1531004" y="1941099"/>
              <a:ext cx="113248" cy="126175"/>
            </a:xfrm>
            <a:custGeom>
              <a:rect b="b" l="l" r="r" t="t"/>
              <a:pathLst>
                <a:path extrusionOk="0" h="1757" w="1577">
                  <a:moveTo>
                    <a:pt x="1299" y="0"/>
                  </a:moveTo>
                  <a:lnTo>
                    <a:pt x="807" y="84"/>
                  </a:lnTo>
                  <a:lnTo>
                    <a:pt x="890" y="577"/>
                  </a:lnTo>
                  <a:lnTo>
                    <a:pt x="987" y="1070"/>
                  </a:lnTo>
                  <a:lnTo>
                    <a:pt x="494" y="1166"/>
                  </a:lnTo>
                  <a:lnTo>
                    <a:pt x="0" y="1263"/>
                  </a:lnTo>
                  <a:lnTo>
                    <a:pt x="97" y="1756"/>
                  </a:lnTo>
                  <a:lnTo>
                    <a:pt x="590" y="1660"/>
                  </a:lnTo>
                  <a:lnTo>
                    <a:pt x="1083" y="1575"/>
                  </a:lnTo>
                  <a:lnTo>
                    <a:pt x="1576" y="1479"/>
                  </a:lnTo>
                  <a:lnTo>
                    <a:pt x="1480" y="986"/>
                  </a:lnTo>
                  <a:lnTo>
                    <a:pt x="1384" y="493"/>
                  </a:lnTo>
                  <a:lnTo>
                    <a:pt x="1299"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36"/>
            <p:cNvSpPr/>
            <p:nvPr/>
          </p:nvSpPr>
          <p:spPr>
            <a:xfrm>
              <a:off x="1546515" y="1911729"/>
              <a:ext cx="42441" cy="42369"/>
            </a:xfrm>
            <a:custGeom>
              <a:rect b="b" l="l" r="r" t="t"/>
              <a:pathLst>
                <a:path extrusionOk="0" h="590" w="591">
                  <a:moveTo>
                    <a:pt x="494" y="0"/>
                  </a:moveTo>
                  <a:lnTo>
                    <a:pt x="1" y="96"/>
                  </a:lnTo>
                  <a:lnTo>
                    <a:pt x="85" y="589"/>
                  </a:lnTo>
                  <a:lnTo>
                    <a:pt x="591" y="493"/>
                  </a:lnTo>
                  <a:lnTo>
                    <a:pt x="494"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3" name="Google Shape;3533;p36"/>
          <p:cNvGrpSpPr/>
          <p:nvPr/>
        </p:nvGrpSpPr>
        <p:grpSpPr>
          <a:xfrm>
            <a:off x="1303395" y="2540735"/>
            <a:ext cx="259159" cy="272180"/>
            <a:chOff x="4685992" y="1362548"/>
            <a:chExt cx="720886" cy="757106"/>
          </a:xfrm>
        </p:grpSpPr>
        <p:sp>
          <p:nvSpPr>
            <p:cNvPr id="3534" name="Google Shape;3534;p36"/>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36"/>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36"/>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36"/>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36"/>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36"/>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36"/>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36"/>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36"/>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36"/>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36"/>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36"/>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36"/>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36"/>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36"/>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36"/>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36"/>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36"/>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36"/>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36"/>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36"/>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36"/>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36"/>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36"/>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36"/>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9" name="Google Shape;3559;p36"/>
          <p:cNvGrpSpPr/>
          <p:nvPr/>
        </p:nvGrpSpPr>
        <p:grpSpPr>
          <a:xfrm rot="2700000">
            <a:off x="1999795" y="1731160"/>
            <a:ext cx="124930" cy="124095"/>
            <a:chOff x="4891103" y="1571383"/>
            <a:chExt cx="347518" cy="345195"/>
          </a:xfrm>
        </p:grpSpPr>
        <p:sp>
          <p:nvSpPr>
            <p:cNvPr id="3560" name="Google Shape;3560;p36"/>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36"/>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36"/>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36"/>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36"/>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36"/>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36"/>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36"/>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36"/>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36"/>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36"/>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36"/>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36"/>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3" name="Google Shape;3573;p36"/>
          <p:cNvGrpSpPr/>
          <p:nvPr/>
        </p:nvGrpSpPr>
        <p:grpSpPr>
          <a:xfrm>
            <a:off x="7237820" y="1563735"/>
            <a:ext cx="259159" cy="272180"/>
            <a:chOff x="4685992" y="1362548"/>
            <a:chExt cx="720886" cy="757106"/>
          </a:xfrm>
        </p:grpSpPr>
        <p:sp>
          <p:nvSpPr>
            <p:cNvPr id="3574" name="Google Shape;3574;p36"/>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36"/>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36"/>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36"/>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36"/>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36"/>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36"/>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36"/>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36"/>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36"/>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36"/>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36"/>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36"/>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36"/>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36"/>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36"/>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36"/>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36"/>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36"/>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36"/>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36"/>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36"/>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36"/>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36"/>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36"/>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9" name="Google Shape;3599;p36"/>
          <p:cNvGrpSpPr/>
          <p:nvPr/>
        </p:nvGrpSpPr>
        <p:grpSpPr>
          <a:xfrm rot="2700000">
            <a:off x="7701570" y="2957360"/>
            <a:ext cx="124930" cy="124095"/>
            <a:chOff x="4891103" y="1571383"/>
            <a:chExt cx="347518" cy="345195"/>
          </a:xfrm>
        </p:grpSpPr>
        <p:sp>
          <p:nvSpPr>
            <p:cNvPr id="3600" name="Google Shape;3600;p36"/>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36"/>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36"/>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36"/>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36"/>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36"/>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36"/>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36"/>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36"/>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36"/>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36"/>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36"/>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36"/>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3" name="Google Shape;3613;p36"/>
          <p:cNvGrpSpPr/>
          <p:nvPr/>
        </p:nvGrpSpPr>
        <p:grpSpPr>
          <a:xfrm>
            <a:off x="8536400" y="2315025"/>
            <a:ext cx="513300" cy="513300"/>
            <a:chOff x="8536400" y="2315025"/>
            <a:chExt cx="513300" cy="513300"/>
          </a:xfrm>
        </p:grpSpPr>
        <p:sp>
          <p:nvSpPr>
            <p:cNvPr id="3614" name="Google Shape;3614;p36"/>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5" name="Google Shape;3615;p36"/>
            <p:cNvGrpSpPr/>
            <p:nvPr/>
          </p:nvGrpSpPr>
          <p:grpSpPr>
            <a:xfrm>
              <a:off x="8615811" y="2393370"/>
              <a:ext cx="354612" cy="356676"/>
              <a:chOff x="222275" y="1270743"/>
              <a:chExt cx="309300" cy="311100"/>
            </a:xfrm>
          </p:grpSpPr>
          <p:sp>
            <p:nvSpPr>
              <p:cNvPr id="3616" name="Google Shape;3616;p36"/>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36"/>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8" name="Google Shape;3618;p36"/>
          <p:cNvGrpSpPr/>
          <p:nvPr/>
        </p:nvGrpSpPr>
        <p:grpSpPr>
          <a:xfrm>
            <a:off x="1129378" y="3247948"/>
            <a:ext cx="928026" cy="1014516"/>
            <a:chOff x="1129378" y="3247948"/>
            <a:chExt cx="928026" cy="1014516"/>
          </a:xfrm>
        </p:grpSpPr>
        <p:sp>
          <p:nvSpPr>
            <p:cNvPr id="3619" name="Google Shape;3619;p36"/>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36"/>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36"/>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36"/>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36"/>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36"/>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36"/>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36"/>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36"/>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36"/>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36"/>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36"/>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36"/>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36"/>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36"/>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36"/>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36"/>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6" name="Google Shape;3636;p36"/>
          <p:cNvSpPr txBox="1"/>
          <p:nvPr/>
        </p:nvSpPr>
        <p:spPr>
          <a:xfrm>
            <a:off x="1775400" y="2739388"/>
            <a:ext cx="5593200" cy="447900"/>
          </a:xfrm>
          <a:prstGeom prst="rect">
            <a:avLst/>
          </a:prstGeom>
          <a:noFill/>
          <a:ln>
            <a:noFill/>
          </a:ln>
          <a:effectLst>
            <a:outerShdw rotWithShape="0" algn="bl" dir="3360000" dist="47625">
              <a:schemeClr val="dk1"/>
            </a:outerShdw>
          </a:effectLst>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 sz="1900">
                <a:solidFill>
                  <a:schemeClr val="lt2"/>
                </a:solidFill>
                <a:latin typeface="Press Start 2P"/>
                <a:ea typeface="Press Start 2P"/>
                <a:cs typeface="Press Start 2P"/>
                <a:sym typeface="Press Start 2P"/>
              </a:rPr>
              <a:t>Game Design</a:t>
            </a:r>
            <a:endParaRPr>
              <a:solidFill>
                <a:schemeClr val="lt2"/>
              </a:solidFill>
            </a:endParaRPr>
          </a:p>
        </p:txBody>
      </p:sp>
      <p:grpSp>
        <p:nvGrpSpPr>
          <p:cNvPr id="3637" name="Google Shape;3637;p36"/>
          <p:cNvGrpSpPr/>
          <p:nvPr/>
        </p:nvGrpSpPr>
        <p:grpSpPr>
          <a:xfrm>
            <a:off x="132508" y="2315025"/>
            <a:ext cx="513300" cy="513300"/>
            <a:chOff x="8536400" y="2315025"/>
            <a:chExt cx="513300" cy="513300"/>
          </a:xfrm>
        </p:grpSpPr>
        <p:sp>
          <p:nvSpPr>
            <p:cNvPr id="3638" name="Google Shape;3638;p36"/>
            <p:cNvSpPr/>
            <p:nvPr/>
          </p:nvSpPr>
          <p:spPr>
            <a:xfrm>
              <a:off x="8536400" y="2315025"/>
              <a:ext cx="513300" cy="513300"/>
            </a:xfrm>
            <a:prstGeom prst="ellipse">
              <a:avLst/>
            </a:prstGeom>
            <a:gradFill>
              <a:gsLst>
                <a:gs pos="0">
                  <a:schemeClr val="lt2"/>
                </a:gs>
                <a:gs pos="100000">
                  <a:schemeClr val="dk2"/>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9" name="Google Shape;3639;p36"/>
            <p:cNvGrpSpPr/>
            <p:nvPr/>
          </p:nvGrpSpPr>
          <p:grpSpPr>
            <a:xfrm>
              <a:off x="8615811" y="2393370"/>
              <a:ext cx="354612" cy="356676"/>
              <a:chOff x="222275" y="1270743"/>
              <a:chExt cx="309300" cy="311100"/>
            </a:xfrm>
          </p:grpSpPr>
          <p:sp>
            <p:nvSpPr>
              <p:cNvPr id="3640" name="Google Shape;3640;p36"/>
              <p:cNvSpPr/>
              <p:nvPr/>
            </p:nvSpPr>
            <p:spPr>
              <a:xfrm>
                <a:off x="222275" y="1271650"/>
                <a:ext cx="309300" cy="30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36"/>
              <p:cNvSpPr/>
              <p:nvPr/>
            </p:nvSpPr>
            <p:spPr>
              <a:xfrm>
                <a:off x="222275" y="1270743"/>
                <a:ext cx="155400" cy="311100"/>
              </a:xfrm>
              <a:prstGeom prst="moon">
                <a:avLst>
                  <a:gd fmla="val 29806"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42" name="Google Shape;3642;p36"/>
          <p:cNvGrpSpPr/>
          <p:nvPr/>
        </p:nvGrpSpPr>
        <p:grpSpPr>
          <a:xfrm>
            <a:off x="7675993" y="660291"/>
            <a:ext cx="309151" cy="309101"/>
            <a:chOff x="7709655" y="744203"/>
            <a:chExt cx="309151" cy="309101"/>
          </a:xfrm>
        </p:grpSpPr>
        <p:grpSp>
          <p:nvGrpSpPr>
            <p:cNvPr id="3643" name="Google Shape;3643;p36"/>
            <p:cNvGrpSpPr/>
            <p:nvPr/>
          </p:nvGrpSpPr>
          <p:grpSpPr>
            <a:xfrm rot="5400000">
              <a:off x="7709680" y="744178"/>
              <a:ext cx="309101" cy="309151"/>
              <a:chOff x="272300" y="2009500"/>
              <a:chExt cx="153950" cy="153975"/>
            </a:xfrm>
          </p:grpSpPr>
          <p:sp>
            <p:nvSpPr>
              <p:cNvPr id="3644" name="Google Shape;3644;p36"/>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36"/>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36"/>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36"/>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36"/>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36"/>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36"/>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36"/>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36"/>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36"/>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36"/>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36"/>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36"/>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36"/>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8" name="Google Shape;3658;p36"/>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9" name="Google Shape;3659;p36"/>
          <p:cNvGrpSpPr/>
          <p:nvPr/>
        </p:nvGrpSpPr>
        <p:grpSpPr>
          <a:xfrm>
            <a:off x="1056787" y="660267"/>
            <a:ext cx="1368144" cy="309133"/>
            <a:chOff x="1056787" y="660267"/>
            <a:chExt cx="1368144" cy="309133"/>
          </a:xfrm>
        </p:grpSpPr>
        <p:grpSp>
          <p:nvGrpSpPr>
            <p:cNvPr id="3660" name="Google Shape;3660;p36"/>
            <p:cNvGrpSpPr/>
            <p:nvPr/>
          </p:nvGrpSpPr>
          <p:grpSpPr>
            <a:xfrm>
              <a:off x="1056787" y="660267"/>
              <a:ext cx="376144" cy="309133"/>
              <a:chOff x="6531800" y="2625050"/>
              <a:chExt cx="914525" cy="751600"/>
            </a:xfrm>
          </p:grpSpPr>
          <p:grpSp>
            <p:nvGrpSpPr>
              <p:cNvPr id="3661" name="Google Shape;3661;p36"/>
              <p:cNvGrpSpPr/>
              <p:nvPr/>
            </p:nvGrpSpPr>
            <p:grpSpPr>
              <a:xfrm>
                <a:off x="6531800" y="2625050"/>
                <a:ext cx="914525" cy="751600"/>
                <a:chOff x="6531800" y="2625050"/>
                <a:chExt cx="914525" cy="751600"/>
              </a:xfrm>
            </p:grpSpPr>
            <p:sp>
              <p:nvSpPr>
                <p:cNvPr id="3662" name="Google Shape;3662;p36"/>
                <p:cNvSpPr/>
                <p:nvPr/>
              </p:nvSpPr>
              <p:spPr>
                <a:xfrm>
                  <a:off x="6955700" y="3334450"/>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3" name="Google Shape;3663;p36"/>
                <p:cNvSpPr/>
                <p:nvPr/>
              </p:nvSpPr>
              <p:spPr>
                <a:xfrm>
                  <a:off x="6946450" y="2795475"/>
                  <a:ext cx="42200" cy="42200"/>
                </a:xfrm>
                <a:custGeom>
                  <a:rect b="b" l="l" r="r" t="t"/>
                  <a:pathLst>
                    <a:path extrusionOk="0" h="1688" w="1688">
                      <a:moveTo>
                        <a:pt x="1652" y="1"/>
                      </a:moveTo>
                      <a:lnTo>
                        <a:pt x="0" y="36"/>
                      </a:lnTo>
                      <a:lnTo>
                        <a:pt x="19" y="1688"/>
                      </a:lnTo>
                      <a:lnTo>
                        <a:pt x="1687" y="1671"/>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4" name="Google Shape;3664;p36"/>
                <p:cNvSpPr/>
                <p:nvPr/>
              </p:nvSpPr>
              <p:spPr>
                <a:xfrm>
                  <a:off x="6913525" y="3293600"/>
                  <a:ext cx="42200" cy="42175"/>
                </a:xfrm>
                <a:custGeom>
                  <a:rect b="b" l="l" r="r" t="t"/>
                  <a:pathLst>
                    <a:path extrusionOk="0" h="1687" w="1688">
                      <a:moveTo>
                        <a:pt x="1652" y="0"/>
                      </a:moveTo>
                      <a:lnTo>
                        <a:pt x="0" y="35"/>
                      </a:lnTo>
                      <a:lnTo>
                        <a:pt x="17" y="1687"/>
                      </a:lnTo>
                      <a:lnTo>
                        <a:pt x="1687" y="1670"/>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5" name="Google Shape;3665;p36"/>
                <p:cNvSpPr/>
                <p:nvPr/>
              </p:nvSpPr>
              <p:spPr>
                <a:xfrm>
                  <a:off x="6904275" y="2755075"/>
                  <a:ext cx="42200" cy="42200"/>
                </a:xfrm>
                <a:custGeom>
                  <a:rect b="b" l="l" r="r" t="t"/>
                  <a:pathLst>
                    <a:path extrusionOk="0" h="1688" w="1688">
                      <a:moveTo>
                        <a:pt x="1652" y="1"/>
                      </a:moveTo>
                      <a:lnTo>
                        <a:pt x="1" y="19"/>
                      </a:lnTo>
                      <a:lnTo>
                        <a:pt x="19"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6" name="Google Shape;3666;p36"/>
                <p:cNvSpPr/>
                <p:nvPr/>
              </p:nvSpPr>
              <p:spPr>
                <a:xfrm>
                  <a:off x="6871350" y="3253175"/>
                  <a:ext cx="42200" cy="42200"/>
                </a:xfrm>
                <a:custGeom>
                  <a:rect b="b" l="l" r="r" t="t"/>
                  <a:pathLst>
                    <a:path extrusionOk="0" h="1688" w="1688">
                      <a:moveTo>
                        <a:pt x="1652" y="1"/>
                      </a:moveTo>
                      <a:lnTo>
                        <a:pt x="1" y="19"/>
                      </a:lnTo>
                      <a:lnTo>
                        <a:pt x="18"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7" name="Google Shape;3667;p36"/>
                <p:cNvSpPr/>
                <p:nvPr/>
              </p:nvSpPr>
              <p:spPr>
                <a:xfrm>
                  <a:off x="6862100" y="2714250"/>
                  <a:ext cx="42200" cy="42175"/>
                </a:xfrm>
                <a:custGeom>
                  <a:rect b="b" l="l" r="r" t="t"/>
                  <a:pathLst>
                    <a:path extrusionOk="0" h="1687" w="1688">
                      <a:moveTo>
                        <a:pt x="1653" y="0"/>
                      </a:moveTo>
                      <a:lnTo>
                        <a:pt x="1" y="35"/>
                      </a:lnTo>
                      <a:lnTo>
                        <a:pt x="19"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8" name="Google Shape;3668;p36"/>
                <p:cNvSpPr/>
                <p:nvPr/>
              </p:nvSpPr>
              <p:spPr>
                <a:xfrm>
                  <a:off x="6829175" y="3212350"/>
                  <a:ext cx="42200" cy="42200"/>
                </a:xfrm>
                <a:custGeom>
                  <a:rect b="b" l="l" r="r" t="t"/>
                  <a:pathLst>
                    <a:path extrusionOk="0" h="1688" w="1688">
                      <a:moveTo>
                        <a:pt x="1653" y="0"/>
                      </a:moveTo>
                      <a:lnTo>
                        <a:pt x="1" y="17"/>
                      </a:lnTo>
                      <a:lnTo>
                        <a:pt x="18"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69" name="Google Shape;3669;p36"/>
                <p:cNvSpPr/>
                <p:nvPr/>
              </p:nvSpPr>
              <p:spPr>
                <a:xfrm>
                  <a:off x="6819950" y="2673375"/>
                  <a:ext cx="42175" cy="42200"/>
                </a:xfrm>
                <a:custGeom>
                  <a:rect b="b" l="l" r="r" t="t"/>
                  <a:pathLst>
                    <a:path extrusionOk="0" h="1688" w="1687">
                      <a:moveTo>
                        <a:pt x="1652" y="1"/>
                      </a:moveTo>
                      <a:lnTo>
                        <a:pt x="0" y="36"/>
                      </a:lnTo>
                      <a:lnTo>
                        <a:pt x="19" y="1687"/>
                      </a:lnTo>
                      <a:lnTo>
                        <a:pt x="1687" y="1670"/>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0" name="Google Shape;3670;p36"/>
                <p:cNvSpPr/>
                <p:nvPr/>
              </p:nvSpPr>
              <p:spPr>
                <a:xfrm>
                  <a:off x="6787025" y="3171475"/>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1" name="Google Shape;3671;p36"/>
                <p:cNvSpPr/>
                <p:nvPr/>
              </p:nvSpPr>
              <p:spPr>
                <a:xfrm>
                  <a:off x="6777775" y="2632550"/>
                  <a:ext cx="42200" cy="42175"/>
                </a:xfrm>
                <a:custGeom>
                  <a:rect b="b" l="l" r="r" t="t"/>
                  <a:pathLst>
                    <a:path extrusionOk="0" h="1687" w="1688">
                      <a:moveTo>
                        <a:pt x="1652" y="0"/>
                      </a:moveTo>
                      <a:lnTo>
                        <a:pt x="1" y="35"/>
                      </a:lnTo>
                      <a:lnTo>
                        <a:pt x="36" y="1687"/>
                      </a:lnTo>
                      <a:lnTo>
                        <a:pt x="1687" y="1669"/>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2" name="Google Shape;3672;p36"/>
                <p:cNvSpPr/>
                <p:nvPr/>
              </p:nvSpPr>
              <p:spPr>
                <a:xfrm>
                  <a:off x="6744850" y="3130650"/>
                  <a:ext cx="42200" cy="42200"/>
                </a:xfrm>
                <a:custGeom>
                  <a:rect b="b" l="l" r="r" t="t"/>
                  <a:pathLst>
                    <a:path extrusionOk="0" h="1688" w="1688">
                      <a:moveTo>
                        <a:pt x="1652" y="0"/>
                      </a:moveTo>
                      <a:lnTo>
                        <a:pt x="1" y="36"/>
                      </a:lnTo>
                      <a:lnTo>
                        <a:pt x="17" y="1687"/>
                      </a:lnTo>
                      <a:lnTo>
                        <a:pt x="1687" y="1669"/>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3" name="Google Shape;3673;p36"/>
                <p:cNvSpPr/>
                <p:nvPr/>
              </p:nvSpPr>
              <p:spPr>
                <a:xfrm>
                  <a:off x="6736500" y="2633425"/>
                  <a:ext cx="42175" cy="42200"/>
                </a:xfrm>
                <a:custGeom>
                  <a:rect b="b" l="l" r="r" t="t"/>
                  <a:pathLst>
                    <a:path extrusionOk="0" h="1688" w="1687">
                      <a:moveTo>
                        <a:pt x="1652" y="0"/>
                      </a:moveTo>
                      <a:lnTo>
                        <a:pt x="0" y="36"/>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4" name="Google Shape;3674;p36"/>
                <p:cNvSpPr/>
                <p:nvPr/>
              </p:nvSpPr>
              <p:spPr>
                <a:xfrm>
                  <a:off x="6702675" y="3090225"/>
                  <a:ext cx="42200" cy="42200"/>
                </a:xfrm>
                <a:custGeom>
                  <a:rect b="b" l="l" r="r" t="t"/>
                  <a:pathLst>
                    <a:path extrusionOk="0" h="1688" w="1688">
                      <a:moveTo>
                        <a:pt x="1652" y="1"/>
                      </a:moveTo>
                      <a:lnTo>
                        <a:pt x="1" y="18"/>
                      </a:lnTo>
                      <a:lnTo>
                        <a:pt x="18" y="1688"/>
                      </a:lnTo>
                      <a:lnTo>
                        <a:pt x="1688"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5" name="Google Shape;3675;p36"/>
                <p:cNvSpPr/>
                <p:nvPr/>
              </p:nvSpPr>
              <p:spPr>
                <a:xfrm>
                  <a:off x="6694775" y="2634300"/>
                  <a:ext cx="42200" cy="42200"/>
                </a:xfrm>
                <a:custGeom>
                  <a:rect b="b" l="l" r="r" t="t"/>
                  <a:pathLst>
                    <a:path extrusionOk="0" h="1688" w="1688">
                      <a:moveTo>
                        <a:pt x="1669" y="1"/>
                      </a:moveTo>
                      <a:lnTo>
                        <a:pt x="1" y="17"/>
                      </a:lnTo>
                      <a:lnTo>
                        <a:pt x="36" y="1687"/>
                      </a:lnTo>
                      <a:lnTo>
                        <a:pt x="1687" y="1652"/>
                      </a:lnTo>
                      <a:lnTo>
                        <a:pt x="1669"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6" name="Google Shape;3676;p36"/>
                <p:cNvSpPr/>
                <p:nvPr/>
              </p:nvSpPr>
              <p:spPr>
                <a:xfrm>
                  <a:off x="6660525" y="3049375"/>
                  <a:ext cx="42175" cy="42175"/>
                </a:xfrm>
                <a:custGeom>
                  <a:rect b="b" l="l" r="r" t="t"/>
                  <a:pathLst>
                    <a:path extrusionOk="0" h="1687" w="1687">
                      <a:moveTo>
                        <a:pt x="1652" y="0"/>
                      </a:moveTo>
                      <a:lnTo>
                        <a:pt x="0" y="19"/>
                      </a:lnTo>
                      <a:lnTo>
                        <a:pt x="17"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7" name="Google Shape;3677;p36"/>
                <p:cNvSpPr/>
                <p:nvPr/>
              </p:nvSpPr>
              <p:spPr>
                <a:xfrm>
                  <a:off x="6653900" y="2676475"/>
                  <a:ext cx="42200" cy="42175"/>
                </a:xfrm>
                <a:custGeom>
                  <a:rect b="b" l="l" r="r" t="t"/>
                  <a:pathLst>
                    <a:path extrusionOk="0" h="1687" w="1688">
                      <a:moveTo>
                        <a:pt x="1671" y="0"/>
                      </a:moveTo>
                      <a:lnTo>
                        <a:pt x="1" y="17"/>
                      </a:lnTo>
                      <a:lnTo>
                        <a:pt x="36" y="1687"/>
                      </a:lnTo>
                      <a:lnTo>
                        <a:pt x="1688" y="1652"/>
                      </a:lnTo>
                      <a:lnTo>
                        <a:pt x="1671"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8" name="Google Shape;3678;p36"/>
                <p:cNvSpPr/>
                <p:nvPr/>
              </p:nvSpPr>
              <p:spPr>
                <a:xfrm>
                  <a:off x="6618350" y="3008550"/>
                  <a:ext cx="42200" cy="42175"/>
                </a:xfrm>
                <a:custGeom>
                  <a:rect b="b" l="l" r="r" t="t"/>
                  <a:pathLst>
                    <a:path extrusionOk="0" h="1687" w="1688">
                      <a:moveTo>
                        <a:pt x="1652" y="0"/>
                      </a:moveTo>
                      <a:lnTo>
                        <a:pt x="0" y="35"/>
                      </a:lnTo>
                      <a:lnTo>
                        <a:pt x="36"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79" name="Google Shape;3679;p36"/>
                <p:cNvSpPr/>
                <p:nvPr/>
              </p:nvSpPr>
              <p:spPr>
                <a:xfrm>
                  <a:off x="6613500" y="2718625"/>
                  <a:ext cx="42200" cy="42200"/>
                </a:xfrm>
                <a:custGeom>
                  <a:rect b="b" l="l" r="r" t="t"/>
                  <a:pathLst>
                    <a:path extrusionOk="0" h="1688" w="1688">
                      <a:moveTo>
                        <a:pt x="1652" y="1"/>
                      </a:moveTo>
                      <a:lnTo>
                        <a:pt x="0" y="18"/>
                      </a:lnTo>
                      <a:lnTo>
                        <a:pt x="19"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0" name="Google Shape;3680;p36"/>
                <p:cNvSpPr/>
                <p:nvPr/>
              </p:nvSpPr>
              <p:spPr>
                <a:xfrm>
                  <a:off x="6576175" y="2967675"/>
                  <a:ext cx="42200" cy="42175"/>
                </a:xfrm>
                <a:custGeom>
                  <a:rect b="b" l="l" r="r" t="t"/>
                  <a:pathLst>
                    <a:path extrusionOk="0" h="1687" w="1688">
                      <a:moveTo>
                        <a:pt x="1652" y="0"/>
                      </a:moveTo>
                      <a:lnTo>
                        <a:pt x="1" y="35"/>
                      </a:lnTo>
                      <a:lnTo>
                        <a:pt x="36" y="1687"/>
                      </a:lnTo>
                      <a:lnTo>
                        <a:pt x="1687" y="1670"/>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1" name="Google Shape;3681;p36"/>
                <p:cNvSpPr/>
                <p:nvPr/>
              </p:nvSpPr>
              <p:spPr>
                <a:xfrm>
                  <a:off x="6572675" y="2760800"/>
                  <a:ext cx="42175" cy="41750"/>
                </a:xfrm>
                <a:custGeom>
                  <a:rect b="b" l="l" r="r" t="t"/>
                  <a:pathLst>
                    <a:path extrusionOk="0" h="1670" w="1687">
                      <a:moveTo>
                        <a:pt x="1652" y="1"/>
                      </a:moveTo>
                      <a:lnTo>
                        <a:pt x="0" y="17"/>
                      </a:lnTo>
                      <a:lnTo>
                        <a:pt x="35" y="1669"/>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2" name="Google Shape;3682;p36"/>
                <p:cNvSpPr/>
                <p:nvPr/>
              </p:nvSpPr>
              <p:spPr>
                <a:xfrm>
                  <a:off x="6534025" y="2927250"/>
                  <a:ext cx="42175" cy="42200"/>
                </a:xfrm>
                <a:custGeom>
                  <a:rect b="b" l="l" r="r" t="t"/>
                  <a:pathLst>
                    <a:path extrusionOk="0" h="1688" w="1687">
                      <a:moveTo>
                        <a:pt x="1652" y="1"/>
                      </a:moveTo>
                      <a:lnTo>
                        <a:pt x="0" y="19"/>
                      </a:lnTo>
                      <a:lnTo>
                        <a:pt x="35"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3" name="Google Shape;3683;p36"/>
                <p:cNvSpPr/>
                <p:nvPr/>
              </p:nvSpPr>
              <p:spPr>
                <a:xfrm>
                  <a:off x="6533125" y="2885550"/>
                  <a:ext cx="42200" cy="42200"/>
                </a:xfrm>
                <a:custGeom>
                  <a:rect b="b" l="l" r="r" t="t"/>
                  <a:pathLst>
                    <a:path extrusionOk="0" h="1688" w="1688">
                      <a:moveTo>
                        <a:pt x="1669" y="0"/>
                      </a:moveTo>
                      <a:lnTo>
                        <a:pt x="1" y="36"/>
                      </a:lnTo>
                      <a:lnTo>
                        <a:pt x="36" y="1687"/>
                      </a:lnTo>
                      <a:lnTo>
                        <a:pt x="1688" y="1669"/>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4" name="Google Shape;3684;p36"/>
                <p:cNvSpPr/>
                <p:nvPr/>
              </p:nvSpPr>
              <p:spPr>
                <a:xfrm>
                  <a:off x="6532675" y="2844250"/>
                  <a:ext cx="42200" cy="42200"/>
                </a:xfrm>
                <a:custGeom>
                  <a:rect b="b" l="l" r="r" t="t"/>
                  <a:pathLst>
                    <a:path extrusionOk="0" h="1688" w="1688">
                      <a:moveTo>
                        <a:pt x="1652" y="1"/>
                      </a:moveTo>
                      <a:lnTo>
                        <a:pt x="1" y="18"/>
                      </a:lnTo>
                      <a:lnTo>
                        <a:pt x="19"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5" name="Google Shape;3685;p36"/>
                <p:cNvSpPr/>
                <p:nvPr/>
              </p:nvSpPr>
              <p:spPr>
                <a:xfrm>
                  <a:off x="6531800" y="2802525"/>
                  <a:ext cx="42200" cy="42175"/>
                </a:xfrm>
                <a:custGeom>
                  <a:rect b="b" l="l" r="r" t="t"/>
                  <a:pathLst>
                    <a:path extrusionOk="0" h="1687" w="1688">
                      <a:moveTo>
                        <a:pt x="1670" y="0"/>
                      </a:moveTo>
                      <a:lnTo>
                        <a:pt x="0" y="35"/>
                      </a:lnTo>
                      <a:lnTo>
                        <a:pt x="36" y="1687"/>
                      </a:lnTo>
                      <a:lnTo>
                        <a:pt x="1687" y="1670"/>
                      </a:lnTo>
                      <a:lnTo>
                        <a:pt x="1670"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6" name="Google Shape;3686;p36"/>
                <p:cNvSpPr/>
                <p:nvPr/>
              </p:nvSpPr>
              <p:spPr>
                <a:xfrm>
                  <a:off x="6996975" y="3333575"/>
                  <a:ext cx="42200" cy="42200"/>
                </a:xfrm>
                <a:custGeom>
                  <a:rect b="b" l="l" r="r" t="t"/>
                  <a:pathLst>
                    <a:path extrusionOk="0" h="1688" w="1688">
                      <a:moveTo>
                        <a:pt x="1652" y="1"/>
                      </a:moveTo>
                      <a:lnTo>
                        <a:pt x="1" y="36"/>
                      </a:lnTo>
                      <a:lnTo>
                        <a:pt x="36" y="1687"/>
                      </a:lnTo>
                      <a:lnTo>
                        <a:pt x="1687" y="1669"/>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7" name="Google Shape;3687;p36"/>
                <p:cNvSpPr/>
                <p:nvPr/>
              </p:nvSpPr>
              <p:spPr>
                <a:xfrm>
                  <a:off x="6987725" y="2795075"/>
                  <a:ext cx="42200" cy="42175"/>
                </a:xfrm>
                <a:custGeom>
                  <a:rect b="b" l="l" r="r" t="t"/>
                  <a:pathLst>
                    <a:path extrusionOk="0" h="1687" w="1688">
                      <a:moveTo>
                        <a:pt x="1653" y="0"/>
                      </a:moveTo>
                      <a:lnTo>
                        <a:pt x="1" y="17"/>
                      </a:lnTo>
                      <a:lnTo>
                        <a:pt x="36"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8" name="Google Shape;3688;p36"/>
                <p:cNvSpPr/>
                <p:nvPr/>
              </p:nvSpPr>
              <p:spPr>
                <a:xfrm>
                  <a:off x="7037800" y="3291825"/>
                  <a:ext cx="42200" cy="41775"/>
                </a:xfrm>
                <a:custGeom>
                  <a:rect b="b" l="l" r="r" t="t"/>
                  <a:pathLst>
                    <a:path extrusionOk="0" h="1671" w="1688">
                      <a:moveTo>
                        <a:pt x="1652" y="1"/>
                      </a:moveTo>
                      <a:lnTo>
                        <a:pt x="1" y="19"/>
                      </a:lnTo>
                      <a:lnTo>
                        <a:pt x="19" y="1671"/>
                      </a:lnTo>
                      <a:lnTo>
                        <a:pt x="1688"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89" name="Google Shape;3689;p36"/>
                <p:cNvSpPr/>
                <p:nvPr/>
              </p:nvSpPr>
              <p:spPr>
                <a:xfrm>
                  <a:off x="7028600" y="2752900"/>
                  <a:ext cx="42200" cy="42200"/>
                </a:xfrm>
                <a:custGeom>
                  <a:rect b="b" l="l" r="r" t="t"/>
                  <a:pathLst>
                    <a:path extrusionOk="0" h="1688" w="1688">
                      <a:moveTo>
                        <a:pt x="1652" y="0"/>
                      </a:moveTo>
                      <a:lnTo>
                        <a:pt x="1" y="17"/>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0" name="Google Shape;3690;p36"/>
                <p:cNvSpPr/>
                <p:nvPr/>
              </p:nvSpPr>
              <p:spPr>
                <a:xfrm>
                  <a:off x="7078225" y="3249675"/>
                  <a:ext cx="42200" cy="42175"/>
                </a:xfrm>
                <a:custGeom>
                  <a:rect b="b" l="l" r="r" t="t"/>
                  <a:pathLst>
                    <a:path extrusionOk="0" h="1687" w="1688">
                      <a:moveTo>
                        <a:pt x="1670" y="0"/>
                      </a:moveTo>
                      <a:lnTo>
                        <a:pt x="0" y="18"/>
                      </a:lnTo>
                      <a:lnTo>
                        <a:pt x="35" y="1687"/>
                      </a:lnTo>
                      <a:lnTo>
                        <a:pt x="1687" y="1652"/>
                      </a:lnTo>
                      <a:lnTo>
                        <a:pt x="1670"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1" name="Google Shape;3691;p36"/>
                <p:cNvSpPr/>
                <p:nvPr/>
              </p:nvSpPr>
              <p:spPr>
                <a:xfrm>
                  <a:off x="7069425" y="2710725"/>
                  <a:ext cx="42200" cy="42200"/>
                </a:xfrm>
                <a:custGeom>
                  <a:rect b="b" l="l" r="r" t="t"/>
                  <a:pathLst>
                    <a:path extrusionOk="0" h="1688" w="1688">
                      <a:moveTo>
                        <a:pt x="1653" y="1"/>
                      </a:moveTo>
                      <a:lnTo>
                        <a:pt x="1" y="18"/>
                      </a:lnTo>
                      <a:lnTo>
                        <a:pt x="19" y="1687"/>
                      </a:lnTo>
                      <a:lnTo>
                        <a:pt x="1688" y="1652"/>
                      </a:lnTo>
                      <a:lnTo>
                        <a:pt x="1653"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2" name="Google Shape;3692;p36"/>
                <p:cNvSpPr/>
                <p:nvPr/>
              </p:nvSpPr>
              <p:spPr>
                <a:xfrm>
                  <a:off x="7119100" y="3207500"/>
                  <a:ext cx="42175" cy="42200"/>
                </a:xfrm>
                <a:custGeom>
                  <a:rect b="b" l="l" r="r" t="t"/>
                  <a:pathLst>
                    <a:path extrusionOk="0" h="1688" w="1687">
                      <a:moveTo>
                        <a:pt x="1668" y="0"/>
                      </a:moveTo>
                      <a:lnTo>
                        <a:pt x="0" y="19"/>
                      </a:lnTo>
                      <a:lnTo>
                        <a:pt x="35" y="1687"/>
                      </a:lnTo>
                      <a:lnTo>
                        <a:pt x="1687" y="1652"/>
                      </a:lnTo>
                      <a:lnTo>
                        <a:pt x="1668"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3" name="Google Shape;3693;p36"/>
                <p:cNvSpPr/>
                <p:nvPr/>
              </p:nvSpPr>
              <p:spPr>
                <a:xfrm>
                  <a:off x="7109850" y="2668550"/>
                  <a:ext cx="42200" cy="42200"/>
                </a:xfrm>
                <a:custGeom>
                  <a:rect b="b" l="l" r="r" t="t"/>
                  <a:pathLst>
                    <a:path extrusionOk="0" h="1688" w="1688">
                      <a:moveTo>
                        <a:pt x="1670" y="1"/>
                      </a:moveTo>
                      <a:lnTo>
                        <a:pt x="0" y="36"/>
                      </a:lnTo>
                      <a:lnTo>
                        <a:pt x="36" y="1688"/>
                      </a:lnTo>
                      <a:lnTo>
                        <a:pt x="1687" y="1653"/>
                      </a:lnTo>
                      <a:lnTo>
                        <a:pt x="1670"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4" name="Google Shape;3694;p36"/>
                <p:cNvSpPr/>
                <p:nvPr/>
              </p:nvSpPr>
              <p:spPr>
                <a:xfrm>
                  <a:off x="7159925" y="3165325"/>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5" name="Google Shape;3695;p36"/>
                <p:cNvSpPr/>
                <p:nvPr/>
              </p:nvSpPr>
              <p:spPr>
                <a:xfrm>
                  <a:off x="7150725" y="2626400"/>
                  <a:ext cx="42175" cy="42175"/>
                </a:xfrm>
                <a:custGeom>
                  <a:rect b="b" l="l" r="r" t="t"/>
                  <a:pathLst>
                    <a:path extrusionOk="0" h="1687" w="1687">
                      <a:moveTo>
                        <a:pt x="1652" y="0"/>
                      </a:moveTo>
                      <a:lnTo>
                        <a:pt x="0" y="35"/>
                      </a:lnTo>
                      <a:lnTo>
                        <a:pt x="35"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6" name="Google Shape;3696;p36"/>
                <p:cNvSpPr/>
                <p:nvPr/>
              </p:nvSpPr>
              <p:spPr>
                <a:xfrm>
                  <a:off x="7200800" y="3123175"/>
                  <a:ext cx="42175" cy="42175"/>
                </a:xfrm>
                <a:custGeom>
                  <a:rect b="b" l="l" r="r" t="t"/>
                  <a:pathLst>
                    <a:path extrusionOk="0" h="1687" w="1687">
                      <a:moveTo>
                        <a:pt x="1652" y="0"/>
                      </a:moveTo>
                      <a:lnTo>
                        <a:pt x="0" y="18"/>
                      </a:lnTo>
                      <a:lnTo>
                        <a:pt x="17"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7" name="Google Shape;3697;p36"/>
                <p:cNvSpPr/>
                <p:nvPr/>
              </p:nvSpPr>
              <p:spPr>
                <a:xfrm>
                  <a:off x="7192000" y="2625525"/>
                  <a:ext cx="42200" cy="42175"/>
                </a:xfrm>
                <a:custGeom>
                  <a:rect b="b" l="l" r="r" t="t"/>
                  <a:pathLst>
                    <a:path extrusionOk="0" h="1687" w="1688">
                      <a:moveTo>
                        <a:pt x="1669" y="0"/>
                      </a:moveTo>
                      <a:lnTo>
                        <a:pt x="1" y="35"/>
                      </a:lnTo>
                      <a:lnTo>
                        <a:pt x="36" y="1687"/>
                      </a:lnTo>
                      <a:lnTo>
                        <a:pt x="1687" y="1669"/>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8" name="Google Shape;3698;p36"/>
                <p:cNvSpPr/>
                <p:nvPr/>
              </p:nvSpPr>
              <p:spPr>
                <a:xfrm>
                  <a:off x="7241200" y="3081000"/>
                  <a:ext cx="42200" cy="42200"/>
                </a:xfrm>
                <a:custGeom>
                  <a:rect b="b" l="l" r="r" t="t"/>
                  <a:pathLst>
                    <a:path extrusionOk="0" h="1688" w="1688">
                      <a:moveTo>
                        <a:pt x="1669" y="0"/>
                      </a:moveTo>
                      <a:lnTo>
                        <a:pt x="0" y="19"/>
                      </a:lnTo>
                      <a:lnTo>
                        <a:pt x="36" y="1687"/>
                      </a:lnTo>
                      <a:lnTo>
                        <a:pt x="1687" y="1652"/>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699" name="Google Shape;3699;p36"/>
                <p:cNvSpPr/>
                <p:nvPr/>
              </p:nvSpPr>
              <p:spPr>
                <a:xfrm>
                  <a:off x="7233725" y="2625050"/>
                  <a:ext cx="42175" cy="42200"/>
                </a:xfrm>
                <a:custGeom>
                  <a:rect b="b" l="l" r="r" t="t"/>
                  <a:pathLst>
                    <a:path extrusionOk="0" h="1688" w="1687">
                      <a:moveTo>
                        <a:pt x="1652" y="1"/>
                      </a:moveTo>
                      <a:lnTo>
                        <a:pt x="0" y="19"/>
                      </a:lnTo>
                      <a:lnTo>
                        <a:pt x="18"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0" name="Google Shape;3700;p36"/>
                <p:cNvSpPr/>
                <p:nvPr/>
              </p:nvSpPr>
              <p:spPr>
                <a:xfrm>
                  <a:off x="7282025" y="3038825"/>
                  <a:ext cx="42200" cy="42200"/>
                </a:xfrm>
                <a:custGeom>
                  <a:rect b="b" l="l" r="r" t="t"/>
                  <a:pathLst>
                    <a:path extrusionOk="0" h="1688" w="1688">
                      <a:moveTo>
                        <a:pt x="1671" y="1"/>
                      </a:moveTo>
                      <a:lnTo>
                        <a:pt x="1" y="19"/>
                      </a:lnTo>
                      <a:lnTo>
                        <a:pt x="36" y="1687"/>
                      </a:lnTo>
                      <a:lnTo>
                        <a:pt x="1687" y="1652"/>
                      </a:lnTo>
                      <a:lnTo>
                        <a:pt x="1671"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1" name="Google Shape;3701;p36"/>
                <p:cNvSpPr/>
                <p:nvPr/>
              </p:nvSpPr>
              <p:spPr>
                <a:xfrm>
                  <a:off x="7275875" y="2665925"/>
                  <a:ext cx="42200" cy="41725"/>
                </a:xfrm>
                <a:custGeom>
                  <a:rect b="b" l="l" r="r" t="t"/>
                  <a:pathLst>
                    <a:path extrusionOk="0" h="1669" w="1688">
                      <a:moveTo>
                        <a:pt x="1652" y="1"/>
                      </a:moveTo>
                      <a:lnTo>
                        <a:pt x="1" y="17"/>
                      </a:lnTo>
                      <a:lnTo>
                        <a:pt x="19" y="1669"/>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2" name="Google Shape;3702;p36"/>
                <p:cNvSpPr/>
                <p:nvPr/>
              </p:nvSpPr>
              <p:spPr>
                <a:xfrm>
                  <a:off x="7322900" y="2996650"/>
                  <a:ext cx="42200" cy="42200"/>
                </a:xfrm>
                <a:custGeom>
                  <a:rect b="b" l="l" r="r" t="t"/>
                  <a:pathLst>
                    <a:path extrusionOk="0" h="1688" w="1688">
                      <a:moveTo>
                        <a:pt x="1652" y="1"/>
                      </a:moveTo>
                      <a:lnTo>
                        <a:pt x="0" y="19"/>
                      </a:lnTo>
                      <a:lnTo>
                        <a:pt x="36"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3" name="Google Shape;3703;p36"/>
                <p:cNvSpPr/>
                <p:nvPr/>
              </p:nvSpPr>
              <p:spPr>
                <a:xfrm>
                  <a:off x="7318050" y="2706325"/>
                  <a:ext cx="42200" cy="42200"/>
                </a:xfrm>
                <a:custGeom>
                  <a:rect b="b" l="l" r="r" t="t"/>
                  <a:pathLst>
                    <a:path extrusionOk="0" h="1688" w="1688">
                      <a:moveTo>
                        <a:pt x="1652" y="1"/>
                      </a:moveTo>
                      <a:lnTo>
                        <a:pt x="0" y="36"/>
                      </a:lnTo>
                      <a:lnTo>
                        <a:pt x="19" y="1688"/>
                      </a:lnTo>
                      <a:lnTo>
                        <a:pt x="1687" y="1669"/>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4" name="Google Shape;3704;p36"/>
                <p:cNvSpPr/>
                <p:nvPr/>
              </p:nvSpPr>
              <p:spPr>
                <a:xfrm>
                  <a:off x="7363725" y="2954500"/>
                  <a:ext cx="42200" cy="42175"/>
                </a:xfrm>
                <a:custGeom>
                  <a:rect b="b" l="l" r="r" t="t"/>
                  <a:pathLst>
                    <a:path extrusionOk="0" h="1687" w="1688">
                      <a:moveTo>
                        <a:pt x="1652" y="0"/>
                      </a:moveTo>
                      <a:lnTo>
                        <a:pt x="1" y="18"/>
                      </a:lnTo>
                      <a:lnTo>
                        <a:pt x="19"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5" name="Google Shape;3705;p36"/>
                <p:cNvSpPr/>
                <p:nvPr/>
              </p:nvSpPr>
              <p:spPr>
                <a:xfrm>
                  <a:off x="7360225" y="2747175"/>
                  <a:ext cx="42175" cy="42175"/>
                </a:xfrm>
                <a:custGeom>
                  <a:rect b="b" l="l" r="r" t="t"/>
                  <a:pathLst>
                    <a:path extrusionOk="0" h="1687" w="1687">
                      <a:moveTo>
                        <a:pt x="1652" y="0"/>
                      </a:moveTo>
                      <a:lnTo>
                        <a:pt x="0" y="35"/>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6" name="Google Shape;3706;p36"/>
                <p:cNvSpPr/>
                <p:nvPr/>
              </p:nvSpPr>
              <p:spPr>
                <a:xfrm>
                  <a:off x="7404150" y="2912325"/>
                  <a:ext cx="42175" cy="42200"/>
                </a:xfrm>
                <a:custGeom>
                  <a:rect b="b" l="l" r="r" t="t"/>
                  <a:pathLst>
                    <a:path extrusionOk="0" h="1688" w="1687">
                      <a:moveTo>
                        <a:pt x="1670" y="1"/>
                      </a:moveTo>
                      <a:lnTo>
                        <a:pt x="0" y="19"/>
                      </a:lnTo>
                      <a:lnTo>
                        <a:pt x="35" y="1687"/>
                      </a:lnTo>
                      <a:lnTo>
                        <a:pt x="1687" y="1652"/>
                      </a:lnTo>
                      <a:lnTo>
                        <a:pt x="1670"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7" name="Google Shape;3707;p36"/>
                <p:cNvSpPr/>
                <p:nvPr/>
              </p:nvSpPr>
              <p:spPr>
                <a:xfrm>
                  <a:off x="7403725" y="2871025"/>
                  <a:ext cx="42175" cy="41775"/>
                </a:xfrm>
                <a:custGeom>
                  <a:rect b="b" l="l" r="r" t="t"/>
                  <a:pathLst>
                    <a:path extrusionOk="0" h="1671" w="1687">
                      <a:moveTo>
                        <a:pt x="1652" y="1"/>
                      </a:moveTo>
                      <a:lnTo>
                        <a:pt x="0" y="19"/>
                      </a:lnTo>
                      <a:lnTo>
                        <a:pt x="17" y="1671"/>
                      </a:lnTo>
                      <a:lnTo>
                        <a:pt x="1687"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8" name="Google Shape;3708;p36"/>
                <p:cNvSpPr/>
                <p:nvPr/>
              </p:nvSpPr>
              <p:spPr>
                <a:xfrm>
                  <a:off x="7402850" y="2829325"/>
                  <a:ext cx="42175" cy="42200"/>
                </a:xfrm>
                <a:custGeom>
                  <a:rect b="b" l="l" r="r" t="t"/>
                  <a:pathLst>
                    <a:path extrusionOk="0" h="1688" w="1687">
                      <a:moveTo>
                        <a:pt x="1669" y="1"/>
                      </a:moveTo>
                      <a:lnTo>
                        <a:pt x="0" y="36"/>
                      </a:lnTo>
                      <a:lnTo>
                        <a:pt x="35" y="1687"/>
                      </a:lnTo>
                      <a:lnTo>
                        <a:pt x="1687" y="1669"/>
                      </a:lnTo>
                      <a:lnTo>
                        <a:pt x="1669"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09" name="Google Shape;3709;p36"/>
                <p:cNvSpPr/>
                <p:nvPr/>
              </p:nvSpPr>
              <p:spPr>
                <a:xfrm>
                  <a:off x="7402375" y="2788025"/>
                  <a:ext cx="42200" cy="42200"/>
                </a:xfrm>
                <a:custGeom>
                  <a:rect b="b" l="l" r="r" t="t"/>
                  <a:pathLst>
                    <a:path extrusionOk="0" h="1688" w="1688">
                      <a:moveTo>
                        <a:pt x="1652" y="1"/>
                      </a:moveTo>
                      <a:lnTo>
                        <a:pt x="1" y="18"/>
                      </a:lnTo>
                      <a:lnTo>
                        <a:pt x="19" y="1688"/>
                      </a:lnTo>
                      <a:lnTo>
                        <a:pt x="1688"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grpSp>
          <p:sp>
            <p:nvSpPr>
              <p:cNvPr id="3710" name="Google Shape;3710;p36"/>
              <p:cNvSpPr/>
              <p:nvPr/>
            </p:nvSpPr>
            <p:spPr>
              <a:xfrm>
                <a:off x="7362850" y="2912775"/>
                <a:ext cx="42200" cy="42200"/>
              </a:xfrm>
              <a:custGeom>
                <a:rect b="b" l="l" r="r" t="t"/>
                <a:pathLst>
                  <a:path extrusionOk="0" h="1688" w="1688">
                    <a:moveTo>
                      <a:pt x="1670" y="1"/>
                    </a:moveTo>
                    <a:lnTo>
                      <a:pt x="1" y="36"/>
                    </a:lnTo>
                    <a:lnTo>
                      <a:pt x="36" y="1687"/>
                    </a:lnTo>
                    <a:lnTo>
                      <a:pt x="1687" y="1669"/>
                    </a:lnTo>
                    <a:lnTo>
                      <a:pt x="1670"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1" name="Google Shape;3711;p36"/>
              <p:cNvSpPr/>
              <p:nvPr/>
            </p:nvSpPr>
            <p:spPr>
              <a:xfrm>
                <a:off x="7362425" y="2871500"/>
                <a:ext cx="42200" cy="42175"/>
              </a:xfrm>
              <a:custGeom>
                <a:rect b="b" l="l" r="r" t="t"/>
                <a:pathLst>
                  <a:path extrusionOk="0" h="1687" w="1688">
                    <a:moveTo>
                      <a:pt x="1652" y="0"/>
                    </a:moveTo>
                    <a:lnTo>
                      <a:pt x="1" y="35"/>
                    </a:lnTo>
                    <a:lnTo>
                      <a:pt x="18" y="1687"/>
                    </a:lnTo>
                    <a:lnTo>
                      <a:pt x="1687"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2" name="Google Shape;3712;p36"/>
              <p:cNvSpPr/>
              <p:nvPr/>
            </p:nvSpPr>
            <p:spPr>
              <a:xfrm>
                <a:off x="7361550" y="2830200"/>
                <a:ext cx="42200" cy="42200"/>
              </a:xfrm>
              <a:custGeom>
                <a:rect b="b" l="l" r="r" t="t"/>
                <a:pathLst>
                  <a:path extrusionOk="0" h="1688" w="1688">
                    <a:moveTo>
                      <a:pt x="1652" y="1"/>
                    </a:moveTo>
                    <a:lnTo>
                      <a:pt x="1" y="18"/>
                    </a:lnTo>
                    <a:lnTo>
                      <a:pt x="36"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3" name="Google Shape;3713;p36"/>
              <p:cNvSpPr/>
              <p:nvPr/>
            </p:nvSpPr>
            <p:spPr>
              <a:xfrm>
                <a:off x="7360675" y="2788450"/>
                <a:ext cx="42200" cy="42200"/>
              </a:xfrm>
              <a:custGeom>
                <a:rect b="b" l="l" r="r" t="t"/>
                <a:pathLst>
                  <a:path extrusionOk="0" h="1688" w="1688">
                    <a:moveTo>
                      <a:pt x="1669" y="1"/>
                    </a:moveTo>
                    <a:lnTo>
                      <a:pt x="0" y="36"/>
                    </a:lnTo>
                    <a:lnTo>
                      <a:pt x="36" y="1688"/>
                    </a:lnTo>
                    <a:lnTo>
                      <a:pt x="1687" y="1671"/>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4" name="Google Shape;3714;p36"/>
              <p:cNvSpPr/>
              <p:nvPr/>
            </p:nvSpPr>
            <p:spPr>
              <a:xfrm>
                <a:off x="7322025" y="2954950"/>
                <a:ext cx="42175" cy="42200"/>
              </a:xfrm>
              <a:custGeom>
                <a:rect b="b" l="l" r="r" t="t"/>
                <a:pathLst>
                  <a:path extrusionOk="0" h="1688" w="1687">
                    <a:moveTo>
                      <a:pt x="1669" y="0"/>
                    </a:moveTo>
                    <a:lnTo>
                      <a:pt x="0" y="36"/>
                    </a:lnTo>
                    <a:lnTo>
                      <a:pt x="35" y="1687"/>
                    </a:lnTo>
                    <a:lnTo>
                      <a:pt x="1687" y="1669"/>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5" name="Google Shape;3715;p36"/>
              <p:cNvSpPr/>
              <p:nvPr/>
            </p:nvSpPr>
            <p:spPr>
              <a:xfrm>
                <a:off x="7321575" y="2913650"/>
                <a:ext cx="42175" cy="42200"/>
              </a:xfrm>
              <a:custGeom>
                <a:rect b="b" l="l" r="r" t="t"/>
                <a:pathLst>
                  <a:path extrusionOk="0" h="1688" w="1687">
                    <a:moveTo>
                      <a:pt x="1652" y="1"/>
                    </a:moveTo>
                    <a:lnTo>
                      <a:pt x="0" y="36"/>
                    </a:lnTo>
                    <a:lnTo>
                      <a:pt x="18" y="1688"/>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6" name="Google Shape;3716;p36"/>
              <p:cNvSpPr/>
              <p:nvPr/>
            </p:nvSpPr>
            <p:spPr>
              <a:xfrm>
                <a:off x="7320675" y="2872375"/>
                <a:ext cx="42200" cy="42200"/>
              </a:xfrm>
              <a:custGeom>
                <a:rect b="b" l="l" r="r" t="t"/>
                <a:pathLst>
                  <a:path extrusionOk="0" h="1688" w="1688">
                    <a:moveTo>
                      <a:pt x="1671" y="0"/>
                    </a:moveTo>
                    <a:lnTo>
                      <a:pt x="1" y="17"/>
                    </a:lnTo>
                    <a:lnTo>
                      <a:pt x="36" y="1687"/>
                    </a:lnTo>
                    <a:lnTo>
                      <a:pt x="1688"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7" name="Google Shape;3717;p36"/>
              <p:cNvSpPr/>
              <p:nvPr/>
            </p:nvSpPr>
            <p:spPr>
              <a:xfrm>
                <a:off x="7320275" y="2830625"/>
                <a:ext cx="42175" cy="42200"/>
              </a:xfrm>
              <a:custGeom>
                <a:rect b="b" l="l" r="r" t="t"/>
                <a:pathLst>
                  <a:path extrusionOk="0" h="1688" w="1687">
                    <a:moveTo>
                      <a:pt x="1652" y="1"/>
                    </a:moveTo>
                    <a:lnTo>
                      <a:pt x="0" y="36"/>
                    </a:lnTo>
                    <a:lnTo>
                      <a:pt x="17"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8" name="Google Shape;3718;p36"/>
              <p:cNvSpPr/>
              <p:nvPr/>
            </p:nvSpPr>
            <p:spPr>
              <a:xfrm>
                <a:off x="7319375" y="2789325"/>
                <a:ext cx="42200" cy="42200"/>
              </a:xfrm>
              <a:custGeom>
                <a:rect b="b" l="l" r="r" t="t"/>
                <a:pathLst>
                  <a:path extrusionOk="0" h="1688" w="1688">
                    <a:moveTo>
                      <a:pt x="1652" y="1"/>
                    </a:moveTo>
                    <a:lnTo>
                      <a:pt x="1" y="36"/>
                    </a:lnTo>
                    <a:lnTo>
                      <a:pt x="36" y="1688"/>
                    </a:lnTo>
                    <a:lnTo>
                      <a:pt x="1688"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19" name="Google Shape;3719;p36"/>
              <p:cNvSpPr/>
              <p:nvPr/>
            </p:nvSpPr>
            <p:spPr>
              <a:xfrm>
                <a:off x="7318500" y="2748050"/>
                <a:ext cx="42200" cy="42200"/>
              </a:xfrm>
              <a:custGeom>
                <a:rect b="b" l="l" r="r" t="t"/>
                <a:pathLst>
                  <a:path extrusionOk="0" h="1688" w="1688">
                    <a:moveTo>
                      <a:pt x="1669" y="0"/>
                    </a:moveTo>
                    <a:lnTo>
                      <a:pt x="1" y="19"/>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0" name="Google Shape;3720;p36"/>
              <p:cNvSpPr/>
              <p:nvPr/>
            </p:nvSpPr>
            <p:spPr>
              <a:xfrm>
                <a:off x="7281600" y="2997125"/>
                <a:ext cx="42200" cy="42175"/>
              </a:xfrm>
              <a:custGeom>
                <a:rect b="b" l="l" r="r" t="t"/>
                <a:pathLst>
                  <a:path extrusionOk="0" h="1687" w="1688">
                    <a:moveTo>
                      <a:pt x="1652" y="0"/>
                    </a:moveTo>
                    <a:lnTo>
                      <a:pt x="1" y="35"/>
                    </a:lnTo>
                    <a:lnTo>
                      <a:pt x="18" y="1687"/>
                    </a:lnTo>
                    <a:lnTo>
                      <a:pt x="1688" y="1669"/>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1" name="Google Shape;3721;p36"/>
              <p:cNvSpPr/>
              <p:nvPr/>
            </p:nvSpPr>
            <p:spPr>
              <a:xfrm>
                <a:off x="7280725" y="2955825"/>
                <a:ext cx="42200" cy="42200"/>
              </a:xfrm>
              <a:custGeom>
                <a:rect b="b" l="l" r="r" t="t"/>
                <a:pathLst>
                  <a:path extrusionOk="0" h="1688" w="1688">
                    <a:moveTo>
                      <a:pt x="1652" y="1"/>
                    </a:moveTo>
                    <a:lnTo>
                      <a:pt x="1" y="36"/>
                    </a:lnTo>
                    <a:lnTo>
                      <a:pt x="36"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2" name="Google Shape;3722;p36"/>
              <p:cNvSpPr/>
              <p:nvPr/>
            </p:nvSpPr>
            <p:spPr>
              <a:xfrm>
                <a:off x="7279850" y="2914550"/>
                <a:ext cx="42200" cy="42175"/>
              </a:xfrm>
              <a:custGeom>
                <a:rect b="b" l="l" r="r" t="t"/>
                <a:pathLst>
                  <a:path extrusionOk="0" h="1687" w="1688">
                    <a:moveTo>
                      <a:pt x="1669" y="0"/>
                    </a:moveTo>
                    <a:lnTo>
                      <a:pt x="1" y="17"/>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3" name="Google Shape;3723;p36"/>
              <p:cNvSpPr/>
              <p:nvPr/>
            </p:nvSpPr>
            <p:spPr>
              <a:xfrm>
                <a:off x="7279400" y="2872800"/>
                <a:ext cx="42175" cy="42175"/>
              </a:xfrm>
              <a:custGeom>
                <a:rect b="b" l="l" r="r" t="t"/>
                <a:pathLst>
                  <a:path extrusionOk="0" h="1687" w="1687">
                    <a:moveTo>
                      <a:pt x="1652" y="0"/>
                    </a:moveTo>
                    <a:lnTo>
                      <a:pt x="0" y="35"/>
                    </a:lnTo>
                    <a:lnTo>
                      <a:pt x="19"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4" name="Google Shape;3724;p36"/>
              <p:cNvSpPr/>
              <p:nvPr/>
            </p:nvSpPr>
            <p:spPr>
              <a:xfrm>
                <a:off x="7278525" y="2831500"/>
                <a:ext cx="42175" cy="42200"/>
              </a:xfrm>
              <a:custGeom>
                <a:rect b="b" l="l" r="r" t="t"/>
                <a:pathLst>
                  <a:path extrusionOk="0" h="1688" w="1687">
                    <a:moveTo>
                      <a:pt x="1670" y="1"/>
                    </a:moveTo>
                    <a:lnTo>
                      <a:pt x="0" y="36"/>
                    </a:lnTo>
                    <a:lnTo>
                      <a:pt x="35"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5" name="Google Shape;3725;p36"/>
              <p:cNvSpPr/>
              <p:nvPr/>
            </p:nvSpPr>
            <p:spPr>
              <a:xfrm>
                <a:off x="7278100" y="2790225"/>
                <a:ext cx="42175" cy="42175"/>
              </a:xfrm>
              <a:custGeom>
                <a:rect b="b" l="l" r="r" t="t"/>
                <a:pathLst>
                  <a:path extrusionOk="0" h="1687" w="1687">
                    <a:moveTo>
                      <a:pt x="1652" y="0"/>
                    </a:moveTo>
                    <a:lnTo>
                      <a:pt x="0" y="18"/>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6" name="Google Shape;3726;p36"/>
              <p:cNvSpPr/>
              <p:nvPr/>
            </p:nvSpPr>
            <p:spPr>
              <a:xfrm>
                <a:off x="7277225" y="2748500"/>
                <a:ext cx="42175" cy="42200"/>
              </a:xfrm>
              <a:custGeom>
                <a:rect b="b" l="l" r="r" t="t"/>
                <a:pathLst>
                  <a:path extrusionOk="0" h="1688" w="1687">
                    <a:moveTo>
                      <a:pt x="1652" y="1"/>
                    </a:moveTo>
                    <a:lnTo>
                      <a:pt x="0" y="36"/>
                    </a:lnTo>
                    <a:lnTo>
                      <a:pt x="35"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7" name="Google Shape;3727;p36"/>
              <p:cNvSpPr/>
              <p:nvPr/>
            </p:nvSpPr>
            <p:spPr>
              <a:xfrm>
                <a:off x="7276350" y="2707225"/>
                <a:ext cx="42175" cy="42175"/>
              </a:xfrm>
              <a:custGeom>
                <a:rect b="b" l="l" r="r" t="t"/>
                <a:pathLst>
                  <a:path extrusionOk="0" h="1687" w="1687">
                    <a:moveTo>
                      <a:pt x="1668" y="0"/>
                    </a:moveTo>
                    <a:lnTo>
                      <a:pt x="0" y="17"/>
                    </a:lnTo>
                    <a:lnTo>
                      <a:pt x="35" y="1687"/>
                    </a:lnTo>
                    <a:lnTo>
                      <a:pt x="1687" y="1652"/>
                    </a:lnTo>
                    <a:lnTo>
                      <a:pt x="1668"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8" name="Google Shape;3728;p36"/>
              <p:cNvSpPr/>
              <p:nvPr/>
            </p:nvSpPr>
            <p:spPr>
              <a:xfrm>
                <a:off x="7240750" y="3039275"/>
                <a:ext cx="42175" cy="42200"/>
              </a:xfrm>
              <a:custGeom>
                <a:rect b="b" l="l" r="r" t="t"/>
                <a:pathLst>
                  <a:path extrusionOk="0" h="1688" w="1687">
                    <a:moveTo>
                      <a:pt x="1652" y="1"/>
                    </a:moveTo>
                    <a:lnTo>
                      <a:pt x="0" y="36"/>
                    </a:lnTo>
                    <a:lnTo>
                      <a:pt x="18" y="1688"/>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29" name="Google Shape;3729;p36"/>
              <p:cNvSpPr/>
              <p:nvPr/>
            </p:nvSpPr>
            <p:spPr>
              <a:xfrm>
                <a:off x="7239875" y="2998000"/>
                <a:ext cx="42175" cy="42200"/>
              </a:xfrm>
              <a:custGeom>
                <a:rect b="b" l="l" r="r" t="t"/>
                <a:pathLst>
                  <a:path extrusionOk="0" h="1688" w="1687">
                    <a:moveTo>
                      <a:pt x="1670" y="0"/>
                    </a:moveTo>
                    <a:lnTo>
                      <a:pt x="0" y="35"/>
                    </a:lnTo>
                    <a:lnTo>
                      <a:pt x="35" y="1687"/>
                    </a:lnTo>
                    <a:lnTo>
                      <a:pt x="1687" y="1652"/>
                    </a:lnTo>
                    <a:lnTo>
                      <a:pt x="1670"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0" name="Google Shape;3730;p36"/>
              <p:cNvSpPr/>
              <p:nvPr/>
            </p:nvSpPr>
            <p:spPr>
              <a:xfrm>
                <a:off x="7239450" y="2956700"/>
                <a:ext cx="42175" cy="42200"/>
              </a:xfrm>
              <a:custGeom>
                <a:rect b="b" l="l" r="r" t="t"/>
                <a:pathLst>
                  <a:path extrusionOk="0" h="1688" w="1687">
                    <a:moveTo>
                      <a:pt x="1652" y="1"/>
                    </a:moveTo>
                    <a:lnTo>
                      <a:pt x="0" y="18"/>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1" name="Google Shape;3731;p36"/>
              <p:cNvSpPr/>
              <p:nvPr/>
            </p:nvSpPr>
            <p:spPr>
              <a:xfrm>
                <a:off x="7238575" y="2914950"/>
                <a:ext cx="42175" cy="42200"/>
              </a:xfrm>
              <a:custGeom>
                <a:rect b="b" l="l" r="r" t="t"/>
                <a:pathLst>
                  <a:path extrusionOk="0" h="1688" w="1687">
                    <a:moveTo>
                      <a:pt x="1652" y="1"/>
                    </a:moveTo>
                    <a:lnTo>
                      <a:pt x="0" y="36"/>
                    </a:lnTo>
                    <a:lnTo>
                      <a:pt x="35"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2" name="Google Shape;3732;p36"/>
              <p:cNvSpPr/>
              <p:nvPr/>
            </p:nvSpPr>
            <p:spPr>
              <a:xfrm>
                <a:off x="7237675" y="2873675"/>
                <a:ext cx="42200" cy="42200"/>
              </a:xfrm>
              <a:custGeom>
                <a:rect b="b" l="l" r="r" t="t"/>
                <a:pathLst>
                  <a:path extrusionOk="0" h="1688" w="1688">
                    <a:moveTo>
                      <a:pt x="1669" y="0"/>
                    </a:moveTo>
                    <a:lnTo>
                      <a:pt x="1" y="36"/>
                    </a:lnTo>
                    <a:lnTo>
                      <a:pt x="36" y="1687"/>
                    </a:lnTo>
                    <a:lnTo>
                      <a:pt x="1688"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3" name="Google Shape;3733;p36"/>
              <p:cNvSpPr/>
              <p:nvPr/>
            </p:nvSpPr>
            <p:spPr>
              <a:xfrm>
                <a:off x="7237225" y="2832375"/>
                <a:ext cx="42200" cy="42200"/>
              </a:xfrm>
              <a:custGeom>
                <a:rect b="b" l="l" r="r" t="t"/>
                <a:pathLst>
                  <a:path extrusionOk="0" h="1688" w="1688">
                    <a:moveTo>
                      <a:pt x="1652" y="1"/>
                    </a:moveTo>
                    <a:lnTo>
                      <a:pt x="1" y="19"/>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4" name="Google Shape;3734;p36"/>
              <p:cNvSpPr/>
              <p:nvPr/>
            </p:nvSpPr>
            <p:spPr>
              <a:xfrm>
                <a:off x="7236350" y="2790675"/>
                <a:ext cx="42200" cy="42200"/>
              </a:xfrm>
              <a:custGeom>
                <a:rect b="b" l="l" r="r" t="t"/>
                <a:pathLst>
                  <a:path extrusionOk="0" h="1688" w="1688">
                    <a:moveTo>
                      <a:pt x="1670" y="0"/>
                    </a:moveTo>
                    <a:lnTo>
                      <a:pt x="0" y="36"/>
                    </a:lnTo>
                    <a:lnTo>
                      <a:pt x="36" y="1687"/>
                    </a:lnTo>
                    <a:lnTo>
                      <a:pt x="1687" y="1669"/>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5" name="Google Shape;3735;p36"/>
              <p:cNvSpPr/>
              <p:nvPr/>
            </p:nvSpPr>
            <p:spPr>
              <a:xfrm>
                <a:off x="7235925" y="2749375"/>
                <a:ext cx="42200" cy="42200"/>
              </a:xfrm>
              <a:custGeom>
                <a:rect b="b" l="l" r="r" t="t"/>
                <a:pathLst>
                  <a:path extrusionOk="0" h="1688" w="1688">
                    <a:moveTo>
                      <a:pt x="1652" y="1"/>
                    </a:moveTo>
                    <a:lnTo>
                      <a:pt x="1" y="18"/>
                    </a:lnTo>
                    <a:lnTo>
                      <a:pt x="17"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6" name="Google Shape;3736;p36"/>
              <p:cNvSpPr/>
              <p:nvPr/>
            </p:nvSpPr>
            <p:spPr>
              <a:xfrm>
                <a:off x="7235050" y="2707625"/>
                <a:ext cx="42200" cy="42200"/>
              </a:xfrm>
              <a:custGeom>
                <a:rect b="b" l="l" r="r" t="t"/>
                <a:pathLst>
                  <a:path extrusionOk="0" h="1688" w="1688">
                    <a:moveTo>
                      <a:pt x="1652" y="1"/>
                    </a:moveTo>
                    <a:lnTo>
                      <a:pt x="0" y="36"/>
                    </a:lnTo>
                    <a:lnTo>
                      <a:pt x="36"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7" name="Google Shape;3737;p36"/>
              <p:cNvSpPr/>
              <p:nvPr/>
            </p:nvSpPr>
            <p:spPr>
              <a:xfrm>
                <a:off x="7234175" y="2666350"/>
                <a:ext cx="42175" cy="42200"/>
              </a:xfrm>
              <a:custGeom>
                <a:rect b="b" l="l" r="r" t="t"/>
                <a:pathLst>
                  <a:path extrusionOk="0" h="1688" w="1687">
                    <a:moveTo>
                      <a:pt x="1669" y="0"/>
                    </a:moveTo>
                    <a:lnTo>
                      <a:pt x="0" y="36"/>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8" name="Google Shape;3738;p36"/>
              <p:cNvSpPr/>
              <p:nvPr/>
            </p:nvSpPr>
            <p:spPr>
              <a:xfrm>
                <a:off x="7199900" y="3081450"/>
                <a:ext cx="42200" cy="42200"/>
              </a:xfrm>
              <a:custGeom>
                <a:rect b="b" l="l" r="r" t="t"/>
                <a:pathLst>
                  <a:path extrusionOk="0" h="1688" w="1688">
                    <a:moveTo>
                      <a:pt x="1652" y="1"/>
                    </a:moveTo>
                    <a:lnTo>
                      <a:pt x="1" y="36"/>
                    </a:lnTo>
                    <a:lnTo>
                      <a:pt x="36" y="1687"/>
                    </a:lnTo>
                    <a:lnTo>
                      <a:pt x="1688"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39" name="Google Shape;3739;p36"/>
              <p:cNvSpPr/>
              <p:nvPr/>
            </p:nvSpPr>
            <p:spPr>
              <a:xfrm>
                <a:off x="7199450" y="3040175"/>
                <a:ext cx="41775" cy="42175"/>
              </a:xfrm>
              <a:custGeom>
                <a:rect b="b" l="l" r="r" t="t"/>
                <a:pathLst>
                  <a:path extrusionOk="0" h="1687" w="1671">
                    <a:moveTo>
                      <a:pt x="1652" y="0"/>
                    </a:moveTo>
                    <a:lnTo>
                      <a:pt x="1" y="35"/>
                    </a:lnTo>
                    <a:lnTo>
                      <a:pt x="19" y="1687"/>
                    </a:lnTo>
                    <a:lnTo>
                      <a:pt x="1670"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0" name="Google Shape;3740;p36"/>
              <p:cNvSpPr/>
              <p:nvPr/>
            </p:nvSpPr>
            <p:spPr>
              <a:xfrm>
                <a:off x="7198575" y="2998875"/>
                <a:ext cx="42200" cy="42200"/>
              </a:xfrm>
              <a:custGeom>
                <a:rect b="b" l="l" r="r" t="t"/>
                <a:pathLst>
                  <a:path extrusionOk="0" h="1688" w="1688">
                    <a:moveTo>
                      <a:pt x="1652" y="0"/>
                    </a:moveTo>
                    <a:lnTo>
                      <a:pt x="0" y="17"/>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1" name="Google Shape;3741;p36"/>
              <p:cNvSpPr/>
              <p:nvPr/>
            </p:nvSpPr>
            <p:spPr>
              <a:xfrm>
                <a:off x="7197700" y="2957125"/>
                <a:ext cx="42175" cy="42200"/>
              </a:xfrm>
              <a:custGeom>
                <a:rect b="b" l="l" r="r" t="t"/>
                <a:pathLst>
                  <a:path extrusionOk="0" h="1688" w="1687">
                    <a:moveTo>
                      <a:pt x="1670" y="1"/>
                    </a:moveTo>
                    <a:lnTo>
                      <a:pt x="0" y="36"/>
                    </a:lnTo>
                    <a:lnTo>
                      <a:pt x="35" y="1687"/>
                    </a:lnTo>
                    <a:lnTo>
                      <a:pt x="1687" y="1670"/>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2" name="Google Shape;3742;p36"/>
              <p:cNvSpPr/>
              <p:nvPr/>
            </p:nvSpPr>
            <p:spPr>
              <a:xfrm>
                <a:off x="7197275" y="2915850"/>
                <a:ext cx="42200" cy="42175"/>
              </a:xfrm>
              <a:custGeom>
                <a:rect b="b" l="l" r="r" t="t"/>
                <a:pathLst>
                  <a:path extrusionOk="0" h="1687" w="1688">
                    <a:moveTo>
                      <a:pt x="1652" y="0"/>
                    </a:moveTo>
                    <a:lnTo>
                      <a:pt x="0"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3" name="Google Shape;3743;p36"/>
              <p:cNvSpPr/>
              <p:nvPr/>
            </p:nvSpPr>
            <p:spPr>
              <a:xfrm>
                <a:off x="7196400" y="2874550"/>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4" name="Google Shape;3744;p36"/>
              <p:cNvSpPr/>
              <p:nvPr/>
            </p:nvSpPr>
            <p:spPr>
              <a:xfrm>
                <a:off x="7195950" y="2832850"/>
                <a:ext cx="41750" cy="42175"/>
              </a:xfrm>
              <a:custGeom>
                <a:rect b="b" l="l" r="r" t="t"/>
                <a:pathLst>
                  <a:path extrusionOk="0" h="1687" w="1670">
                    <a:moveTo>
                      <a:pt x="1652" y="0"/>
                    </a:moveTo>
                    <a:lnTo>
                      <a:pt x="0" y="35"/>
                    </a:lnTo>
                    <a:lnTo>
                      <a:pt x="18" y="1687"/>
                    </a:lnTo>
                    <a:lnTo>
                      <a:pt x="1670"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5" name="Google Shape;3745;p36"/>
              <p:cNvSpPr/>
              <p:nvPr/>
            </p:nvSpPr>
            <p:spPr>
              <a:xfrm>
                <a:off x="7195050" y="2791550"/>
                <a:ext cx="42200" cy="42200"/>
              </a:xfrm>
              <a:custGeom>
                <a:rect b="b" l="l" r="r" t="t"/>
                <a:pathLst>
                  <a:path extrusionOk="0" h="1688" w="1688">
                    <a:moveTo>
                      <a:pt x="1652" y="1"/>
                    </a:moveTo>
                    <a:lnTo>
                      <a:pt x="1" y="17"/>
                    </a:lnTo>
                    <a:lnTo>
                      <a:pt x="36"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6" name="Google Shape;3746;p36"/>
              <p:cNvSpPr/>
              <p:nvPr/>
            </p:nvSpPr>
            <p:spPr>
              <a:xfrm>
                <a:off x="7194175" y="2749800"/>
                <a:ext cx="42200" cy="42200"/>
              </a:xfrm>
              <a:custGeom>
                <a:rect b="b" l="l" r="r" t="t"/>
                <a:pathLst>
                  <a:path extrusionOk="0" h="1688" w="1688">
                    <a:moveTo>
                      <a:pt x="1671" y="1"/>
                    </a:moveTo>
                    <a:lnTo>
                      <a:pt x="1" y="36"/>
                    </a:lnTo>
                    <a:lnTo>
                      <a:pt x="36" y="1687"/>
                    </a:lnTo>
                    <a:lnTo>
                      <a:pt x="1687" y="1671"/>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7" name="Google Shape;3747;p36"/>
              <p:cNvSpPr/>
              <p:nvPr/>
            </p:nvSpPr>
            <p:spPr>
              <a:xfrm>
                <a:off x="7193750" y="2708525"/>
                <a:ext cx="42200" cy="42175"/>
              </a:xfrm>
              <a:custGeom>
                <a:rect b="b" l="l" r="r" t="t"/>
                <a:pathLst>
                  <a:path extrusionOk="0" h="1687" w="1688">
                    <a:moveTo>
                      <a:pt x="1652" y="0"/>
                    </a:moveTo>
                    <a:lnTo>
                      <a:pt x="1" y="35"/>
                    </a:lnTo>
                    <a:lnTo>
                      <a:pt x="18"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8" name="Google Shape;3748;p36"/>
              <p:cNvSpPr/>
              <p:nvPr/>
            </p:nvSpPr>
            <p:spPr>
              <a:xfrm>
                <a:off x="7192875" y="2667225"/>
                <a:ext cx="42200" cy="42200"/>
              </a:xfrm>
              <a:custGeom>
                <a:rect b="b" l="l" r="r" t="t"/>
                <a:pathLst>
                  <a:path extrusionOk="0" h="1688" w="1688">
                    <a:moveTo>
                      <a:pt x="1652" y="1"/>
                    </a:moveTo>
                    <a:lnTo>
                      <a:pt x="1" y="19"/>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49" name="Google Shape;3749;p36"/>
              <p:cNvSpPr/>
              <p:nvPr/>
            </p:nvSpPr>
            <p:spPr>
              <a:xfrm>
                <a:off x="7159050" y="3123625"/>
                <a:ext cx="42175" cy="42175"/>
              </a:xfrm>
              <a:custGeom>
                <a:rect b="b" l="l" r="r" t="t"/>
                <a:pathLst>
                  <a:path extrusionOk="0" h="1687" w="1687">
                    <a:moveTo>
                      <a:pt x="1670" y="0"/>
                    </a:moveTo>
                    <a:lnTo>
                      <a:pt x="0" y="35"/>
                    </a:lnTo>
                    <a:lnTo>
                      <a:pt x="35" y="1687"/>
                    </a:lnTo>
                    <a:lnTo>
                      <a:pt x="1687" y="1669"/>
                    </a:lnTo>
                    <a:lnTo>
                      <a:pt x="1670"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0" name="Google Shape;3750;p36"/>
              <p:cNvSpPr/>
              <p:nvPr/>
            </p:nvSpPr>
            <p:spPr>
              <a:xfrm>
                <a:off x="7158625" y="3082325"/>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1" name="Google Shape;3751;p36"/>
              <p:cNvSpPr/>
              <p:nvPr/>
            </p:nvSpPr>
            <p:spPr>
              <a:xfrm>
                <a:off x="7157750" y="3041050"/>
                <a:ext cx="42175" cy="42175"/>
              </a:xfrm>
              <a:custGeom>
                <a:rect b="b" l="l" r="r" t="t"/>
                <a:pathLst>
                  <a:path extrusionOk="0" h="1687" w="1687">
                    <a:moveTo>
                      <a:pt x="1669" y="0"/>
                    </a:moveTo>
                    <a:lnTo>
                      <a:pt x="0" y="17"/>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2" name="Google Shape;3752;p36"/>
              <p:cNvSpPr/>
              <p:nvPr/>
            </p:nvSpPr>
            <p:spPr>
              <a:xfrm>
                <a:off x="7157275" y="2999300"/>
                <a:ext cx="42200" cy="42200"/>
              </a:xfrm>
              <a:custGeom>
                <a:rect b="b" l="l" r="r" t="t"/>
                <a:pathLst>
                  <a:path extrusionOk="0" h="1688" w="1688">
                    <a:moveTo>
                      <a:pt x="1652" y="0"/>
                    </a:moveTo>
                    <a:lnTo>
                      <a:pt x="1" y="35"/>
                    </a:lnTo>
                    <a:lnTo>
                      <a:pt x="19" y="1687"/>
                    </a:lnTo>
                    <a:lnTo>
                      <a:pt x="1688"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3" name="Google Shape;3753;p36"/>
              <p:cNvSpPr/>
              <p:nvPr/>
            </p:nvSpPr>
            <p:spPr>
              <a:xfrm>
                <a:off x="7156400" y="2958000"/>
                <a:ext cx="42200" cy="42200"/>
              </a:xfrm>
              <a:custGeom>
                <a:rect b="b" l="l" r="r" t="t"/>
                <a:pathLst>
                  <a:path extrusionOk="0" h="1688" w="1688">
                    <a:moveTo>
                      <a:pt x="1652" y="1"/>
                    </a:moveTo>
                    <a:lnTo>
                      <a:pt x="1" y="19"/>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4" name="Google Shape;3754;p36"/>
              <p:cNvSpPr/>
              <p:nvPr/>
            </p:nvSpPr>
            <p:spPr>
              <a:xfrm>
                <a:off x="7155525" y="2916725"/>
                <a:ext cx="42200" cy="41775"/>
              </a:xfrm>
              <a:custGeom>
                <a:rect b="b" l="l" r="r" t="t"/>
                <a:pathLst>
                  <a:path extrusionOk="0" h="1671" w="1688">
                    <a:moveTo>
                      <a:pt x="1670" y="0"/>
                    </a:moveTo>
                    <a:lnTo>
                      <a:pt x="1" y="18"/>
                    </a:lnTo>
                    <a:lnTo>
                      <a:pt x="36" y="1670"/>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5" name="Google Shape;3755;p36"/>
              <p:cNvSpPr/>
              <p:nvPr/>
            </p:nvSpPr>
            <p:spPr>
              <a:xfrm>
                <a:off x="7155100" y="2875000"/>
                <a:ext cx="42200" cy="42200"/>
              </a:xfrm>
              <a:custGeom>
                <a:rect b="b" l="l" r="r" t="t"/>
                <a:pathLst>
                  <a:path extrusionOk="0" h="1688" w="1688">
                    <a:moveTo>
                      <a:pt x="1652" y="1"/>
                    </a:moveTo>
                    <a:lnTo>
                      <a:pt x="1" y="36"/>
                    </a:lnTo>
                    <a:lnTo>
                      <a:pt x="18"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6" name="Google Shape;3756;p36"/>
              <p:cNvSpPr/>
              <p:nvPr/>
            </p:nvSpPr>
            <p:spPr>
              <a:xfrm>
                <a:off x="7154225" y="2833725"/>
                <a:ext cx="42200" cy="42175"/>
              </a:xfrm>
              <a:custGeom>
                <a:rect b="b" l="l" r="r" t="t"/>
                <a:pathLst>
                  <a:path extrusionOk="0" h="1687" w="1688">
                    <a:moveTo>
                      <a:pt x="1669" y="0"/>
                    </a:moveTo>
                    <a:lnTo>
                      <a:pt x="1" y="17"/>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7" name="Google Shape;3757;p36"/>
              <p:cNvSpPr/>
              <p:nvPr/>
            </p:nvSpPr>
            <p:spPr>
              <a:xfrm>
                <a:off x="7153775" y="2791975"/>
                <a:ext cx="42200" cy="42200"/>
              </a:xfrm>
              <a:custGeom>
                <a:rect b="b" l="l" r="r" t="t"/>
                <a:pathLst>
                  <a:path extrusionOk="0" h="1688" w="1688">
                    <a:moveTo>
                      <a:pt x="1652" y="0"/>
                    </a:moveTo>
                    <a:lnTo>
                      <a:pt x="0" y="36"/>
                    </a:lnTo>
                    <a:lnTo>
                      <a:pt x="19"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8" name="Google Shape;3758;p36"/>
              <p:cNvSpPr/>
              <p:nvPr/>
            </p:nvSpPr>
            <p:spPr>
              <a:xfrm>
                <a:off x="7152900" y="2750675"/>
                <a:ext cx="42175" cy="42200"/>
              </a:xfrm>
              <a:custGeom>
                <a:rect b="b" l="l" r="r" t="t"/>
                <a:pathLst>
                  <a:path extrusionOk="0" h="1688" w="1687">
                    <a:moveTo>
                      <a:pt x="1652" y="1"/>
                    </a:moveTo>
                    <a:lnTo>
                      <a:pt x="0" y="36"/>
                    </a:lnTo>
                    <a:lnTo>
                      <a:pt x="35"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59" name="Google Shape;3759;p36"/>
              <p:cNvSpPr/>
              <p:nvPr/>
            </p:nvSpPr>
            <p:spPr>
              <a:xfrm>
                <a:off x="7152025" y="2709400"/>
                <a:ext cx="42175" cy="42175"/>
              </a:xfrm>
              <a:custGeom>
                <a:rect b="b" l="l" r="r" t="t"/>
                <a:pathLst>
                  <a:path extrusionOk="0" h="1687" w="1687">
                    <a:moveTo>
                      <a:pt x="1670" y="0"/>
                    </a:moveTo>
                    <a:lnTo>
                      <a:pt x="0" y="19"/>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0" name="Google Shape;3760;p36"/>
              <p:cNvSpPr/>
              <p:nvPr/>
            </p:nvSpPr>
            <p:spPr>
              <a:xfrm>
                <a:off x="7151600" y="2667675"/>
                <a:ext cx="42175" cy="42200"/>
              </a:xfrm>
              <a:custGeom>
                <a:rect b="b" l="l" r="r" t="t"/>
                <a:pathLst>
                  <a:path extrusionOk="0" h="1688" w="1687">
                    <a:moveTo>
                      <a:pt x="1652" y="1"/>
                    </a:moveTo>
                    <a:lnTo>
                      <a:pt x="0" y="36"/>
                    </a:lnTo>
                    <a:lnTo>
                      <a:pt x="17" y="1688"/>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1" name="Google Shape;3761;p36"/>
              <p:cNvSpPr/>
              <p:nvPr/>
            </p:nvSpPr>
            <p:spPr>
              <a:xfrm>
                <a:off x="7118625" y="3165775"/>
                <a:ext cx="42200" cy="42200"/>
              </a:xfrm>
              <a:custGeom>
                <a:rect b="b" l="l" r="r" t="t"/>
                <a:pathLst>
                  <a:path extrusionOk="0" h="1688" w="1688">
                    <a:moveTo>
                      <a:pt x="1652" y="1"/>
                    </a:moveTo>
                    <a:lnTo>
                      <a:pt x="1" y="36"/>
                    </a:lnTo>
                    <a:lnTo>
                      <a:pt x="19" y="1688"/>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2" name="Google Shape;3762;p36"/>
              <p:cNvSpPr/>
              <p:nvPr/>
            </p:nvSpPr>
            <p:spPr>
              <a:xfrm>
                <a:off x="7117750" y="3124500"/>
                <a:ext cx="42200" cy="42200"/>
              </a:xfrm>
              <a:custGeom>
                <a:rect b="b" l="l" r="r" t="t"/>
                <a:pathLst>
                  <a:path extrusionOk="0" h="1688" w="1688">
                    <a:moveTo>
                      <a:pt x="1652" y="0"/>
                    </a:moveTo>
                    <a:lnTo>
                      <a:pt x="1" y="17"/>
                    </a:lnTo>
                    <a:lnTo>
                      <a:pt x="36" y="1687"/>
                    </a:lnTo>
                    <a:lnTo>
                      <a:pt x="1687"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3" name="Google Shape;3763;p36"/>
              <p:cNvSpPr/>
              <p:nvPr/>
            </p:nvSpPr>
            <p:spPr>
              <a:xfrm>
                <a:off x="7116875" y="3083200"/>
                <a:ext cx="42200" cy="41750"/>
              </a:xfrm>
              <a:custGeom>
                <a:rect b="b" l="l" r="r" t="t"/>
                <a:pathLst>
                  <a:path extrusionOk="0" h="1670" w="1688">
                    <a:moveTo>
                      <a:pt x="1670" y="1"/>
                    </a:moveTo>
                    <a:lnTo>
                      <a:pt x="0" y="18"/>
                    </a:lnTo>
                    <a:lnTo>
                      <a:pt x="36" y="1669"/>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4" name="Google Shape;3764;p36"/>
              <p:cNvSpPr/>
              <p:nvPr/>
            </p:nvSpPr>
            <p:spPr>
              <a:xfrm>
                <a:off x="7116450" y="3041475"/>
                <a:ext cx="42200" cy="42175"/>
              </a:xfrm>
              <a:custGeom>
                <a:rect b="b" l="l" r="r" t="t"/>
                <a:pathLst>
                  <a:path extrusionOk="0" h="1687" w="1688">
                    <a:moveTo>
                      <a:pt x="1652" y="0"/>
                    </a:moveTo>
                    <a:lnTo>
                      <a:pt x="1" y="35"/>
                    </a:lnTo>
                    <a:lnTo>
                      <a:pt x="17"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5" name="Google Shape;3765;p36"/>
              <p:cNvSpPr/>
              <p:nvPr/>
            </p:nvSpPr>
            <p:spPr>
              <a:xfrm>
                <a:off x="7115575" y="3000175"/>
                <a:ext cx="42200" cy="42200"/>
              </a:xfrm>
              <a:custGeom>
                <a:rect b="b" l="l" r="r" t="t"/>
                <a:pathLst>
                  <a:path extrusionOk="0" h="1688" w="1688">
                    <a:moveTo>
                      <a:pt x="1669" y="0"/>
                    </a:moveTo>
                    <a:lnTo>
                      <a:pt x="0" y="19"/>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6" name="Google Shape;3766;p36"/>
              <p:cNvSpPr/>
              <p:nvPr/>
            </p:nvSpPr>
            <p:spPr>
              <a:xfrm>
                <a:off x="7115125" y="2958475"/>
                <a:ext cx="42175" cy="42175"/>
              </a:xfrm>
              <a:custGeom>
                <a:rect b="b" l="l" r="r" t="t"/>
                <a:pathLst>
                  <a:path extrusionOk="0" h="1687" w="1687">
                    <a:moveTo>
                      <a:pt x="1652" y="0"/>
                    </a:moveTo>
                    <a:lnTo>
                      <a:pt x="0" y="35"/>
                    </a:lnTo>
                    <a:lnTo>
                      <a:pt x="18" y="1687"/>
                    </a:lnTo>
                    <a:lnTo>
                      <a:pt x="1687" y="1668"/>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7" name="Google Shape;3767;p36"/>
              <p:cNvSpPr/>
              <p:nvPr/>
            </p:nvSpPr>
            <p:spPr>
              <a:xfrm>
                <a:off x="7114250" y="2917175"/>
                <a:ext cx="42175" cy="42200"/>
              </a:xfrm>
              <a:custGeom>
                <a:rect b="b" l="l" r="r" t="t"/>
                <a:pathLst>
                  <a:path extrusionOk="0" h="1688" w="1687">
                    <a:moveTo>
                      <a:pt x="1652" y="0"/>
                    </a:moveTo>
                    <a:lnTo>
                      <a:pt x="0" y="36"/>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8" name="Google Shape;3768;p36"/>
              <p:cNvSpPr/>
              <p:nvPr/>
            </p:nvSpPr>
            <p:spPr>
              <a:xfrm>
                <a:off x="7113350" y="2875875"/>
                <a:ext cx="42200" cy="42200"/>
              </a:xfrm>
              <a:custGeom>
                <a:rect b="b" l="l" r="r" t="t"/>
                <a:pathLst>
                  <a:path extrusionOk="0" h="1688" w="1688">
                    <a:moveTo>
                      <a:pt x="1671" y="1"/>
                    </a:moveTo>
                    <a:lnTo>
                      <a:pt x="1" y="18"/>
                    </a:lnTo>
                    <a:lnTo>
                      <a:pt x="36" y="1688"/>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69" name="Google Shape;3769;p36"/>
              <p:cNvSpPr/>
              <p:nvPr/>
            </p:nvSpPr>
            <p:spPr>
              <a:xfrm>
                <a:off x="7112950" y="2834150"/>
                <a:ext cx="42175" cy="42175"/>
              </a:xfrm>
              <a:custGeom>
                <a:rect b="b" l="l" r="r" t="t"/>
                <a:pathLst>
                  <a:path extrusionOk="0" h="1687" w="1687">
                    <a:moveTo>
                      <a:pt x="1652" y="0"/>
                    </a:moveTo>
                    <a:lnTo>
                      <a:pt x="0" y="35"/>
                    </a:lnTo>
                    <a:lnTo>
                      <a:pt x="17"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0" name="Google Shape;3770;p36"/>
              <p:cNvSpPr/>
              <p:nvPr/>
            </p:nvSpPr>
            <p:spPr>
              <a:xfrm>
                <a:off x="7112050" y="2792850"/>
                <a:ext cx="42200" cy="42200"/>
              </a:xfrm>
              <a:custGeom>
                <a:rect b="b" l="l" r="r" t="t"/>
                <a:pathLst>
                  <a:path extrusionOk="0" h="1688" w="1688">
                    <a:moveTo>
                      <a:pt x="1669" y="1"/>
                    </a:moveTo>
                    <a:lnTo>
                      <a:pt x="1" y="36"/>
                    </a:lnTo>
                    <a:lnTo>
                      <a:pt x="36" y="1687"/>
                    </a:lnTo>
                    <a:lnTo>
                      <a:pt x="1688"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1" name="Google Shape;3771;p36"/>
              <p:cNvSpPr/>
              <p:nvPr/>
            </p:nvSpPr>
            <p:spPr>
              <a:xfrm>
                <a:off x="7111600" y="2751550"/>
                <a:ext cx="42200" cy="42200"/>
              </a:xfrm>
              <a:custGeom>
                <a:rect b="b" l="l" r="r" t="t"/>
                <a:pathLst>
                  <a:path extrusionOk="0" h="1688" w="1688">
                    <a:moveTo>
                      <a:pt x="1652" y="1"/>
                    </a:moveTo>
                    <a:lnTo>
                      <a:pt x="1" y="19"/>
                    </a:lnTo>
                    <a:lnTo>
                      <a:pt x="19" y="1688"/>
                    </a:lnTo>
                    <a:lnTo>
                      <a:pt x="1687"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2" name="Google Shape;3772;p36"/>
              <p:cNvSpPr/>
              <p:nvPr/>
            </p:nvSpPr>
            <p:spPr>
              <a:xfrm>
                <a:off x="7110725" y="2709850"/>
                <a:ext cx="42200" cy="42200"/>
              </a:xfrm>
              <a:custGeom>
                <a:rect b="b" l="l" r="r" t="t"/>
                <a:pathLst>
                  <a:path extrusionOk="0" h="1688" w="1688">
                    <a:moveTo>
                      <a:pt x="1652" y="1"/>
                    </a:moveTo>
                    <a:lnTo>
                      <a:pt x="1" y="36"/>
                    </a:lnTo>
                    <a:lnTo>
                      <a:pt x="36"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3" name="Google Shape;3773;p36"/>
              <p:cNvSpPr/>
              <p:nvPr/>
            </p:nvSpPr>
            <p:spPr>
              <a:xfrm>
                <a:off x="7077800" y="3207950"/>
                <a:ext cx="42200" cy="42200"/>
              </a:xfrm>
              <a:custGeom>
                <a:rect b="b" l="l" r="r" t="t"/>
                <a:pathLst>
                  <a:path extrusionOk="0" h="1688" w="1688">
                    <a:moveTo>
                      <a:pt x="1652" y="1"/>
                    </a:moveTo>
                    <a:lnTo>
                      <a:pt x="0" y="36"/>
                    </a:lnTo>
                    <a:lnTo>
                      <a:pt x="17" y="1687"/>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4" name="Google Shape;3774;p36"/>
              <p:cNvSpPr/>
              <p:nvPr/>
            </p:nvSpPr>
            <p:spPr>
              <a:xfrm>
                <a:off x="7076925" y="3166675"/>
                <a:ext cx="42175" cy="42175"/>
              </a:xfrm>
              <a:custGeom>
                <a:rect b="b" l="l" r="r" t="t"/>
                <a:pathLst>
                  <a:path extrusionOk="0" h="1687" w="1687">
                    <a:moveTo>
                      <a:pt x="1669" y="0"/>
                    </a:moveTo>
                    <a:lnTo>
                      <a:pt x="0" y="17"/>
                    </a:lnTo>
                    <a:lnTo>
                      <a:pt x="35" y="1687"/>
                    </a:lnTo>
                    <a:lnTo>
                      <a:pt x="1687" y="1652"/>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5" name="Google Shape;3775;p36"/>
              <p:cNvSpPr/>
              <p:nvPr/>
            </p:nvSpPr>
            <p:spPr>
              <a:xfrm>
                <a:off x="7076475" y="3124925"/>
                <a:ext cx="42175" cy="42175"/>
              </a:xfrm>
              <a:custGeom>
                <a:rect b="b" l="l" r="r" t="t"/>
                <a:pathLst>
                  <a:path extrusionOk="0" h="1687" w="1687">
                    <a:moveTo>
                      <a:pt x="1652" y="0"/>
                    </a:moveTo>
                    <a:lnTo>
                      <a:pt x="0" y="35"/>
                    </a:lnTo>
                    <a:lnTo>
                      <a:pt x="18"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6" name="Google Shape;3776;p36"/>
              <p:cNvSpPr/>
              <p:nvPr/>
            </p:nvSpPr>
            <p:spPr>
              <a:xfrm>
                <a:off x="7075575" y="3083625"/>
                <a:ext cx="42200" cy="42200"/>
              </a:xfrm>
              <a:custGeom>
                <a:rect b="b" l="l" r="r" t="t"/>
                <a:pathLst>
                  <a:path extrusionOk="0" h="1688" w="1688">
                    <a:moveTo>
                      <a:pt x="1652" y="1"/>
                    </a:moveTo>
                    <a:lnTo>
                      <a:pt x="1" y="36"/>
                    </a:lnTo>
                    <a:lnTo>
                      <a:pt x="36"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7" name="Google Shape;3777;p36"/>
              <p:cNvSpPr/>
              <p:nvPr/>
            </p:nvSpPr>
            <p:spPr>
              <a:xfrm>
                <a:off x="7074700" y="3042350"/>
                <a:ext cx="42200" cy="42175"/>
              </a:xfrm>
              <a:custGeom>
                <a:rect b="b" l="l" r="r" t="t"/>
                <a:pathLst>
                  <a:path extrusionOk="0" h="1687" w="1688">
                    <a:moveTo>
                      <a:pt x="1671" y="0"/>
                    </a:moveTo>
                    <a:lnTo>
                      <a:pt x="1" y="18"/>
                    </a:lnTo>
                    <a:lnTo>
                      <a:pt x="36" y="1687"/>
                    </a:lnTo>
                    <a:lnTo>
                      <a:pt x="1687"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8" name="Google Shape;3778;p36"/>
              <p:cNvSpPr/>
              <p:nvPr/>
            </p:nvSpPr>
            <p:spPr>
              <a:xfrm>
                <a:off x="7074275" y="3000625"/>
                <a:ext cx="42200" cy="42200"/>
              </a:xfrm>
              <a:custGeom>
                <a:rect b="b" l="l" r="r" t="t"/>
                <a:pathLst>
                  <a:path extrusionOk="0" h="1688" w="1688">
                    <a:moveTo>
                      <a:pt x="1652" y="1"/>
                    </a:moveTo>
                    <a:lnTo>
                      <a:pt x="1" y="36"/>
                    </a:lnTo>
                    <a:lnTo>
                      <a:pt x="18" y="1687"/>
                    </a:lnTo>
                    <a:lnTo>
                      <a:pt x="1688"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79" name="Google Shape;3779;p36"/>
              <p:cNvSpPr/>
              <p:nvPr/>
            </p:nvSpPr>
            <p:spPr>
              <a:xfrm>
                <a:off x="7073400" y="2959350"/>
                <a:ext cx="42200" cy="42175"/>
              </a:xfrm>
              <a:custGeom>
                <a:rect b="b" l="l" r="r" t="t"/>
                <a:pathLst>
                  <a:path extrusionOk="0" h="1687" w="1688">
                    <a:moveTo>
                      <a:pt x="1669" y="0"/>
                    </a:moveTo>
                    <a:lnTo>
                      <a:pt x="1" y="35"/>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0" name="Google Shape;3780;p36"/>
              <p:cNvSpPr/>
              <p:nvPr/>
            </p:nvSpPr>
            <p:spPr>
              <a:xfrm>
                <a:off x="7072950" y="2918050"/>
                <a:ext cx="42200" cy="42200"/>
              </a:xfrm>
              <a:custGeom>
                <a:rect b="b" l="l" r="r" t="t"/>
                <a:pathLst>
                  <a:path extrusionOk="0" h="1688" w="1688">
                    <a:moveTo>
                      <a:pt x="1652" y="1"/>
                    </a:moveTo>
                    <a:lnTo>
                      <a:pt x="0" y="17"/>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1" name="Google Shape;3781;p36"/>
              <p:cNvSpPr/>
              <p:nvPr/>
            </p:nvSpPr>
            <p:spPr>
              <a:xfrm>
                <a:off x="7072075" y="2876300"/>
                <a:ext cx="42200" cy="42200"/>
              </a:xfrm>
              <a:custGeom>
                <a:rect b="b" l="l" r="r" t="t"/>
                <a:pathLst>
                  <a:path extrusionOk="0" h="1688" w="1688">
                    <a:moveTo>
                      <a:pt x="1652" y="1"/>
                    </a:moveTo>
                    <a:lnTo>
                      <a:pt x="0" y="36"/>
                    </a:lnTo>
                    <a:lnTo>
                      <a:pt x="35" y="1687"/>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2" name="Google Shape;3782;p36"/>
              <p:cNvSpPr/>
              <p:nvPr/>
            </p:nvSpPr>
            <p:spPr>
              <a:xfrm>
                <a:off x="7071200" y="2835025"/>
                <a:ext cx="42175" cy="42175"/>
              </a:xfrm>
              <a:custGeom>
                <a:rect b="b" l="l" r="r" t="t"/>
                <a:pathLst>
                  <a:path extrusionOk="0" h="1687" w="1687">
                    <a:moveTo>
                      <a:pt x="1670" y="0"/>
                    </a:moveTo>
                    <a:lnTo>
                      <a:pt x="0" y="35"/>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3" name="Google Shape;3783;p36"/>
              <p:cNvSpPr/>
              <p:nvPr/>
            </p:nvSpPr>
            <p:spPr>
              <a:xfrm>
                <a:off x="7070775" y="2793725"/>
                <a:ext cx="42200" cy="42200"/>
              </a:xfrm>
              <a:custGeom>
                <a:rect b="b" l="l" r="r" t="t"/>
                <a:pathLst>
                  <a:path extrusionOk="0" h="1688" w="1688">
                    <a:moveTo>
                      <a:pt x="1652" y="1"/>
                    </a:moveTo>
                    <a:lnTo>
                      <a:pt x="0" y="19"/>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4" name="Google Shape;3784;p36"/>
              <p:cNvSpPr/>
              <p:nvPr/>
            </p:nvSpPr>
            <p:spPr>
              <a:xfrm>
                <a:off x="7069900" y="2752025"/>
                <a:ext cx="42175" cy="42175"/>
              </a:xfrm>
              <a:custGeom>
                <a:rect b="b" l="l" r="r" t="t"/>
                <a:pathLst>
                  <a:path extrusionOk="0" h="1687" w="1687">
                    <a:moveTo>
                      <a:pt x="1669" y="0"/>
                    </a:moveTo>
                    <a:lnTo>
                      <a:pt x="0" y="35"/>
                    </a:lnTo>
                    <a:lnTo>
                      <a:pt x="35" y="1687"/>
                    </a:lnTo>
                    <a:lnTo>
                      <a:pt x="1687" y="1669"/>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5" name="Google Shape;3785;p36"/>
              <p:cNvSpPr/>
              <p:nvPr/>
            </p:nvSpPr>
            <p:spPr>
              <a:xfrm>
                <a:off x="7036925" y="3250125"/>
                <a:ext cx="42200" cy="42200"/>
              </a:xfrm>
              <a:custGeom>
                <a:rect b="b" l="l" r="r" t="t"/>
                <a:pathLst>
                  <a:path extrusionOk="0" h="1688" w="1688">
                    <a:moveTo>
                      <a:pt x="1652" y="0"/>
                    </a:moveTo>
                    <a:lnTo>
                      <a:pt x="1" y="36"/>
                    </a:lnTo>
                    <a:lnTo>
                      <a:pt x="36" y="1687"/>
                    </a:lnTo>
                    <a:lnTo>
                      <a:pt x="1687" y="1669"/>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6" name="Google Shape;3786;p36"/>
              <p:cNvSpPr/>
              <p:nvPr/>
            </p:nvSpPr>
            <p:spPr>
              <a:xfrm>
                <a:off x="7036500" y="3208825"/>
                <a:ext cx="41750" cy="42200"/>
              </a:xfrm>
              <a:custGeom>
                <a:rect b="b" l="l" r="r" t="t"/>
                <a:pathLst>
                  <a:path extrusionOk="0" h="1688" w="1670">
                    <a:moveTo>
                      <a:pt x="1652" y="1"/>
                    </a:moveTo>
                    <a:lnTo>
                      <a:pt x="1" y="18"/>
                    </a:lnTo>
                    <a:lnTo>
                      <a:pt x="18" y="1688"/>
                    </a:lnTo>
                    <a:lnTo>
                      <a:pt x="1669"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7" name="Google Shape;3787;p36"/>
              <p:cNvSpPr/>
              <p:nvPr/>
            </p:nvSpPr>
            <p:spPr>
              <a:xfrm>
                <a:off x="7035625" y="3167075"/>
                <a:ext cx="42200" cy="42200"/>
              </a:xfrm>
              <a:custGeom>
                <a:rect b="b" l="l" r="r" t="t"/>
                <a:pathLst>
                  <a:path extrusionOk="0" h="1688" w="1688">
                    <a:moveTo>
                      <a:pt x="1652" y="1"/>
                    </a:moveTo>
                    <a:lnTo>
                      <a:pt x="1" y="36"/>
                    </a:lnTo>
                    <a:lnTo>
                      <a:pt x="36"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8" name="Google Shape;3788;p36"/>
              <p:cNvSpPr/>
              <p:nvPr/>
            </p:nvSpPr>
            <p:spPr>
              <a:xfrm>
                <a:off x="7034750" y="3125800"/>
                <a:ext cx="42200" cy="42200"/>
              </a:xfrm>
              <a:custGeom>
                <a:rect b="b" l="l" r="r" t="t"/>
                <a:pathLst>
                  <a:path extrusionOk="0" h="1688" w="1688">
                    <a:moveTo>
                      <a:pt x="1669" y="0"/>
                    </a:moveTo>
                    <a:lnTo>
                      <a:pt x="1" y="36"/>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89" name="Google Shape;3789;p36"/>
              <p:cNvSpPr/>
              <p:nvPr/>
            </p:nvSpPr>
            <p:spPr>
              <a:xfrm>
                <a:off x="7034300" y="3084500"/>
                <a:ext cx="42200" cy="42200"/>
              </a:xfrm>
              <a:custGeom>
                <a:rect b="b" l="l" r="r" t="t"/>
                <a:pathLst>
                  <a:path extrusionOk="0" h="1688" w="1688">
                    <a:moveTo>
                      <a:pt x="1652" y="1"/>
                    </a:moveTo>
                    <a:lnTo>
                      <a:pt x="0" y="19"/>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0" name="Google Shape;3790;p36"/>
              <p:cNvSpPr/>
              <p:nvPr/>
            </p:nvSpPr>
            <p:spPr>
              <a:xfrm>
                <a:off x="7033425" y="3042800"/>
                <a:ext cx="42175" cy="42200"/>
              </a:xfrm>
              <a:custGeom>
                <a:rect b="b" l="l" r="r" t="t"/>
                <a:pathLst>
                  <a:path extrusionOk="0" h="1688" w="1687">
                    <a:moveTo>
                      <a:pt x="1652" y="0"/>
                    </a:moveTo>
                    <a:lnTo>
                      <a:pt x="0" y="36"/>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1" name="Google Shape;3791;p36"/>
              <p:cNvSpPr/>
              <p:nvPr/>
            </p:nvSpPr>
            <p:spPr>
              <a:xfrm>
                <a:off x="7033000" y="3001500"/>
                <a:ext cx="41725" cy="42200"/>
              </a:xfrm>
              <a:custGeom>
                <a:rect b="b" l="l" r="r" t="t"/>
                <a:pathLst>
                  <a:path extrusionOk="0" h="1688" w="1669">
                    <a:moveTo>
                      <a:pt x="1652" y="1"/>
                    </a:moveTo>
                    <a:lnTo>
                      <a:pt x="0" y="36"/>
                    </a:lnTo>
                    <a:lnTo>
                      <a:pt x="17" y="1688"/>
                    </a:lnTo>
                    <a:lnTo>
                      <a:pt x="1669"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2" name="Google Shape;3792;p36"/>
              <p:cNvSpPr/>
              <p:nvPr/>
            </p:nvSpPr>
            <p:spPr>
              <a:xfrm>
                <a:off x="7032125" y="2960225"/>
                <a:ext cx="42175" cy="42200"/>
              </a:xfrm>
              <a:custGeom>
                <a:rect b="b" l="l" r="r" t="t"/>
                <a:pathLst>
                  <a:path extrusionOk="0" h="1688" w="1687">
                    <a:moveTo>
                      <a:pt x="1652" y="0"/>
                    </a:moveTo>
                    <a:lnTo>
                      <a:pt x="0" y="17"/>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3" name="Google Shape;3793;p36"/>
              <p:cNvSpPr/>
              <p:nvPr/>
            </p:nvSpPr>
            <p:spPr>
              <a:xfrm>
                <a:off x="7031250" y="2918475"/>
                <a:ext cx="42175" cy="42200"/>
              </a:xfrm>
              <a:custGeom>
                <a:rect b="b" l="l" r="r" t="t"/>
                <a:pathLst>
                  <a:path extrusionOk="0" h="1688" w="1687">
                    <a:moveTo>
                      <a:pt x="1668" y="0"/>
                    </a:moveTo>
                    <a:lnTo>
                      <a:pt x="0" y="36"/>
                    </a:lnTo>
                    <a:lnTo>
                      <a:pt x="35" y="1687"/>
                    </a:lnTo>
                    <a:lnTo>
                      <a:pt x="1687" y="1670"/>
                    </a:lnTo>
                    <a:lnTo>
                      <a:pt x="1668"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4" name="Google Shape;3794;p36"/>
              <p:cNvSpPr/>
              <p:nvPr/>
            </p:nvSpPr>
            <p:spPr>
              <a:xfrm>
                <a:off x="7030775" y="2877175"/>
                <a:ext cx="42200" cy="42200"/>
              </a:xfrm>
              <a:custGeom>
                <a:rect b="b" l="l" r="r" t="t"/>
                <a:pathLst>
                  <a:path extrusionOk="0" h="1688" w="1688">
                    <a:moveTo>
                      <a:pt x="1652" y="1"/>
                    </a:moveTo>
                    <a:lnTo>
                      <a:pt x="1" y="36"/>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5" name="Google Shape;3795;p36"/>
              <p:cNvSpPr/>
              <p:nvPr/>
            </p:nvSpPr>
            <p:spPr>
              <a:xfrm>
                <a:off x="7029900" y="2835900"/>
                <a:ext cx="42200" cy="42200"/>
              </a:xfrm>
              <a:custGeom>
                <a:rect b="b" l="l" r="r" t="t"/>
                <a:pathLst>
                  <a:path extrusionOk="0" h="1688" w="1688">
                    <a:moveTo>
                      <a:pt x="1652" y="0"/>
                    </a:moveTo>
                    <a:lnTo>
                      <a:pt x="1" y="19"/>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6" name="Google Shape;3796;p36"/>
              <p:cNvSpPr/>
              <p:nvPr/>
            </p:nvSpPr>
            <p:spPr>
              <a:xfrm>
                <a:off x="7029025" y="2794175"/>
                <a:ext cx="42200" cy="42200"/>
              </a:xfrm>
              <a:custGeom>
                <a:rect b="b" l="l" r="r" t="t"/>
                <a:pathLst>
                  <a:path extrusionOk="0" h="1688" w="1688">
                    <a:moveTo>
                      <a:pt x="1670" y="1"/>
                    </a:moveTo>
                    <a:lnTo>
                      <a:pt x="1" y="36"/>
                    </a:lnTo>
                    <a:lnTo>
                      <a:pt x="36" y="1688"/>
                    </a:lnTo>
                    <a:lnTo>
                      <a:pt x="1687" y="1669"/>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7" name="Google Shape;3797;p36"/>
              <p:cNvSpPr/>
              <p:nvPr/>
            </p:nvSpPr>
            <p:spPr>
              <a:xfrm>
                <a:off x="6996100" y="3292300"/>
                <a:ext cx="42200" cy="42175"/>
              </a:xfrm>
              <a:custGeom>
                <a:rect b="b" l="l" r="r" t="t"/>
                <a:pathLst>
                  <a:path extrusionOk="0" h="1687" w="1688">
                    <a:moveTo>
                      <a:pt x="1669" y="0"/>
                    </a:moveTo>
                    <a:lnTo>
                      <a:pt x="0" y="35"/>
                    </a:lnTo>
                    <a:lnTo>
                      <a:pt x="36" y="1687"/>
                    </a:lnTo>
                    <a:lnTo>
                      <a:pt x="1687" y="1652"/>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8" name="Google Shape;3798;p36"/>
              <p:cNvSpPr/>
              <p:nvPr/>
            </p:nvSpPr>
            <p:spPr>
              <a:xfrm>
                <a:off x="6995650" y="3251000"/>
                <a:ext cx="42175" cy="42200"/>
              </a:xfrm>
              <a:custGeom>
                <a:rect b="b" l="l" r="r" t="t"/>
                <a:pathLst>
                  <a:path extrusionOk="0" h="1688" w="1687">
                    <a:moveTo>
                      <a:pt x="1652" y="1"/>
                    </a:moveTo>
                    <a:lnTo>
                      <a:pt x="0" y="17"/>
                    </a:lnTo>
                    <a:lnTo>
                      <a:pt x="18"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799" name="Google Shape;3799;p36"/>
              <p:cNvSpPr/>
              <p:nvPr/>
            </p:nvSpPr>
            <p:spPr>
              <a:xfrm>
                <a:off x="6994775" y="3209250"/>
                <a:ext cx="42175" cy="42200"/>
              </a:xfrm>
              <a:custGeom>
                <a:rect b="b" l="l" r="r" t="t"/>
                <a:pathLst>
                  <a:path extrusionOk="0" h="1688" w="1687">
                    <a:moveTo>
                      <a:pt x="1670" y="1"/>
                    </a:moveTo>
                    <a:lnTo>
                      <a:pt x="0" y="36"/>
                    </a:lnTo>
                    <a:lnTo>
                      <a:pt x="35" y="1687"/>
                    </a:lnTo>
                    <a:lnTo>
                      <a:pt x="1687" y="1671"/>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0" name="Google Shape;3800;p36"/>
              <p:cNvSpPr/>
              <p:nvPr/>
            </p:nvSpPr>
            <p:spPr>
              <a:xfrm>
                <a:off x="6994350" y="3167975"/>
                <a:ext cx="42175" cy="42175"/>
              </a:xfrm>
              <a:custGeom>
                <a:rect b="b" l="l" r="r" t="t"/>
                <a:pathLst>
                  <a:path extrusionOk="0" h="1687" w="1687">
                    <a:moveTo>
                      <a:pt x="1652" y="0"/>
                    </a:moveTo>
                    <a:lnTo>
                      <a:pt x="0"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1" name="Google Shape;3801;p36"/>
              <p:cNvSpPr/>
              <p:nvPr/>
            </p:nvSpPr>
            <p:spPr>
              <a:xfrm>
                <a:off x="6993475" y="3126675"/>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2" name="Google Shape;3802;p36"/>
              <p:cNvSpPr/>
              <p:nvPr/>
            </p:nvSpPr>
            <p:spPr>
              <a:xfrm>
                <a:off x="6992575" y="3084975"/>
                <a:ext cx="42200" cy="42175"/>
              </a:xfrm>
              <a:custGeom>
                <a:rect b="b" l="l" r="r" t="t"/>
                <a:pathLst>
                  <a:path extrusionOk="0" h="1687" w="1688">
                    <a:moveTo>
                      <a:pt x="1669" y="0"/>
                    </a:moveTo>
                    <a:lnTo>
                      <a:pt x="1" y="35"/>
                    </a:lnTo>
                    <a:lnTo>
                      <a:pt x="36" y="1687"/>
                    </a:lnTo>
                    <a:lnTo>
                      <a:pt x="1688" y="1669"/>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3" name="Google Shape;3803;p36"/>
              <p:cNvSpPr/>
              <p:nvPr/>
            </p:nvSpPr>
            <p:spPr>
              <a:xfrm>
                <a:off x="6992125" y="3043675"/>
                <a:ext cx="42200" cy="42200"/>
              </a:xfrm>
              <a:custGeom>
                <a:rect b="b" l="l" r="r" t="t"/>
                <a:pathLst>
                  <a:path extrusionOk="0" h="1688" w="1688">
                    <a:moveTo>
                      <a:pt x="1652" y="1"/>
                    </a:moveTo>
                    <a:lnTo>
                      <a:pt x="1" y="36"/>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4" name="Google Shape;3804;p36"/>
              <p:cNvSpPr/>
              <p:nvPr/>
            </p:nvSpPr>
            <p:spPr>
              <a:xfrm>
                <a:off x="6991250" y="3002400"/>
                <a:ext cx="42200" cy="42175"/>
              </a:xfrm>
              <a:custGeom>
                <a:rect b="b" l="l" r="r" t="t"/>
                <a:pathLst>
                  <a:path extrusionOk="0" h="1687" w="1688">
                    <a:moveTo>
                      <a:pt x="1670" y="0"/>
                    </a:moveTo>
                    <a:lnTo>
                      <a:pt x="1" y="17"/>
                    </a:lnTo>
                    <a:lnTo>
                      <a:pt x="36"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5" name="Google Shape;3805;p36"/>
              <p:cNvSpPr/>
              <p:nvPr/>
            </p:nvSpPr>
            <p:spPr>
              <a:xfrm>
                <a:off x="6990825" y="2960650"/>
                <a:ext cx="42200" cy="42175"/>
              </a:xfrm>
              <a:custGeom>
                <a:rect b="b" l="l" r="r" t="t"/>
                <a:pathLst>
                  <a:path extrusionOk="0" h="1687" w="1688">
                    <a:moveTo>
                      <a:pt x="1652" y="0"/>
                    </a:moveTo>
                    <a:lnTo>
                      <a:pt x="1" y="35"/>
                    </a:lnTo>
                    <a:lnTo>
                      <a:pt x="18"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6" name="Google Shape;3806;p36"/>
              <p:cNvSpPr/>
              <p:nvPr/>
            </p:nvSpPr>
            <p:spPr>
              <a:xfrm>
                <a:off x="6989950" y="2919350"/>
                <a:ext cx="42200" cy="42200"/>
              </a:xfrm>
              <a:custGeom>
                <a:rect b="b" l="l" r="r" t="t"/>
                <a:pathLst>
                  <a:path extrusionOk="0" h="1688" w="1688">
                    <a:moveTo>
                      <a:pt x="1652" y="1"/>
                    </a:moveTo>
                    <a:lnTo>
                      <a:pt x="1" y="36"/>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7" name="Google Shape;3807;p36"/>
              <p:cNvSpPr/>
              <p:nvPr/>
            </p:nvSpPr>
            <p:spPr>
              <a:xfrm>
                <a:off x="6989075" y="2878075"/>
                <a:ext cx="42200" cy="42175"/>
              </a:xfrm>
              <a:custGeom>
                <a:rect b="b" l="l" r="r" t="t"/>
                <a:pathLst>
                  <a:path extrusionOk="0" h="1687" w="1688">
                    <a:moveTo>
                      <a:pt x="1669" y="0"/>
                    </a:moveTo>
                    <a:lnTo>
                      <a:pt x="0" y="18"/>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8" name="Google Shape;3808;p36"/>
              <p:cNvSpPr/>
              <p:nvPr/>
            </p:nvSpPr>
            <p:spPr>
              <a:xfrm>
                <a:off x="6988625" y="2836350"/>
                <a:ext cx="42175" cy="42200"/>
              </a:xfrm>
              <a:custGeom>
                <a:rect b="b" l="l" r="r" t="t"/>
                <a:pathLst>
                  <a:path extrusionOk="0" h="1688" w="1687">
                    <a:moveTo>
                      <a:pt x="1652" y="1"/>
                    </a:moveTo>
                    <a:lnTo>
                      <a:pt x="0" y="36"/>
                    </a:lnTo>
                    <a:lnTo>
                      <a:pt x="18"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09" name="Google Shape;3809;p36"/>
              <p:cNvSpPr/>
              <p:nvPr/>
            </p:nvSpPr>
            <p:spPr>
              <a:xfrm>
                <a:off x="6954800" y="3293175"/>
                <a:ext cx="42200" cy="42175"/>
              </a:xfrm>
              <a:custGeom>
                <a:rect b="b" l="l" r="r" t="t"/>
                <a:pathLst>
                  <a:path extrusionOk="0" h="1687" w="1688">
                    <a:moveTo>
                      <a:pt x="1652" y="0"/>
                    </a:moveTo>
                    <a:lnTo>
                      <a:pt x="1" y="17"/>
                    </a:lnTo>
                    <a:lnTo>
                      <a:pt x="36" y="1687"/>
                    </a:lnTo>
                    <a:lnTo>
                      <a:pt x="1688"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0" name="Google Shape;3810;p36"/>
              <p:cNvSpPr/>
              <p:nvPr/>
            </p:nvSpPr>
            <p:spPr>
              <a:xfrm>
                <a:off x="6953925" y="3251425"/>
                <a:ext cx="42200" cy="42200"/>
              </a:xfrm>
              <a:custGeom>
                <a:rect b="b" l="l" r="r" t="t"/>
                <a:pathLst>
                  <a:path extrusionOk="0" h="1688" w="1688">
                    <a:moveTo>
                      <a:pt x="1669" y="0"/>
                    </a:moveTo>
                    <a:lnTo>
                      <a:pt x="1" y="36"/>
                    </a:lnTo>
                    <a:lnTo>
                      <a:pt x="36"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1" name="Google Shape;3811;p36"/>
              <p:cNvSpPr/>
              <p:nvPr/>
            </p:nvSpPr>
            <p:spPr>
              <a:xfrm>
                <a:off x="6953475" y="3210125"/>
                <a:ext cx="42200" cy="42200"/>
              </a:xfrm>
              <a:custGeom>
                <a:rect b="b" l="l" r="r" t="t"/>
                <a:pathLst>
                  <a:path extrusionOk="0" h="1688" w="1688">
                    <a:moveTo>
                      <a:pt x="1652" y="1"/>
                    </a:moveTo>
                    <a:lnTo>
                      <a:pt x="0" y="36"/>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2" name="Google Shape;3812;p36"/>
              <p:cNvSpPr/>
              <p:nvPr/>
            </p:nvSpPr>
            <p:spPr>
              <a:xfrm>
                <a:off x="6952600" y="3168850"/>
                <a:ext cx="42200" cy="42175"/>
              </a:xfrm>
              <a:custGeom>
                <a:rect b="b" l="l" r="r" t="t"/>
                <a:pathLst>
                  <a:path extrusionOk="0" h="1687" w="1688">
                    <a:moveTo>
                      <a:pt x="1670" y="0"/>
                    </a:moveTo>
                    <a:lnTo>
                      <a:pt x="0" y="19"/>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3" name="Google Shape;3813;p36"/>
              <p:cNvSpPr/>
              <p:nvPr/>
            </p:nvSpPr>
            <p:spPr>
              <a:xfrm>
                <a:off x="6952175" y="3127125"/>
                <a:ext cx="42200" cy="42200"/>
              </a:xfrm>
              <a:custGeom>
                <a:rect b="b" l="l" r="r" t="t"/>
                <a:pathLst>
                  <a:path extrusionOk="0" h="1688" w="1688">
                    <a:moveTo>
                      <a:pt x="1652" y="1"/>
                    </a:moveTo>
                    <a:lnTo>
                      <a:pt x="0" y="36"/>
                    </a:lnTo>
                    <a:lnTo>
                      <a:pt x="17" y="1688"/>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4" name="Google Shape;3814;p36"/>
              <p:cNvSpPr/>
              <p:nvPr/>
            </p:nvSpPr>
            <p:spPr>
              <a:xfrm>
                <a:off x="6951300" y="3085850"/>
                <a:ext cx="42200" cy="42175"/>
              </a:xfrm>
              <a:custGeom>
                <a:rect b="b" l="l" r="r" t="t"/>
                <a:pathLst>
                  <a:path extrusionOk="0" h="1687" w="1688">
                    <a:moveTo>
                      <a:pt x="1652" y="0"/>
                    </a:moveTo>
                    <a:lnTo>
                      <a:pt x="0" y="35"/>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5" name="Google Shape;3815;p36"/>
              <p:cNvSpPr/>
              <p:nvPr/>
            </p:nvSpPr>
            <p:spPr>
              <a:xfrm>
                <a:off x="6950425" y="3044550"/>
                <a:ext cx="42175" cy="42200"/>
              </a:xfrm>
              <a:custGeom>
                <a:rect b="b" l="l" r="r" t="t"/>
                <a:pathLst>
                  <a:path extrusionOk="0" h="1688" w="1687">
                    <a:moveTo>
                      <a:pt x="1669" y="1"/>
                    </a:moveTo>
                    <a:lnTo>
                      <a:pt x="0" y="18"/>
                    </a:lnTo>
                    <a:lnTo>
                      <a:pt x="35"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6" name="Google Shape;3816;p36"/>
              <p:cNvSpPr/>
              <p:nvPr/>
            </p:nvSpPr>
            <p:spPr>
              <a:xfrm>
                <a:off x="6949950" y="3002800"/>
                <a:ext cx="42200" cy="42200"/>
              </a:xfrm>
              <a:custGeom>
                <a:rect b="b" l="l" r="r" t="t"/>
                <a:pathLst>
                  <a:path extrusionOk="0" h="1688" w="1688">
                    <a:moveTo>
                      <a:pt x="1653" y="1"/>
                    </a:moveTo>
                    <a:lnTo>
                      <a:pt x="1" y="36"/>
                    </a:lnTo>
                    <a:lnTo>
                      <a:pt x="19" y="1688"/>
                    </a:lnTo>
                    <a:lnTo>
                      <a:pt x="1688" y="1671"/>
                    </a:lnTo>
                    <a:lnTo>
                      <a:pt x="1653"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7" name="Google Shape;3817;p36"/>
              <p:cNvSpPr/>
              <p:nvPr/>
            </p:nvSpPr>
            <p:spPr>
              <a:xfrm>
                <a:off x="6949075" y="2961525"/>
                <a:ext cx="42200" cy="42200"/>
              </a:xfrm>
              <a:custGeom>
                <a:rect b="b" l="l" r="r" t="t"/>
                <a:pathLst>
                  <a:path extrusionOk="0" h="1688" w="1688">
                    <a:moveTo>
                      <a:pt x="1671" y="0"/>
                    </a:moveTo>
                    <a:lnTo>
                      <a:pt x="1" y="19"/>
                    </a:lnTo>
                    <a:lnTo>
                      <a:pt x="36" y="1687"/>
                    </a:lnTo>
                    <a:lnTo>
                      <a:pt x="1688"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8" name="Google Shape;3818;p36"/>
              <p:cNvSpPr/>
              <p:nvPr/>
            </p:nvSpPr>
            <p:spPr>
              <a:xfrm>
                <a:off x="6948650" y="2920225"/>
                <a:ext cx="42200" cy="41775"/>
              </a:xfrm>
              <a:custGeom>
                <a:rect b="b" l="l" r="r" t="t"/>
                <a:pathLst>
                  <a:path extrusionOk="0" h="1671" w="1688">
                    <a:moveTo>
                      <a:pt x="1653" y="1"/>
                    </a:moveTo>
                    <a:lnTo>
                      <a:pt x="1" y="19"/>
                    </a:lnTo>
                    <a:lnTo>
                      <a:pt x="18" y="1671"/>
                    </a:lnTo>
                    <a:lnTo>
                      <a:pt x="1688" y="1652"/>
                    </a:lnTo>
                    <a:lnTo>
                      <a:pt x="1653"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19" name="Google Shape;3819;p36"/>
              <p:cNvSpPr/>
              <p:nvPr/>
            </p:nvSpPr>
            <p:spPr>
              <a:xfrm>
                <a:off x="6947775" y="2878525"/>
                <a:ext cx="42200" cy="42200"/>
              </a:xfrm>
              <a:custGeom>
                <a:rect b="b" l="l" r="r" t="t"/>
                <a:pathLst>
                  <a:path extrusionOk="0" h="1688" w="1688">
                    <a:moveTo>
                      <a:pt x="1652" y="0"/>
                    </a:moveTo>
                    <a:lnTo>
                      <a:pt x="1" y="35"/>
                    </a:lnTo>
                    <a:lnTo>
                      <a:pt x="36" y="1687"/>
                    </a:lnTo>
                    <a:lnTo>
                      <a:pt x="1688"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0" name="Google Shape;3820;p36"/>
              <p:cNvSpPr/>
              <p:nvPr/>
            </p:nvSpPr>
            <p:spPr>
              <a:xfrm>
                <a:off x="6946900" y="2837225"/>
                <a:ext cx="42200" cy="42200"/>
              </a:xfrm>
              <a:custGeom>
                <a:rect b="b" l="l" r="r" t="t"/>
                <a:pathLst>
                  <a:path extrusionOk="0" h="1688" w="1688">
                    <a:moveTo>
                      <a:pt x="1669" y="1"/>
                    </a:moveTo>
                    <a:lnTo>
                      <a:pt x="1" y="18"/>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1" name="Google Shape;3821;p36"/>
              <p:cNvSpPr/>
              <p:nvPr/>
            </p:nvSpPr>
            <p:spPr>
              <a:xfrm>
                <a:off x="6912650" y="3252300"/>
                <a:ext cx="42175" cy="42200"/>
              </a:xfrm>
              <a:custGeom>
                <a:rect b="b" l="l" r="r" t="t"/>
                <a:pathLst>
                  <a:path extrusionOk="0" h="1688" w="1687">
                    <a:moveTo>
                      <a:pt x="1652" y="1"/>
                    </a:moveTo>
                    <a:lnTo>
                      <a:pt x="0" y="36"/>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2" name="Google Shape;3822;p36"/>
              <p:cNvSpPr/>
              <p:nvPr/>
            </p:nvSpPr>
            <p:spPr>
              <a:xfrm>
                <a:off x="6911775" y="3211000"/>
                <a:ext cx="42175" cy="42200"/>
              </a:xfrm>
              <a:custGeom>
                <a:rect b="b" l="l" r="r" t="t"/>
                <a:pathLst>
                  <a:path extrusionOk="0" h="1688" w="1687">
                    <a:moveTo>
                      <a:pt x="1668" y="1"/>
                    </a:moveTo>
                    <a:lnTo>
                      <a:pt x="0" y="19"/>
                    </a:lnTo>
                    <a:lnTo>
                      <a:pt x="35" y="1688"/>
                    </a:lnTo>
                    <a:lnTo>
                      <a:pt x="1687" y="1653"/>
                    </a:lnTo>
                    <a:lnTo>
                      <a:pt x="1668"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3" name="Google Shape;3823;p36"/>
              <p:cNvSpPr/>
              <p:nvPr/>
            </p:nvSpPr>
            <p:spPr>
              <a:xfrm>
                <a:off x="6911300" y="3169300"/>
                <a:ext cx="42200" cy="42200"/>
              </a:xfrm>
              <a:custGeom>
                <a:rect b="b" l="l" r="r" t="t"/>
                <a:pathLst>
                  <a:path extrusionOk="0" h="1688" w="1688">
                    <a:moveTo>
                      <a:pt x="1652" y="1"/>
                    </a:moveTo>
                    <a:lnTo>
                      <a:pt x="1" y="36"/>
                    </a:lnTo>
                    <a:lnTo>
                      <a:pt x="19"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4" name="Google Shape;3824;p36"/>
              <p:cNvSpPr/>
              <p:nvPr/>
            </p:nvSpPr>
            <p:spPr>
              <a:xfrm>
                <a:off x="6910425" y="3128000"/>
                <a:ext cx="42200" cy="42200"/>
              </a:xfrm>
              <a:custGeom>
                <a:rect b="b" l="l" r="r" t="t"/>
                <a:pathLst>
                  <a:path extrusionOk="0" h="1688" w="1688">
                    <a:moveTo>
                      <a:pt x="1670" y="1"/>
                    </a:moveTo>
                    <a:lnTo>
                      <a:pt x="1" y="36"/>
                    </a:lnTo>
                    <a:lnTo>
                      <a:pt x="36" y="1688"/>
                    </a:lnTo>
                    <a:lnTo>
                      <a:pt x="1687" y="1653"/>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5" name="Google Shape;3825;p36"/>
              <p:cNvSpPr/>
              <p:nvPr/>
            </p:nvSpPr>
            <p:spPr>
              <a:xfrm>
                <a:off x="6910000" y="3086725"/>
                <a:ext cx="42200" cy="42200"/>
              </a:xfrm>
              <a:custGeom>
                <a:rect b="b" l="l" r="r" t="t"/>
                <a:pathLst>
                  <a:path extrusionOk="0" h="1688" w="1688">
                    <a:moveTo>
                      <a:pt x="1652" y="0"/>
                    </a:moveTo>
                    <a:lnTo>
                      <a:pt x="1" y="17"/>
                    </a:lnTo>
                    <a:lnTo>
                      <a:pt x="18"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6" name="Google Shape;3826;p36"/>
              <p:cNvSpPr/>
              <p:nvPr/>
            </p:nvSpPr>
            <p:spPr>
              <a:xfrm>
                <a:off x="6909125" y="3044975"/>
                <a:ext cx="42200" cy="42200"/>
              </a:xfrm>
              <a:custGeom>
                <a:rect b="b" l="l" r="r" t="t"/>
                <a:pathLst>
                  <a:path extrusionOk="0" h="1688" w="1688">
                    <a:moveTo>
                      <a:pt x="1652" y="1"/>
                    </a:moveTo>
                    <a:lnTo>
                      <a:pt x="1" y="36"/>
                    </a:lnTo>
                    <a:lnTo>
                      <a:pt x="36"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7" name="Google Shape;3827;p36"/>
              <p:cNvSpPr/>
              <p:nvPr/>
            </p:nvSpPr>
            <p:spPr>
              <a:xfrm>
                <a:off x="6908250" y="3003700"/>
                <a:ext cx="42200" cy="42175"/>
              </a:xfrm>
              <a:custGeom>
                <a:rect b="b" l="l" r="r" t="t"/>
                <a:pathLst>
                  <a:path extrusionOk="0" h="1687" w="1688">
                    <a:moveTo>
                      <a:pt x="1669" y="0"/>
                    </a:moveTo>
                    <a:lnTo>
                      <a:pt x="1" y="18"/>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8" name="Google Shape;3828;p36"/>
              <p:cNvSpPr/>
              <p:nvPr/>
            </p:nvSpPr>
            <p:spPr>
              <a:xfrm>
                <a:off x="6907800" y="2961975"/>
                <a:ext cx="42175" cy="42200"/>
              </a:xfrm>
              <a:custGeom>
                <a:rect b="b" l="l" r="r" t="t"/>
                <a:pathLst>
                  <a:path extrusionOk="0" h="1688" w="1687">
                    <a:moveTo>
                      <a:pt x="1652" y="1"/>
                    </a:moveTo>
                    <a:lnTo>
                      <a:pt x="0" y="36"/>
                    </a:lnTo>
                    <a:lnTo>
                      <a:pt x="19"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29" name="Google Shape;3829;p36"/>
              <p:cNvSpPr/>
              <p:nvPr/>
            </p:nvSpPr>
            <p:spPr>
              <a:xfrm>
                <a:off x="6906925" y="2920700"/>
                <a:ext cx="42175" cy="42175"/>
              </a:xfrm>
              <a:custGeom>
                <a:rect b="b" l="l" r="r" t="t"/>
                <a:pathLst>
                  <a:path extrusionOk="0" h="1687" w="1687">
                    <a:moveTo>
                      <a:pt x="1670" y="0"/>
                    </a:moveTo>
                    <a:lnTo>
                      <a:pt x="0" y="35"/>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0" name="Google Shape;3830;p36"/>
              <p:cNvSpPr/>
              <p:nvPr/>
            </p:nvSpPr>
            <p:spPr>
              <a:xfrm>
                <a:off x="6906500" y="2879400"/>
                <a:ext cx="42175" cy="42200"/>
              </a:xfrm>
              <a:custGeom>
                <a:rect b="b" l="l" r="r" t="t"/>
                <a:pathLst>
                  <a:path extrusionOk="0" h="1688" w="1687">
                    <a:moveTo>
                      <a:pt x="1652" y="0"/>
                    </a:moveTo>
                    <a:lnTo>
                      <a:pt x="0" y="17"/>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1" name="Google Shape;3831;p36"/>
              <p:cNvSpPr/>
              <p:nvPr/>
            </p:nvSpPr>
            <p:spPr>
              <a:xfrm>
                <a:off x="6905625" y="2837650"/>
                <a:ext cx="42175" cy="42200"/>
              </a:xfrm>
              <a:custGeom>
                <a:rect b="b" l="l" r="r" t="t"/>
                <a:pathLst>
                  <a:path extrusionOk="0" h="1688" w="1687">
                    <a:moveTo>
                      <a:pt x="1652" y="1"/>
                    </a:moveTo>
                    <a:lnTo>
                      <a:pt x="0" y="36"/>
                    </a:lnTo>
                    <a:lnTo>
                      <a:pt x="35"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2" name="Google Shape;3832;p36"/>
              <p:cNvSpPr/>
              <p:nvPr/>
            </p:nvSpPr>
            <p:spPr>
              <a:xfrm>
                <a:off x="6904725" y="2796375"/>
                <a:ext cx="42200" cy="42175"/>
              </a:xfrm>
              <a:custGeom>
                <a:rect b="b" l="l" r="r" t="t"/>
                <a:pathLst>
                  <a:path extrusionOk="0" h="1687" w="1688">
                    <a:moveTo>
                      <a:pt x="1669" y="0"/>
                    </a:moveTo>
                    <a:lnTo>
                      <a:pt x="1" y="35"/>
                    </a:lnTo>
                    <a:lnTo>
                      <a:pt x="36" y="1687"/>
                    </a:lnTo>
                    <a:lnTo>
                      <a:pt x="1688"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3" name="Google Shape;3833;p36"/>
              <p:cNvSpPr/>
              <p:nvPr/>
            </p:nvSpPr>
            <p:spPr>
              <a:xfrm>
                <a:off x="6870475" y="3211475"/>
                <a:ext cx="42200" cy="42175"/>
              </a:xfrm>
              <a:custGeom>
                <a:rect b="b" l="l" r="r" t="t"/>
                <a:pathLst>
                  <a:path extrusionOk="0" h="1687" w="1688">
                    <a:moveTo>
                      <a:pt x="1652" y="0"/>
                    </a:moveTo>
                    <a:lnTo>
                      <a:pt x="1" y="35"/>
                    </a:lnTo>
                    <a:lnTo>
                      <a:pt x="36"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4" name="Google Shape;3834;p36"/>
              <p:cNvSpPr/>
              <p:nvPr/>
            </p:nvSpPr>
            <p:spPr>
              <a:xfrm>
                <a:off x="6869600" y="3170175"/>
                <a:ext cx="42200" cy="42200"/>
              </a:xfrm>
              <a:custGeom>
                <a:rect b="b" l="l" r="r" t="t"/>
                <a:pathLst>
                  <a:path extrusionOk="0" h="1688" w="1688">
                    <a:moveTo>
                      <a:pt x="1669" y="1"/>
                    </a:moveTo>
                    <a:lnTo>
                      <a:pt x="0" y="18"/>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5" name="Google Shape;3835;p36"/>
              <p:cNvSpPr/>
              <p:nvPr/>
            </p:nvSpPr>
            <p:spPr>
              <a:xfrm>
                <a:off x="6869150" y="3128900"/>
                <a:ext cx="42175" cy="41725"/>
              </a:xfrm>
              <a:custGeom>
                <a:rect b="b" l="l" r="r" t="t"/>
                <a:pathLst>
                  <a:path extrusionOk="0" h="1669" w="1687">
                    <a:moveTo>
                      <a:pt x="1652" y="0"/>
                    </a:moveTo>
                    <a:lnTo>
                      <a:pt x="0" y="17"/>
                    </a:lnTo>
                    <a:lnTo>
                      <a:pt x="18" y="1669"/>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6" name="Google Shape;3836;p36"/>
              <p:cNvSpPr/>
              <p:nvPr/>
            </p:nvSpPr>
            <p:spPr>
              <a:xfrm>
                <a:off x="6868250" y="3087150"/>
                <a:ext cx="42200" cy="42175"/>
              </a:xfrm>
              <a:custGeom>
                <a:rect b="b" l="l" r="r" t="t"/>
                <a:pathLst>
                  <a:path extrusionOk="0" h="1687" w="1688">
                    <a:moveTo>
                      <a:pt x="1671" y="0"/>
                    </a:moveTo>
                    <a:lnTo>
                      <a:pt x="1" y="35"/>
                    </a:lnTo>
                    <a:lnTo>
                      <a:pt x="36" y="1687"/>
                    </a:lnTo>
                    <a:lnTo>
                      <a:pt x="1688" y="1670"/>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7" name="Google Shape;3837;p36"/>
              <p:cNvSpPr/>
              <p:nvPr/>
            </p:nvSpPr>
            <p:spPr>
              <a:xfrm>
                <a:off x="6867850" y="3045850"/>
                <a:ext cx="42175" cy="42200"/>
              </a:xfrm>
              <a:custGeom>
                <a:rect b="b" l="l" r="r" t="t"/>
                <a:pathLst>
                  <a:path extrusionOk="0" h="1688" w="1687">
                    <a:moveTo>
                      <a:pt x="1652" y="1"/>
                    </a:moveTo>
                    <a:lnTo>
                      <a:pt x="0" y="19"/>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8" name="Google Shape;3838;p36"/>
              <p:cNvSpPr/>
              <p:nvPr/>
            </p:nvSpPr>
            <p:spPr>
              <a:xfrm>
                <a:off x="6866950" y="3004150"/>
                <a:ext cx="42200" cy="42175"/>
              </a:xfrm>
              <a:custGeom>
                <a:rect b="b" l="l" r="r" t="t"/>
                <a:pathLst>
                  <a:path extrusionOk="0" h="1687" w="1688">
                    <a:moveTo>
                      <a:pt x="1653" y="0"/>
                    </a:moveTo>
                    <a:lnTo>
                      <a:pt x="1" y="35"/>
                    </a:lnTo>
                    <a:lnTo>
                      <a:pt x="36" y="1687"/>
                    </a:lnTo>
                    <a:lnTo>
                      <a:pt x="1688" y="1669"/>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39" name="Google Shape;3839;p36"/>
              <p:cNvSpPr/>
              <p:nvPr/>
            </p:nvSpPr>
            <p:spPr>
              <a:xfrm>
                <a:off x="6866075" y="2962850"/>
                <a:ext cx="42200" cy="42200"/>
              </a:xfrm>
              <a:custGeom>
                <a:rect b="b" l="l" r="r" t="t"/>
                <a:pathLst>
                  <a:path extrusionOk="0" h="1688" w="1688">
                    <a:moveTo>
                      <a:pt x="1669" y="1"/>
                    </a:moveTo>
                    <a:lnTo>
                      <a:pt x="1" y="36"/>
                    </a:lnTo>
                    <a:lnTo>
                      <a:pt x="36" y="1687"/>
                    </a:lnTo>
                    <a:lnTo>
                      <a:pt x="1688"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0" name="Google Shape;3840;p36"/>
              <p:cNvSpPr/>
              <p:nvPr/>
            </p:nvSpPr>
            <p:spPr>
              <a:xfrm>
                <a:off x="6865625" y="2921575"/>
                <a:ext cx="42200" cy="42175"/>
              </a:xfrm>
              <a:custGeom>
                <a:rect b="b" l="l" r="r" t="t"/>
                <a:pathLst>
                  <a:path extrusionOk="0" h="1687" w="1688">
                    <a:moveTo>
                      <a:pt x="1652" y="0"/>
                    </a:moveTo>
                    <a:lnTo>
                      <a:pt x="1" y="17"/>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1" name="Google Shape;3841;p36"/>
              <p:cNvSpPr/>
              <p:nvPr/>
            </p:nvSpPr>
            <p:spPr>
              <a:xfrm>
                <a:off x="6864750" y="2879825"/>
                <a:ext cx="42200" cy="42200"/>
              </a:xfrm>
              <a:custGeom>
                <a:rect b="b" l="l" r="r" t="t"/>
                <a:pathLst>
                  <a:path extrusionOk="0" h="1688" w="1688">
                    <a:moveTo>
                      <a:pt x="1670" y="0"/>
                    </a:moveTo>
                    <a:lnTo>
                      <a:pt x="0" y="35"/>
                    </a:lnTo>
                    <a:lnTo>
                      <a:pt x="36" y="1687"/>
                    </a:lnTo>
                    <a:lnTo>
                      <a:pt x="1687" y="1670"/>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2" name="Google Shape;3842;p36"/>
              <p:cNvSpPr/>
              <p:nvPr/>
            </p:nvSpPr>
            <p:spPr>
              <a:xfrm>
                <a:off x="6864325" y="2838525"/>
                <a:ext cx="42200" cy="42200"/>
              </a:xfrm>
              <a:custGeom>
                <a:rect b="b" l="l" r="r" t="t"/>
                <a:pathLst>
                  <a:path extrusionOk="0" h="1688" w="1688">
                    <a:moveTo>
                      <a:pt x="1652" y="1"/>
                    </a:moveTo>
                    <a:lnTo>
                      <a:pt x="1" y="36"/>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3" name="Google Shape;3843;p36"/>
              <p:cNvSpPr/>
              <p:nvPr/>
            </p:nvSpPr>
            <p:spPr>
              <a:xfrm>
                <a:off x="6863450" y="2797250"/>
                <a:ext cx="42200" cy="42175"/>
              </a:xfrm>
              <a:custGeom>
                <a:rect b="b" l="l" r="r" t="t"/>
                <a:pathLst>
                  <a:path extrusionOk="0" h="1687" w="1688">
                    <a:moveTo>
                      <a:pt x="1652" y="0"/>
                    </a:moveTo>
                    <a:lnTo>
                      <a:pt x="0" y="18"/>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4" name="Google Shape;3844;p36"/>
              <p:cNvSpPr/>
              <p:nvPr/>
            </p:nvSpPr>
            <p:spPr>
              <a:xfrm>
                <a:off x="6862575" y="2755525"/>
                <a:ext cx="42175" cy="42200"/>
              </a:xfrm>
              <a:custGeom>
                <a:rect b="b" l="l" r="r" t="t"/>
                <a:pathLst>
                  <a:path extrusionOk="0" h="1688" w="1687">
                    <a:moveTo>
                      <a:pt x="1669" y="1"/>
                    </a:moveTo>
                    <a:lnTo>
                      <a:pt x="0" y="36"/>
                    </a:lnTo>
                    <a:lnTo>
                      <a:pt x="35" y="1687"/>
                    </a:lnTo>
                    <a:lnTo>
                      <a:pt x="1687"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5" name="Google Shape;3845;p36"/>
              <p:cNvSpPr/>
              <p:nvPr/>
            </p:nvSpPr>
            <p:spPr>
              <a:xfrm>
                <a:off x="6828300" y="3170600"/>
                <a:ext cx="42200" cy="42200"/>
              </a:xfrm>
              <a:custGeom>
                <a:rect b="b" l="l" r="r" t="t"/>
                <a:pathLst>
                  <a:path extrusionOk="0" h="1688" w="1688">
                    <a:moveTo>
                      <a:pt x="1652" y="1"/>
                    </a:moveTo>
                    <a:lnTo>
                      <a:pt x="1" y="36"/>
                    </a:lnTo>
                    <a:lnTo>
                      <a:pt x="36" y="1687"/>
                    </a:lnTo>
                    <a:lnTo>
                      <a:pt x="1688"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6" name="Google Shape;3846;p36"/>
              <p:cNvSpPr/>
              <p:nvPr/>
            </p:nvSpPr>
            <p:spPr>
              <a:xfrm>
                <a:off x="6827850" y="3129300"/>
                <a:ext cx="41775" cy="42200"/>
              </a:xfrm>
              <a:custGeom>
                <a:rect b="b" l="l" r="r" t="t"/>
                <a:pathLst>
                  <a:path extrusionOk="0" h="1688" w="1671">
                    <a:moveTo>
                      <a:pt x="1652" y="1"/>
                    </a:moveTo>
                    <a:lnTo>
                      <a:pt x="1" y="36"/>
                    </a:lnTo>
                    <a:lnTo>
                      <a:pt x="19" y="1688"/>
                    </a:lnTo>
                    <a:lnTo>
                      <a:pt x="1670"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7" name="Google Shape;3847;p36"/>
              <p:cNvSpPr/>
              <p:nvPr/>
            </p:nvSpPr>
            <p:spPr>
              <a:xfrm>
                <a:off x="6826975" y="3088025"/>
                <a:ext cx="42200" cy="42200"/>
              </a:xfrm>
              <a:custGeom>
                <a:rect b="b" l="l" r="r" t="t"/>
                <a:pathLst>
                  <a:path extrusionOk="0" h="1688" w="1688">
                    <a:moveTo>
                      <a:pt x="1652" y="0"/>
                    </a:moveTo>
                    <a:lnTo>
                      <a:pt x="0" y="19"/>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8" name="Google Shape;3848;p36"/>
              <p:cNvSpPr/>
              <p:nvPr/>
            </p:nvSpPr>
            <p:spPr>
              <a:xfrm>
                <a:off x="6826100" y="3046325"/>
                <a:ext cx="42175" cy="42175"/>
              </a:xfrm>
              <a:custGeom>
                <a:rect b="b" l="l" r="r" t="t"/>
                <a:pathLst>
                  <a:path extrusionOk="0" h="1687" w="1687">
                    <a:moveTo>
                      <a:pt x="1670" y="0"/>
                    </a:moveTo>
                    <a:lnTo>
                      <a:pt x="0" y="35"/>
                    </a:lnTo>
                    <a:lnTo>
                      <a:pt x="35" y="1687"/>
                    </a:lnTo>
                    <a:lnTo>
                      <a:pt x="1687" y="1668"/>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49" name="Google Shape;3849;p36"/>
              <p:cNvSpPr/>
              <p:nvPr/>
            </p:nvSpPr>
            <p:spPr>
              <a:xfrm>
                <a:off x="6825675" y="3005025"/>
                <a:ext cx="42200" cy="42200"/>
              </a:xfrm>
              <a:custGeom>
                <a:rect b="b" l="l" r="r" t="t"/>
                <a:pathLst>
                  <a:path extrusionOk="0" h="1688" w="1688">
                    <a:moveTo>
                      <a:pt x="1652" y="0"/>
                    </a:moveTo>
                    <a:lnTo>
                      <a:pt x="0" y="36"/>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0" name="Google Shape;3850;p36"/>
              <p:cNvSpPr/>
              <p:nvPr/>
            </p:nvSpPr>
            <p:spPr>
              <a:xfrm>
                <a:off x="6824800" y="2963725"/>
                <a:ext cx="42175" cy="42200"/>
              </a:xfrm>
              <a:custGeom>
                <a:rect b="b" l="l" r="r" t="t"/>
                <a:pathLst>
                  <a:path extrusionOk="0" h="1688" w="1687">
                    <a:moveTo>
                      <a:pt x="1652" y="1"/>
                    </a:moveTo>
                    <a:lnTo>
                      <a:pt x="0" y="18"/>
                    </a:lnTo>
                    <a:lnTo>
                      <a:pt x="35"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1" name="Google Shape;3851;p36"/>
              <p:cNvSpPr/>
              <p:nvPr/>
            </p:nvSpPr>
            <p:spPr>
              <a:xfrm>
                <a:off x="6824325" y="2922000"/>
                <a:ext cx="41775" cy="42175"/>
              </a:xfrm>
              <a:custGeom>
                <a:rect b="b" l="l" r="r" t="t"/>
                <a:pathLst>
                  <a:path extrusionOk="0" h="1687" w="1671">
                    <a:moveTo>
                      <a:pt x="1653" y="0"/>
                    </a:moveTo>
                    <a:lnTo>
                      <a:pt x="1" y="35"/>
                    </a:lnTo>
                    <a:lnTo>
                      <a:pt x="19" y="1687"/>
                    </a:lnTo>
                    <a:lnTo>
                      <a:pt x="1671" y="1670"/>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2" name="Google Shape;3852;p36"/>
              <p:cNvSpPr/>
              <p:nvPr/>
            </p:nvSpPr>
            <p:spPr>
              <a:xfrm>
                <a:off x="6823450" y="2880700"/>
                <a:ext cx="42200" cy="42200"/>
              </a:xfrm>
              <a:custGeom>
                <a:rect b="b" l="l" r="r" t="t"/>
                <a:pathLst>
                  <a:path extrusionOk="0" h="1688" w="1688">
                    <a:moveTo>
                      <a:pt x="1652" y="0"/>
                    </a:moveTo>
                    <a:lnTo>
                      <a:pt x="1" y="36"/>
                    </a:lnTo>
                    <a:lnTo>
                      <a:pt x="36"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3" name="Google Shape;3853;p36"/>
              <p:cNvSpPr/>
              <p:nvPr/>
            </p:nvSpPr>
            <p:spPr>
              <a:xfrm>
                <a:off x="6822575" y="2839400"/>
                <a:ext cx="42200" cy="42200"/>
              </a:xfrm>
              <a:custGeom>
                <a:rect b="b" l="l" r="r" t="t"/>
                <a:pathLst>
                  <a:path extrusionOk="0" h="1688" w="1688">
                    <a:moveTo>
                      <a:pt x="1671" y="1"/>
                    </a:moveTo>
                    <a:lnTo>
                      <a:pt x="1" y="19"/>
                    </a:lnTo>
                    <a:lnTo>
                      <a:pt x="36" y="1688"/>
                    </a:lnTo>
                    <a:lnTo>
                      <a:pt x="1687"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4" name="Google Shape;3854;p36"/>
              <p:cNvSpPr/>
              <p:nvPr/>
            </p:nvSpPr>
            <p:spPr>
              <a:xfrm>
                <a:off x="6822150" y="2797700"/>
                <a:ext cx="42200" cy="42200"/>
              </a:xfrm>
              <a:custGeom>
                <a:rect b="b" l="l" r="r" t="t"/>
                <a:pathLst>
                  <a:path extrusionOk="0" h="1688" w="1688">
                    <a:moveTo>
                      <a:pt x="1652" y="0"/>
                    </a:moveTo>
                    <a:lnTo>
                      <a:pt x="1" y="36"/>
                    </a:lnTo>
                    <a:lnTo>
                      <a:pt x="18" y="1687"/>
                    </a:lnTo>
                    <a:lnTo>
                      <a:pt x="1688"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5" name="Google Shape;3855;p36"/>
              <p:cNvSpPr/>
              <p:nvPr/>
            </p:nvSpPr>
            <p:spPr>
              <a:xfrm>
                <a:off x="6821275" y="2756400"/>
                <a:ext cx="42200" cy="42200"/>
              </a:xfrm>
              <a:custGeom>
                <a:rect b="b" l="l" r="r" t="t"/>
                <a:pathLst>
                  <a:path extrusionOk="0" h="1688" w="1688">
                    <a:moveTo>
                      <a:pt x="1652" y="1"/>
                    </a:moveTo>
                    <a:lnTo>
                      <a:pt x="1" y="18"/>
                    </a:lnTo>
                    <a:lnTo>
                      <a:pt x="36"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6" name="Google Shape;3856;p36"/>
              <p:cNvSpPr/>
              <p:nvPr/>
            </p:nvSpPr>
            <p:spPr>
              <a:xfrm>
                <a:off x="6820400" y="2715125"/>
                <a:ext cx="42200" cy="41725"/>
              </a:xfrm>
              <a:custGeom>
                <a:rect b="b" l="l" r="r" t="t"/>
                <a:pathLst>
                  <a:path extrusionOk="0" h="1669" w="1688">
                    <a:moveTo>
                      <a:pt x="1669" y="0"/>
                    </a:moveTo>
                    <a:lnTo>
                      <a:pt x="1" y="17"/>
                    </a:lnTo>
                    <a:lnTo>
                      <a:pt x="36" y="1669"/>
                    </a:lnTo>
                    <a:lnTo>
                      <a:pt x="1687" y="1652"/>
                    </a:lnTo>
                    <a:lnTo>
                      <a:pt x="1669"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7" name="Google Shape;3857;p36"/>
              <p:cNvSpPr/>
              <p:nvPr/>
            </p:nvSpPr>
            <p:spPr>
              <a:xfrm>
                <a:off x="6786150" y="3130200"/>
                <a:ext cx="42175" cy="42175"/>
              </a:xfrm>
              <a:custGeom>
                <a:rect b="b" l="l" r="r" t="t"/>
                <a:pathLst>
                  <a:path extrusionOk="0" h="1687" w="1687">
                    <a:moveTo>
                      <a:pt x="1669" y="0"/>
                    </a:moveTo>
                    <a:lnTo>
                      <a:pt x="0" y="18"/>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8" name="Google Shape;3858;p36"/>
              <p:cNvSpPr/>
              <p:nvPr/>
            </p:nvSpPr>
            <p:spPr>
              <a:xfrm>
                <a:off x="6785675" y="3088475"/>
                <a:ext cx="42200" cy="42200"/>
              </a:xfrm>
              <a:custGeom>
                <a:rect b="b" l="l" r="r" t="t"/>
                <a:pathLst>
                  <a:path extrusionOk="0" h="1688" w="1688">
                    <a:moveTo>
                      <a:pt x="1652" y="1"/>
                    </a:moveTo>
                    <a:lnTo>
                      <a:pt x="1" y="36"/>
                    </a:lnTo>
                    <a:lnTo>
                      <a:pt x="19" y="1687"/>
                    </a:lnTo>
                    <a:lnTo>
                      <a:pt x="1688"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59" name="Google Shape;3859;p36"/>
              <p:cNvSpPr/>
              <p:nvPr/>
            </p:nvSpPr>
            <p:spPr>
              <a:xfrm>
                <a:off x="6784800" y="3047200"/>
                <a:ext cx="42200" cy="42175"/>
              </a:xfrm>
              <a:custGeom>
                <a:rect b="b" l="l" r="r" t="t"/>
                <a:pathLst>
                  <a:path extrusionOk="0" h="1687" w="1688">
                    <a:moveTo>
                      <a:pt x="1652" y="0"/>
                    </a:moveTo>
                    <a:lnTo>
                      <a:pt x="1" y="35"/>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0" name="Google Shape;3860;p36"/>
              <p:cNvSpPr/>
              <p:nvPr/>
            </p:nvSpPr>
            <p:spPr>
              <a:xfrm>
                <a:off x="6783925" y="3005900"/>
                <a:ext cx="42200" cy="42200"/>
              </a:xfrm>
              <a:custGeom>
                <a:rect b="b" l="l" r="r" t="t"/>
                <a:pathLst>
                  <a:path extrusionOk="0" h="1688" w="1688">
                    <a:moveTo>
                      <a:pt x="1670" y="1"/>
                    </a:moveTo>
                    <a:lnTo>
                      <a:pt x="1" y="17"/>
                    </a:lnTo>
                    <a:lnTo>
                      <a:pt x="36"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1" name="Google Shape;3861;p36"/>
              <p:cNvSpPr/>
              <p:nvPr/>
            </p:nvSpPr>
            <p:spPr>
              <a:xfrm>
                <a:off x="6783500" y="2964150"/>
                <a:ext cx="42200" cy="42200"/>
              </a:xfrm>
              <a:custGeom>
                <a:rect b="b" l="l" r="r" t="t"/>
                <a:pathLst>
                  <a:path extrusionOk="0" h="1688" w="1688">
                    <a:moveTo>
                      <a:pt x="1652" y="1"/>
                    </a:moveTo>
                    <a:lnTo>
                      <a:pt x="1" y="36"/>
                    </a:lnTo>
                    <a:lnTo>
                      <a:pt x="18" y="1687"/>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2" name="Google Shape;3862;p36"/>
              <p:cNvSpPr/>
              <p:nvPr/>
            </p:nvSpPr>
            <p:spPr>
              <a:xfrm>
                <a:off x="6782625" y="2922875"/>
                <a:ext cx="42200" cy="42175"/>
              </a:xfrm>
              <a:custGeom>
                <a:rect b="b" l="l" r="r" t="t"/>
                <a:pathLst>
                  <a:path extrusionOk="0" h="1687" w="1688">
                    <a:moveTo>
                      <a:pt x="1669" y="0"/>
                    </a:moveTo>
                    <a:lnTo>
                      <a:pt x="1" y="35"/>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3" name="Google Shape;3863;p36"/>
              <p:cNvSpPr/>
              <p:nvPr/>
            </p:nvSpPr>
            <p:spPr>
              <a:xfrm>
                <a:off x="6782175" y="2881575"/>
                <a:ext cx="42175" cy="42200"/>
              </a:xfrm>
              <a:custGeom>
                <a:rect b="b" l="l" r="r" t="t"/>
                <a:pathLst>
                  <a:path extrusionOk="0" h="1688" w="1687">
                    <a:moveTo>
                      <a:pt x="1652" y="1"/>
                    </a:moveTo>
                    <a:lnTo>
                      <a:pt x="0" y="19"/>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4" name="Google Shape;3864;p36"/>
              <p:cNvSpPr/>
              <p:nvPr/>
            </p:nvSpPr>
            <p:spPr>
              <a:xfrm>
                <a:off x="6781300" y="2839875"/>
                <a:ext cx="42175" cy="42175"/>
              </a:xfrm>
              <a:custGeom>
                <a:rect b="b" l="l" r="r" t="t"/>
                <a:pathLst>
                  <a:path extrusionOk="0" h="1687" w="1687">
                    <a:moveTo>
                      <a:pt x="1652" y="0"/>
                    </a:moveTo>
                    <a:lnTo>
                      <a:pt x="0" y="35"/>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5" name="Google Shape;3865;p36"/>
              <p:cNvSpPr/>
              <p:nvPr/>
            </p:nvSpPr>
            <p:spPr>
              <a:xfrm>
                <a:off x="6780400" y="2798575"/>
                <a:ext cx="42200" cy="42200"/>
              </a:xfrm>
              <a:custGeom>
                <a:rect b="b" l="l" r="r" t="t"/>
                <a:pathLst>
                  <a:path extrusionOk="0" h="1688" w="1688">
                    <a:moveTo>
                      <a:pt x="1671" y="1"/>
                    </a:moveTo>
                    <a:lnTo>
                      <a:pt x="1" y="18"/>
                    </a:lnTo>
                    <a:lnTo>
                      <a:pt x="36" y="1687"/>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6" name="Google Shape;3866;p36"/>
              <p:cNvSpPr/>
              <p:nvPr/>
            </p:nvSpPr>
            <p:spPr>
              <a:xfrm>
                <a:off x="6780000" y="2756825"/>
                <a:ext cx="42175" cy="42200"/>
              </a:xfrm>
              <a:custGeom>
                <a:rect b="b" l="l" r="r" t="t"/>
                <a:pathLst>
                  <a:path extrusionOk="0" h="1688" w="1687">
                    <a:moveTo>
                      <a:pt x="1652" y="1"/>
                    </a:moveTo>
                    <a:lnTo>
                      <a:pt x="0" y="36"/>
                    </a:lnTo>
                    <a:lnTo>
                      <a:pt x="17"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7" name="Google Shape;3867;p36"/>
              <p:cNvSpPr/>
              <p:nvPr/>
            </p:nvSpPr>
            <p:spPr>
              <a:xfrm>
                <a:off x="6779100" y="2715550"/>
                <a:ext cx="42200" cy="42175"/>
              </a:xfrm>
              <a:custGeom>
                <a:rect b="b" l="l" r="r" t="t"/>
                <a:pathLst>
                  <a:path extrusionOk="0" h="1687" w="1688">
                    <a:moveTo>
                      <a:pt x="1653" y="0"/>
                    </a:moveTo>
                    <a:lnTo>
                      <a:pt x="1" y="35"/>
                    </a:lnTo>
                    <a:lnTo>
                      <a:pt x="36" y="1687"/>
                    </a:lnTo>
                    <a:lnTo>
                      <a:pt x="1688" y="1652"/>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8" name="Google Shape;3868;p36"/>
              <p:cNvSpPr/>
              <p:nvPr/>
            </p:nvSpPr>
            <p:spPr>
              <a:xfrm>
                <a:off x="6778650" y="2674250"/>
                <a:ext cx="41775" cy="42200"/>
              </a:xfrm>
              <a:custGeom>
                <a:rect b="b" l="l" r="r" t="t"/>
                <a:pathLst>
                  <a:path extrusionOk="0" h="1688" w="1671">
                    <a:moveTo>
                      <a:pt x="1652" y="1"/>
                    </a:moveTo>
                    <a:lnTo>
                      <a:pt x="1" y="19"/>
                    </a:lnTo>
                    <a:lnTo>
                      <a:pt x="19" y="1687"/>
                    </a:lnTo>
                    <a:lnTo>
                      <a:pt x="1671" y="1652"/>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69" name="Google Shape;3869;p36"/>
              <p:cNvSpPr/>
              <p:nvPr/>
            </p:nvSpPr>
            <p:spPr>
              <a:xfrm>
                <a:off x="6743975" y="3089350"/>
                <a:ext cx="42200" cy="42200"/>
              </a:xfrm>
              <a:custGeom>
                <a:rect b="b" l="l" r="r" t="t"/>
                <a:pathLst>
                  <a:path extrusionOk="0" h="1688" w="1688">
                    <a:moveTo>
                      <a:pt x="1669" y="1"/>
                    </a:moveTo>
                    <a:lnTo>
                      <a:pt x="0" y="36"/>
                    </a:lnTo>
                    <a:lnTo>
                      <a:pt x="36" y="1688"/>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0" name="Google Shape;3870;p36"/>
              <p:cNvSpPr/>
              <p:nvPr/>
            </p:nvSpPr>
            <p:spPr>
              <a:xfrm>
                <a:off x="6743525" y="3048075"/>
                <a:ext cx="42175" cy="42175"/>
              </a:xfrm>
              <a:custGeom>
                <a:rect b="b" l="l" r="r" t="t"/>
                <a:pathLst>
                  <a:path extrusionOk="0" h="1687" w="1687">
                    <a:moveTo>
                      <a:pt x="1652" y="0"/>
                    </a:moveTo>
                    <a:lnTo>
                      <a:pt x="0" y="17"/>
                    </a:lnTo>
                    <a:lnTo>
                      <a:pt x="18"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1" name="Google Shape;3871;p36"/>
              <p:cNvSpPr/>
              <p:nvPr/>
            </p:nvSpPr>
            <p:spPr>
              <a:xfrm>
                <a:off x="6742625" y="3006325"/>
                <a:ext cx="42200" cy="42200"/>
              </a:xfrm>
              <a:custGeom>
                <a:rect b="b" l="l" r="r" t="t"/>
                <a:pathLst>
                  <a:path extrusionOk="0" h="1688" w="1688">
                    <a:moveTo>
                      <a:pt x="1653" y="0"/>
                    </a:moveTo>
                    <a:lnTo>
                      <a:pt x="1" y="36"/>
                    </a:lnTo>
                    <a:lnTo>
                      <a:pt x="36" y="1687"/>
                    </a:lnTo>
                    <a:lnTo>
                      <a:pt x="1688" y="1670"/>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2" name="Google Shape;3872;p36"/>
              <p:cNvSpPr/>
              <p:nvPr/>
            </p:nvSpPr>
            <p:spPr>
              <a:xfrm>
                <a:off x="6741750" y="2965025"/>
                <a:ext cx="42200" cy="42200"/>
              </a:xfrm>
              <a:custGeom>
                <a:rect b="b" l="l" r="r" t="t"/>
                <a:pathLst>
                  <a:path extrusionOk="0" h="1688" w="1688">
                    <a:moveTo>
                      <a:pt x="1671" y="1"/>
                    </a:moveTo>
                    <a:lnTo>
                      <a:pt x="1" y="19"/>
                    </a:lnTo>
                    <a:lnTo>
                      <a:pt x="36" y="1688"/>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3" name="Google Shape;3873;p36"/>
              <p:cNvSpPr/>
              <p:nvPr/>
            </p:nvSpPr>
            <p:spPr>
              <a:xfrm>
                <a:off x="6741325" y="2923750"/>
                <a:ext cx="42200" cy="41775"/>
              </a:xfrm>
              <a:custGeom>
                <a:rect b="b" l="l" r="r" t="t"/>
                <a:pathLst>
                  <a:path extrusionOk="0" h="1671" w="1688">
                    <a:moveTo>
                      <a:pt x="1653" y="0"/>
                    </a:moveTo>
                    <a:lnTo>
                      <a:pt x="1" y="19"/>
                    </a:lnTo>
                    <a:lnTo>
                      <a:pt x="18" y="1670"/>
                    </a:lnTo>
                    <a:lnTo>
                      <a:pt x="1688" y="1652"/>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4" name="Google Shape;3874;p36"/>
              <p:cNvSpPr/>
              <p:nvPr/>
            </p:nvSpPr>
            <p:spPr>
              <a:xfrm>
                <a:off x="6740450" y="2882025"/>
                <a:ext cx="42200" cy="42200"/>
              </a:xfrm>
              <a:custGeom>
                <a:rect b="b" l="l" r="r" t="t"/>
                <a:pathLst>
                  <a:path extrusionOk="0" h="1688" w="1688">
                    <a:moveTo>
                      <a:pt x="1669" y="1"/>
                    </a:moveTo>
                    <a:lnTo>
                      <a:pt x="1" y="36"/>
                    </a:lnTo>
                    <a:lnTo>
                      <a:pt x="36" y="1688"/>
                    </a:lnTo>
                    <a:lnTo>
                      <a:pt x="1688"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5" name="Google Shape;3875;p36"/>
              <p:cNvSpPr/>
              <p:nvPr/>
            </p:nvSpPr>
            <p:spPr>
              <a:xfrm>
                <a:off x="6740000" y="2840750"/>
                <a:ext cx="42200" cy="42200"/>
              </a:xfrm>
              <a:custGeom>
                <a:rect b="b" l="l" r="r" t="t"/>
                <a:pathLst>
                  <a:path extrusionOk="0" h="1688" w="1688">
                    <a:moveTo>
                      <a:pt x="1652" y="0"/>
                    </a:moveTo>
                    <a:lnTo>
                      <a:pt x="1" y="17"/>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6" name="Google Shape;3876;p36"/>
              <p:cNvSpPr/>
              <p:nvPr/>
            </p:nvSpPr>
            <p:spPr>
              <a:xfrm>
                <a:off x="6739125" y="2799000"/>
                <a:ext cx="42200" cy="42200"/>
              </a:xfrm>
              <a:custGeom>
                <a:rect b="b" l="l" r="r" t="t"/>
                <a:pathLst>
                  <a:path extrusionOk="0" h="1688" w="1688">
                    <a:moveTo>
                      <a:pt x="1652" y="1"/>
                    </a:moveTo>
                    <a:lnTo>
                      <a:pt x="0" y="36"/>
                    </a:lnTo>
                    <a:lnTo>
                      <a:pt x="36"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7" name="Google Shape;3877;p36"/>
              <p:cNvSpPr/>
              <p:nvPr/>
            </p:nvSpPr>
            <p:spPr>
              <a:xfrm>
                <a:off x="6738250" y="2757700"/>
                <a:ext cx="42175" cy="42200"/>
              </a:xfrm>
              <a:custGeom>
                <a:rect b="b" l="l" r="r" t="t"/>
                <a:pathLst>
                  <a:path extrusionOk="0" h="1688" w="1687">
                    <a:moveTo>
                      <a:pt x="1670" y="1"/>
                    </a:moveTo>
                    <a:lnTo>
                      <a:pt x="0" y="36"/>
                    </a:lnTo>
                    <a:lnTo>
                      <a:pt x="35" y="1688"/>
                    </a:lnTo>
                    <a:lnTo>
                      <a:pt x="1687" y="1653"/>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8" name="Google Shape;3878;p36"/>
              <p:cNvSpPr/>
              <p:nvPr/>
            </p:nvSpPr>
            <p:spPr>
              <a:xfrm>
                <a:off x="6737825" y="2716425"/>
                <a:ext cx="42200" cy="42200"/>
              </a:xfrm>
              <a:custGeom>
                <a:rect b="b" l="l" r="r" t="t"/>
                <a:pathLst>
                  <a:path extrusionOk="0" h="1688" w="1688">
                    <a:moveTo>
                      <a:pt x="1652" y="0"/>
                    </a:moveTo>
                    <a:lnTo>
                      <a:pt x="0" y="19"/>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79" name="Google Shape;3879;p36"/>
              <p:cNvSpPr/>
              <p:nvPr/>
            </p:nvSpPr>
            <p:spPr>
              <a:xfrm>
                <a:off x="6736950" y="2674700"/>
                <a:ext cx="42175" cy="42200"/>
              </a:xfrm>
              <a:custGeom>
                <a:rect b="b" l="l" r="r" t="t"/>
                <a:pathLst>
                  <a:path extrusionOk="0" h="1688" w="1687">
                    <a:moveTo>
                      <a:pt x="1669" y="1"/>
                    </a:moveTo>
                    <a:lnTo>
                      <a:pt x="0" y="36"/>
                    </a:lnTo>
                    <a:lnTo>
                      <a:pt x="35" y="1688"/>
                    </a:lnTo>
                    <a:lnTo>
                      <a:pt x="1687" y="1669"/>
                    </a:lnTo>
                    <a:lnTo>
                      <a:pt x="1669"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0" name="Google Shape;3880;p36"/>
              <p:cNvSpPr/>
              <p:nvPr/>
            </p:nvSpPr>
            <p:spPr>
              <a:xfrm>
                <a:off x="6701800" y="3048500"/>
                <a:ext cx="42200" cy="42175"/>
              </a:xfrm>
              <a:custGeom>
                <a:rect b="b" l="l" r="r" t="t"/>
                <a:pathLst>
                  <a:path extrusionOk="0" h="1687" w="1688">
                    <a:moveTo>
                      <a:pt x="1669" y="0"/>
                    </a:moveTo>
                    <a:lnTo>
                      <a:pt x="1" y="35"/>
                    </a:lnTo>
                    <a:lnTo>
                      <a:pt x="36"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1" name="Google Shape;3881;p36"/>
              <p:cNvSpPr/>
              <p:nvPr/>
            </p:nvSpPr>
            <p:spPr>
              <a:xfrm>
                <a:off x="6701350" y="3007200"/>
                <a:ext cx="42200" cy="42200"/>
              </a:xfrm>
              <a:custGeom>
                <a:rect b="b" l="l" r="r" t="t"/>
                <a:pathLst>
                  <a:path extrusionOk="0" h="1688" w="1688">
                    <a:moveTo>
                      <a:pt x="1652" y="1"/>
                    </a:moveTo>
                    <a:lnTo>
                      <a:pt x="0" y="19"/>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2" name="Google Shape;3882;p36"/>
              <p:cNvSpPr/>
              <p:nvPr/>
            </p:nvSpPr>
            <p:spPr>
              <a:xfrm>
                <a:off x="6700475" y="2965500"/>
                <a:ext cx="42175" cy="42175"/>
              </a:xfrm>
              <a:custGeom>
                <a:rect b="b" l="l" r="r" t="t"/>
                <a:pathLst>
                  <a:path extrusionOk="0" h="1687" w="1687">
                    <a:moveTo>
                      <a:pt x="1652" y="0"/>
                    </a:moveTo>
                    <a:lnTo>
                      <a:pt x="0" y="35"/>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3" name="Google Shape;3883;p36"/>
              <p:cNvSpPr/>
              <p:nvPr/>
            </p:nvSpPr>
            <p:spPr>
              <a:xfrm>
                <a:off x="6699600" y="2924200"/>
                <a:ext cx="42175" cy="42200"/>
              </a:xfrm>
              <a:custGeom>
                <a:rect b="b" l="l" r="r" t="t"/>
                <a:pathLst>
                  <a:path extrusionOk="0" h="1688" w="1687">
                    <a:moveTo>
                      <a:pt x="1670" y="1"/>
                    </a:moveTo>
                    <a:lnTo>
                      <a:pt x="0" y="36"/>
                    </a:lnTo>
                    <a:lnTo>
                      <a:pt x="35"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4" name="Google Shape;3884;p36"/>
              <p:cNvSpPr/>
              <p:nvPr/>
            </p:nvSpPr>
            <p:spPr>
              <a:xfrm>
                <a:off x="6699175" y="2882925"/>
                <a:ext cx="42175" cy="42175"/>
              </a:xfrm>
              <a:custGeom>
                <a:rect b="b" l="l" r="r" t="t"/>
                <a:pathLst>
                  <a:path extrusionOk="0" h="1687" w="1687">
                    <a:moveTo>
                      <a:pt x="1652" y="0"/>
                    </a:moveTo>
                    <a:lnTo>
                      <a:pt x="0" y="17"/>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5" name="Google Shape;3885;p36"/>
              <p:cNvSpPr/>
              <p:nvPr/>
            </p:nvSpPr>
            <p:spPr>
              <a:xfrm>
                <a:off x="6698300" y="2841175"/>
                <a:ext cx="42175" cy="42175"/>
              </a:xfrm>
              <a:custGeom>
                <a:rect b="b" l="l" r="r" t="t"/>
                <a:pathLst>
                  <a:path extrusionOk="0" h="1687" w="1687">
                    <a:moveTo>
                      <a:pt x="1669" y="0"/>
                    </a:moveTo>
                    <a:lnTo>
                      <a:pt x="0" y="35"/>
                    </a:lnTo>
                    <a:lnTo>
                      <a:pt x="35"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6" name="Google Shape;3886;p36"/>
              <p:cNvSpPr/>
              <p:nvPr/>
            </p:nvSpPr>
            <p:spPr>
              <a:xfrm>
                <a:off x="6697825" y="2799875"/>
                <a:ext cx="42200" cy="42200"/>
              </a:xfrm>
              <a:custGeom>
                <a:rect b="b" l="l" r="r" t="t"/>
                <a:pathLst>
                  <a:path extrusionOk="0" h="1688" w="1688">
                    <a:moveTo>
                      <a:pt x="1652" y="1"/>
                    </a:moveTo>
                    <a:lnTo>
                      <a:pt x="1" y="36"/>
                    </a:lnTo>
                    <a:lnTo>
                      <a:pt x="19"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7" name="Google Shape;3887;p36"/>
              <p:cNvSpPr/>
              <p:nvPr/>
            </p:nvSpPr>
            <p:spPr>
              <a:xfrm>
                <a:off x="6696950" y="2758600"/>
                <a:ext cx="42200" cy="42175"/>
              </a:xfrm>
              <a:custGeom>
                <a:rect b="b" l="l" r="r" t="t"/>
                <a:pathLst>
                  <a:path extrusionOk="0" h="1687" w="1688">
                    <a:moveTo>
                      <a:pt x="1652" y="0"/>
                    </a:moveTo>
                    <a:lnTo>
                      <a:pt x="1" y="18"/>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8" name="Google Shape;3888;p36"/>
              <p:cNvSpPr/>
              <p:nvPr/>
            </p:nvSpPr>
            <p:spPr>
              <a:xfrm>
                <a:off x="6696075" y="2716875"/>
                <a:ext cx="42200" cy="42200"/>
              </a:xfrm>
              <a:custGeom>
                <a:rect b="b" l="l" r="r" t="t"/>
                <a:pathLst>
                  <a:path extrusionOk="0" h="1688" w="1688">
                    <a:moveTo>
                      <a:pt x="1670" y="1"/>
                    </a:moveTo>
                    <a:lnTo>
                      <a:pt x="1" y="36"/>
                    </a:lnTo>
                    <a:lnTo>
                      <a:pt x="36" y="1687"/>
                    </a:lnTo>
                    <a:lnTo>
                      <a:pt x="1687" y="1669"/>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89" name="Google Shape;3889;p36"/>
              <p:cNvSpPr/>
              <p:nvPr/>
            </p:nvSpPr>
            <p:spPr>
              <a:xfrm>
                <a:off x="6695650" y="2675600"/>
                <a:ext cx="42200" cy="42175"/>
              </a:xfrm>
              <a:custGeom>
                <a:rect b="b" l="l" r="r" t="t"/>
                <a:pathLst>
                  <a:path extrusionOk="0" h="1687" w="1688">
                    <a:moveTo>
                      <a:pt x="1652" y="0"/>
                    </a:moveTo>
                    <a:lnTo>
                      <a:pt x="1" y="35"/>
                    </a:lnTo>
                    <a:lnTo>
                      <a:pt x="18" y="1687"/>
                    </a:lnTo>
                    <a:lnTo>
                      <a:pt x="1687"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0" name="Google Shape;3890;p36"/>
              <p:cNvSpPr/>
              <p:nvPr/>
            </p:nvSpPr>
            <p:spPr>
              <a:xfrm>
                <a:off x="6659625" y="3007650"/>
                <a:ext cx="42200" cy="42200"/>
              </a:xfrm>
              <a:custGeom>
                <a:rect b="b" l="l" r="r" t="t"/>
                <a:pathLst>
                  <a:path extrusionOk="0" h="1688" w="1688">
                    <a:moveTo>
                      <a:pt x="1669" y="1"/>
                    </a:moveTo>
                    <a:lnTo>
                      <a:pt x="1" y="36"/>
                    </a:lnTo>
                    <a:lnTo>
                      <a:pt x="36" y="1688"/>
                    </a:lnTo>
                    <a:lnTo>
                      <a:pt x="1688"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1" name="Google Shape;3891;p36"/>
              <p:cNvSpPr/>
              <p:nvPr/>
            </p:nvSpPr>
            <p:spPr>
              <a:xfrm>
                <a:off x="6659175" y="2966375"/>
                <a:ext cx="42200" cy="42175"/>
              </a:xfrm>
              <a:custGeom>
                <a:rect b="b" l="l" r="r" t="t"/>
                <a:pathLst>
                  <a:path extrusionOk="0" h="1687" w="1688">
                    <a:moveTo>
                      <a:pt x="1652" y="0"/>
                    </a:moveTo>
                    <a:lnTo>
                      <a:pt x="1" y="35"/>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2" name="Google Shape;3892;p36"/>
              <p:cNvSpPr/>
              <p:nvPr/>
            </p:nvSpPr>
            <p:spPr>
              <a:xfrm>
                <a:off x="6658300" y="2925075"/>
                <a:ext cx="42200" cy="42200"/>
              </a:xfrm>
              <a:custGeom>
                <a:rect b="b" l="l" r="r" t="t"/>
                <a:pathLst>
                  <a:path extrusionOk="0" h="1688" w="1688">
                    <a:moveTo>
                      <a:pt x="1652" y="1"/>
                    </a:moveTo>
                    <a:lnTo>
                      <a:pt x="1" y="18"/>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3" name="Google Shape;3893;p36"/>
              <p:cNvSpPr/>
              <p:nvPr/>
            </p:nvSpPr>
            <p:spPr>
              <a:xfrm>
                <a:off x="6657425" y="2883325"/>
                <a:ext cx="42200" cy="42200"/>
              </a:xfrm>
              <a:custGeom>
                <a:rect b="b" l="l" r="r" t="t"/>
                <a:pathLst>
                  <a:path extrusionOk="0" h="1688" w="1688">
                    <a:moveTo>
                      <a:pt x="1670" y="1"/>
                    </a:moveTo>
                    <a:lnTo>
                      <a:pt x="0" y="36"/>
                    </a:lnTo>
                    <a:lnTo>
                      <a:pt x="36" y="1688"/>
                    </a:lnTo>
                    <a:lnTo>
                      <a:pt x="1687" y="1671"/>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4" name="Google Shape;3894;p36"/>
              <p:cNvSpPr/>
              <p:nvPr/>
            </p:nvSpPr>
            <p:spPr>
              <a:xfrm>
                <a:off x="6657000" y="2842050"/>
                <a:ext cx="42200" cy="42200"/>
              </a:xfrm>
              <a:custGeom>
                <a:rect b="b" l="l" r="r" t="t"/>
                <a:pathLst>
                  <a:path extrusionOk="0" h="1688" w="1688">
                    <a:moveTo>
                      <a:pt x="1652" y="0"/>
                    </a:moveTo>
                    <a:lnTo>
                      <a:pt x="1"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5" name="Google Shape;3895;p36"/>
              <p:cNvSpPr/>
              <p:nvPr/>
            </p:nvSpPr>
            <p:spPr>
              <a:xfrm>
                <a:off x="6656125" y="2800750"/>
                <a:ext cx="42200" cy="42200"/>
              </a:xfrm>
              <a:custGeom>
                <a:rect b="b" l="l" r="r" t="t"/>
                <a:pathLst>
                  <a:path extrusionOk="0" h="1688" w="1688">
                    <a:moveTo>
                      <a:pt x="1669" y="1"/>
                    </a:moveTo>
                    <a:lnTo>
                      <a:pt x="0" y="19"/>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6" name="Google Shape;3896;p36"/>
              <p:cNvSpPr/>
              <p:nvPr/>
            </p:nvSpPr>
            <p:spPr>
              <a:xfrm>
                <a:off x="6655675" y="2759050"/>
                <a:ext cx="42175" cy="42200"/>
              </a:xfrm>
              <a:custGeom>
                <a:rect b="b" l="l" r="r" t="t"/>
                <a:pathLst>
                  <a:path extrusionOk="0" h="1688" w="1687">
                    <a:moveTo>
                      <a:pt x="1652" y="0"/>
                    </a:moveTo>
                    <a:lnTo>
                      <a:pt x="0" y="35"/>
                    </a:lnTo>
                    <a:lnTo>
                      <a:pt x="18"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7" name="Google Shape;3897;p36"/>
              <p:cNvSpPr/>
              <p:nvPr/>
            </p:nvSpPr>
            <p:spPr>
              <a:xfrm>
                <a:off x="6654800" y="2717750"/>
                <a:ext cx="42175" cy="42200"/>
              </a:xfrm>
              <a:custGeom>
                <a:rect b="b" l="l" r="r" t="t"/>
                <a:pathLst>
                  <a:path extrusionOk="0" h="1688" w="1687">
                    <a:moveTo>
                      <a:pt x="1652" y="1"/>
                    </a:moveTo>
                    <a:lnTo>
                      <a:pt x="0" y="36"/>
                    </a:lnTo>
                    <a:lnTo>
                      <a:pt x="35" y="1687"/>
                    </a:lnTo>
                    <a:lnTo>
                      <a:pt x="1687" y="1652"/>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8" name="Google Shape;3898;p36"/>
              <p:cNvSpPr/>
              <p:nvPr/>
            </p:nvSpPr>
            <p:spPr>
              <a:xfrm>
                <a:off x="6617475" y="2967250"/>
                <a:ext cx="42175" cy="42200"/>
              </a:xfrm>
              <a:custGeom>
                <a:rect b="b" l="l" r="r" t="t"/>
                <a:pathLst>
                  <a:path extrusionOk="0" h="1688" w="1687">
                    <a:moveTo>
                      <a:pt x="1669" y="0"/>
                    </a:moveTo>
                    <a:lnTo>
                      <a:pt x="0" y="17"/>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899" name="Google Shape;3899;p36"/>
              <p:cNvSpPr/>
              <p:nvPr/>
            </p:nvSpPr>
            <p:spPr>
              <a:xfrm>
                <a:off x="6617025" y="2925500"/>
                <a:ext cx="42175" cy="42200"/>
              </a:xfrm>
              <a:custGeom>
                <a:rect b="b" l="l" r="r" t="t"/>
                <a:pathLst>
                  <a:path extrusionOk="0" h="1688" w="1687">
                    <a:moveTo>
                      <a:pt x="1652" y="1"/>
                    </a:moveTo>
                    <a:lnTo>
                      <a:pt x="0" y="36"/>
                    </a:lnTo>
                    <a:lnTo>
                      <a:pt x="18"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0" name="Google Shape;3900;p36"/>
              <p:cNvSpPr/>
              <p:nvPr/>
            </p:nvSpPr>
            <p:spPr>
              <a:xfrm>
                <a:off x="6616125" y="2884225"/>
                <a:ext cx="42200" cy="42175"/>
              </a:xfrm>
              <a:custGeom>
                <a:rect b="b" l="l" r="r" t="t"/>
                <a:pathLst>
                  <a:path extrusionOk="0" h="1687" w="1688">
                    <a:moveTo>
                      <a:pt x="1652" y="0"/>
                    </a:moveTo>
                    <a:lnTo>
                      <a:pt x="1" y="35"/>
                    </a:lnTo>
                    <a:lnTo>
                      <a:pt x="36"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1" name="Google Shape;3901;p36"/>
              <p:cNvSpPr/>
              <p:nvPr/>
            </p:nvSpPr>
            <p:spPr>
              <a:xfrm>
                <a:off x="6615250" y="2842925"/>
                <a:ext cx="42200" cy="42200"/>
              </a:xfrm>
              <a:custGeom>
                <a:rect b="b" l="l" r="r" t="t"/>
                <a:pathLst>
                  <a:path extrusionOk="0" h="1688" w="1688">
                    <a:moveTo>
                      <a:pt x="1671" y="0"/>
                    </a:moveTo>
                    <a:lnTo>
                      <a:pt x="1" y="19"/>
                    </a:lnTo>
                    <a:lnTo>
                      <a:pt x="36" y="1687"/>
                    </a:lnTo>
                    <a:lnTo>
                      <a:pt x="1687"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2" name="Google Shape;3902;p36"/>
              <p:cNvSpPr/>
              <p:nvPr/>
            </p:nvSpPr>
            <p:spPr>
              <a:xfrm>
                <a:off x="6614825" y="2801225"/>
                <a:ext cx="42200" cy="42175"/>
              </a:xfrm>
              <a:custGeom>
                <a:rect b="b" l="l" r="r" t="t"/>
                <a:pathLst>
                  <a:path extrusionOk="0" h="1687" w="1688">
                    <a:moveTo>
                      <a:pt x="1652" y="0"/>
                    </a:moveTo>
                    <a:lnTo>
                      <a:pt x="1" y="35"/>
                    </a:lnTo>
                    <a:lnTo>
                      <a:pt x="18" y="1687"/>
                    </a:lnTo>
                    <a:lnTo>
                      <a:pt x="1688" y="1668"/>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3" name="Google Shape;3903;p36"/>
              <p:cNvSpPr/>
              <p:nvPr/>
            </p:nvSpPr>
            <p:spPr>
              <a:xfrm>
                <a:off x="6613950" y="2759925"/>
                <a:ext cx="42200" cy="42200"/>
              </a:xfrm>
              <a:custGeom>
                <a:rect b="b" l="l" r="r" t="t"/>
                <a:pathLst>
                  <a:path extrusionOk="0" h="1688" w="1688">
                    <a:moveTo>
                      <a:pt x="1669" y="0"/>
                    </a:moveTo>
                    <a:lnTo>
                      <a:pt x="1" y="36"/>
                    </a:lnTo>
                    <a:lnTo>
                      <a:pt x="36" y="1687"/>
                    </a:lnTo>
                    <a:lnTo>
                      <a:pt x="1687" y="1652"/>
                    </a:lnTo>
                    <a:lnTo>
                      <a:pt x="1669"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4" name="Google Shape;3904;p36"/>
              <p:cNvSpPr/>
              <p:nvPr/>
            </p:nvSpPr>
            <p:spPr>
              <a:xfrm>
                <a:off x="6575300" y="2926375"/>
                <a:ext cx="42200" cy="42200"/>
              </a:xfrm>
              <a:custGeom>
                <a:rect b="b" l="l" r="r" t="t"/>
                <a:pathLst>
                  <a:path extrusionOk="0" h="1688" w="1688">
                    <a:moveTo>
                      <a:pt x="1669" y="1"/>
                    </a:moveTo>
                    <a:lnTo>
                      <a:pt x="1" y="36"/>
                    </a:lnTo>
                    <a:lnTo>
                      <a:pt x="36" y="1687"/>
                    </a:lnTo>
                    <a:lnTo>
                      <a:pt x="1687" y="1652"/>
                    </a:lnTo>
                    <a:lnTo>
                      <a:pt x="1669"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5" name="Google Shape;3905;p36"/>
              <p:cNvSpPr/>
              <p:nvPr/>
            </p:nvSpPr>
            <p:spPr>
              <a:xfrm>
                <a:off x="6574850" y="2885100"/>
                <a:ext cx="42175" cy="42175"/>
              </a:xfrm>
              <a:custGeom>
                <a:rect b="b" l="l" r="r" t="t"/>
                <a:pathLst>
                  <a:path extrusionOk="0" h="1687" w="1687">
                    <a:moveTo>
                      <a:pt x="1652" y="0"/>
                    </a:moveTo>
                    <a:lnTo>
                      <a:pt x="0" y="18"/>
                    </a:lnTo>
                    <a:lnTo>
                      <a:pt x="19" y="1687"/>
                    </a:lnTo>
                    <a:lnTo>
                      <a:pt x="1687"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6" name="Google Shape;3906;p36"/>
              <p:cNvSpPr/>
              <p:nvPr/>
            </p:nvSpPr>
            <p:spPr>
              <a:xfrm>
                <a:off x="6573975" y="2843375"/>
                <a:ext cx="42175" cy="42200"/>
              </a:xfrm>
              <a:custGeom>
                <a:rect b="b" l="l" r="r" t="t"/>
                <a:pathLst>
                  <a:path extrusionOk="0" h="1688" w="1687">
                    <a:moveTo>
                      <a:pt x="1652" y="1"/>
                    </a:moveTo>
                    <a:lnTo>
                      <a:pt x="0" y="36"/>
                    </a:lnTo>
                    <a:lnTo>
                      <a:pt x="35" y="1687"/>
                    </a:lnTo>
                    <a:lnTo>
                      <a:pt x="1687" y="1669"/>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07" name="Google Shape;3907;p36"/>
              <p:cNvSpPr/>
              <p:nvPr/>
            </p:nvSpPr>
            <p:spPr>
              <a:xfrm>
                <a:off x="6573550" y="2802100"/>
                <a:ext cx="41725" cy="42175"/>
              </a:xfrm>
              <a:custGeom>
                <a:rect b="b" l="l" r="r" t="t"/>
                <a:pathLst>
                  <a:path extrusionOk="0" h="1687" w="1669">
                    <a:moveTo>
                      <a:pt x="1652" y="0"/>
                    </a:moveTo>
                    <a:lnTo>
                      <a:pt x="0" y="17"/>
                    </a:lnTo>
                    <a:lnTo>
                      <a:pt x="17" y="1687"/>
                    </a:lnTo>
                    <a:lnTo>
                      <a:pt x="1669"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grpSp>
        <p:grpSp>
          <p:nvGrpSpPr>
            <p:cNvPr id="3908" name="Google Shape;3908;p36"/>
            <p:cNvGrpSpPr/>
            <p:nvPr/>
          </p:nvGrpSpPr>
          <p:grpSpPr>
            <a:xfrm>
              <a:off x="1552787" y="660267"/>
              <a:ext cx="376144" cy="309133"/>
              <a:chOff x="6531800" y="2625050"/>
              <a:chExt cx="914525" cy="751600"/>
            </a:xfrm>
          </p:grpSpPr>
          <p:grpSp>
            <p:nvGrpSpPr>
              <p:cNvPr id="3909" name="Google Shape;3909;p36"/>
              <p:cNvGrpSpPr/>
              <p:nvPr/>
            </p:nvGrpSpPr>
            <p:grpSpPr>
              <a:xfrm>
                <a:off x="6531800" y="2625050"/>
                <a:ext cx="914525" cy="751600"/>
                <a:chOff x="6531800" y="2625050"/>
                <a:chExt cx="914525" cy="751600"/>
              </a:xfrm>
            </p:grpSpPr>
            <p:sp>
              <p:nvSpPr>
                <p:cNvPr id="3910" name="Google Shape;3910;p36"/>
                <p:cNvSpPr/>
                <p:nvPr/>
              </p:nvSpPr>
              <p:spPr>
                <a:xfrm>
                  <a:off x="6955700" y="3334450"/>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1" name="Google Shape;3911;p36"/>
                <p:cNvSpPr/>
                <p:nvPr/>
              </p:nvSpPr>
              <p:spPr>
                <a:xfrm>
                  <a:off x="6946450" y="2795475"/>
                  <a:ext cx="42200" cy="42200"/>
                </a:xfrm>
                <a:custGeom>
                  <a:rect b="b" l="l" r="r" t="t"/>
                  <a:pathLst>
                    <a:path extrusionOk="0" h="1688" w="1688">
                      <a:moveTo>
                        <a:pt x="1652" y="1"/>
                      </a:moveTo>
                      <a:lnTo>
                        <a:pt x="0" y="36"/>
                      </a:lnTo>
                      <a:lnTo>
                        <a:pt x="19" y="1688"/>
                      </a:lnTo>
                      <a:lnTo>
                        <a:pt x="1687" y="1671"/>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2" name="Google Shape;3912;p36"/>
                <p:cNvSpPr/>
                <p:nvPr/>
              </p:nvSpPr>
              <p:spPr>
                <a:xfrm>
                  <a:off x="6913525" y="3293600"/>
                  <a:ext cx="42200" cy="42175"/>
                </a:xfrm>
                <a:custGeom>
                  <a:rect b="b" l="l" r="r" t="t"/>
                  <a:pathLst>
                    <a:path extrusionOk="0" h="1687" w="1688">
                      <a:moveTo>
                        <a:pt x="1652" y="0"/>
                      </a:moveTo>
                      <a:lnTo>
                        <a:pt x="0" y="35"/>
                      </a:lnTo>
                      <a:lnTo>
                        <a:pt x="17" y="1687"/>
                      </a:lnTo>
                      <a:lnTo>
                        <a:pt x="1687" y="1670"/>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3" name="Google Shape;3913;p36"/>
                <p:cNvSpPr/>
                <p:nvPr/>
              </p:nvSpPr>
              <p:spPr>
                <a:xfrm>
                  <a:off x="6904275" y="2755075"/>
                  <a:ext cx="42200" cy="42200"/>
                </a:xfrm>
                <a:custGeom>
                  <a:rect b="b" l="l" r="r" t="t"/>
                  <a:pathLst>
                    <a:path extrusionOk="0" h="1688" w="1688">
                      <a:moveTo>
                        <a:pt x="1652" y="1"/>
                      </a:moveTo>
                      <a:lnTo>
                        <a:pt x="1" y="19"/>
                      </a:lnTo>
                      <a:lnTo>
                        <a:pt x="19"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4" name="Google Shape;3914;p36"/>
                <p:cNvSpPr/>
                <p:nvPr/>
              </p:nvSpPr>
              <p:spPr>
                <a:xfrm>
                  <a:off x="6871350" y="3253175"/>
                  <a:ext cx="42200" cy="42200"/>
                </a:xfrm>
                <a:custGeom>
                  <a:rect b="b" l="l" r="r" t="t"/>
                  <a:pathLst>
                    <a:path extrusionOk="0" h="1688" w="1688">
                      <a:moveTo>
                        <a:pt x="1652" y="1"/>
                      </a:moveTo>
                      <a:lnTo>
                        <a:pt x="1" y="19"/>
                      </a:lnTo>
                      <a:lnTo>
                        <a:pt x="18"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5" name="Google Shape;3915;p36"/>
                <p:cNvSpPr/>
                <p:nvPr/>
              </p:nvSpPr>
              <p:spPr>
                <a:xfrm>
                  <a:off x="6862100" y="2714250"/>
                  <a:ext cx="42200" cy="42175"/>
                </a:xfrm>
                <a:custGeom>
                  <a:rect b="b" l="l" r="r" t="t"/>
                  <a:pathLst>
                    <a:path extrusionOk="0" h="1687" w="1688">
                      <a:moveTo>
                        <a:pt x="1653" y="0"/>
                      </a:moveTo>
                      <a:lnTo>
                        <a:pt x="1" y="35"/>
                      </a:lnTo>
                      <a:lnTo>
                        <a:pt x="19"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6" name="Google Shape;3916;p36"/>
                <p:cNvSpPr/>
                <p:nvPr/>
              </p:nvSpPr>
              <p:spPr>
                <a:xfrm>
                  <a:off x="6829175" y="3212350"/>
                  <a:ext cx="42200" cy="42200"/>
                </a:xfrm>
                <a:custGeom>
                  <a:rect b="b" l="l" r="r" t="t"/>
                  <a:pathLst>
                    <a:path extrusionOk="0" h="1688" w="1688">
                      <a:moveTo>
                        <a:pt x="1653" y="0"/>
                      </a:moveTo>
                      <a:lnTo>
                        <a:pt x="1" y="17"/>
                      </a:lnTo>
                      <a:lnTo>
                        <a:pt x="18"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7" name="Google Shape;3917;p36"/>
                <p:cNvSpPr/>
                <p:nvPr/>
              </p:nvSpPr>
              <p:spPr>
                <a:xfrm>
                  <a:off x="6819950" y="2673375"/>
                  <a:ext cx="42175" cy="42200"/>
                </a:xfrm>
                <a:custGeom>
                  <a:rect b="b" l="l" r="r" t="t"/>
                  <a:pathLst>
                    <a:path extrusionOk="0" h="1688" w="1687">
                      <a:moveTo>
                        <a:pt x="1652" y="1"/>
                      </a:moveTo>
                      <a:lnTo>
                        <a:pt x="0" y="36"/>
                      </a:lnTo>
                      <a:lnTo>
                        <a:pt x="19" y="1687"/>
                      </a:lnTo>
                      <a:lnTo>
                        <a:pt x="1687" y="1670"/>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8" name="Google Shape;3918;p36"/>
                <p:cNvSpPr/>
                <p:nvPr/>
              </p:nvSpPr>
              <p:spPr>
                <a:xfrm>
                  <a:off x="6787025" y="3171475"/>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19" name="Google Shape;3919;p36"/>
                <p:cNvSpPr/>
                <p:nvPr/>
              </p:nvSpPr>
              <p:spPr>
                <a:xfrm>
                  <a:off x="6777775" y="2632550"/>
                  <a:ext cx="42200" cy="42175"/>
                </a:xfrm>
                <a:custGeom>
                  <a:rect b="b" l="l" r="r" t="t"/>
                  <a:pathLst>
                    <a:path extrusionOk="0" h="1687" w="1688">
                      <a:moveTo>
                        <a:pt x="1652" y="0"/>
                      </a:moveTo>
                      <a:lnTo>
                        <a:pt x="1" y="35"/>
                      </a:lnTo>
                      <a:lnTo>
                        <a:pt x="36" y="1687"/>
                      </a:lnTo>
                      <a:lnTo>
                        <a:pt x="1687" y="1669"/>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0" name="Google Shape;3920;p36"/>
                <p:cNvSpPr/>
                <p:nvPr/>
              </p:nvSpPr>
              <p:spPr>
                <a:xfrm>
                  <a:off x="6744850" y="3130650"/>
                  <a:ext cx="42200" cy="42200"/>
                </a:xfrm>
                <a:custGeom>
                  <a:rect b="b" l="l" r="r" t="t"/>
                  <a:pathLst>
                    <a:path extrusionOk="0" h="1688" w="1688">
                      <a:moveTo>
                        <a:pt x="1652" y="0"/>
                      </a:moveTo>
                      <a:lnTo>
                        <a:pt x="1" y="36"/>
                      </a:lnTo>
                      <a:lnTo>
                        <a:pt x="17" y="1687"/>
                      </a:lnTo>
                      <a:lnTo>
                        <a:pt x="1687" y="1669"/>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1" name="Google Shape;3921;p36"/>
                <p:cNvSpPr/>
                <p:nvPr/>
              </p:nvSpPr>
              <p:spPr>
                <a:xfrm>
                  <a:off x="6736500" y="2633425"/>
                  <a:ext cx="42175" cy="42200"/>
                </a:xfrm>
                <a:custGeom>
                  <a:rect b="b" l="l" r="r" t="t"/>
                  <a:pathLst>
                    <a:path extrusionOk="0" h="1688" w="1687">
                      <a:moveTo>
                        <a:pt x="1652" y="0"/>
                      </a:moveTo>
                      <a:lnTo>
                        <a:pt x="0" y="36"/>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2" name="Google Shape;3922;p36"/>
                <p:cNvSpPr/>
                <p:nvPr/>
              </p:nvSpPr>
              <p:spPr>
                <a:xfrm>
                  <a:off x="6702675" y="3090225"/>
                  <a:ext cx="42200" cy="42200"/>
                </a:xfrm>
                <a:custGeom>
                  <a:rect b="b" l="l" r="r" t="t"/>
                  <a:pathLst>
                    <a:path extrusionOk="0" h="1688" w="1688">
                      <a:moveTo>
                        <a:pt x="1652" y="1"/>
                      </a:moveTo>
                      <a:lnTo>
                        <a:pt x="1" y="18"/>
                      </a:lnTo>
                      <a:lnTo>
                        <a:pt x="18" y="1688"/>
                      </a:lnTo>
                      <a:lnTo>
                        <a:pt x="1688"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3" name="Google Shape;3923;p36"/>
                <p:cNvSpPr/>
                <p:nvPr/>
              </p:nvSpPr>
              <p:spPr>
                <a:xfrm>
                  <a:off x="6694775" y="2634300"/>
                  <a:ext cx="42200" cy="42200"/>
                </a:xfrm>
                <a:custGeom>
                  <a:rect b="b" l="l" r="r" t="t"/>
                  <a:pathLst>
                    <a:path extrusionOk="0" h="1688" w="1688">
                      <a:moveTo>
                        <a:pt x="1669" y="1"/>
                      </a:moveTo>
                      <a:lnTo>
                        <a:pt x="1" y="17"/>
                      </a:lnTo>
                      <a:lnTo>
                        <a:pt x="36" y="1687"/>
                      </a:lnTo>
                      <a:lnTo>
                        <a:pt x="1687" y="1652"/>
                      </a:lnTo>
                      <a:lnTo>
                        <a:pt x="1669"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4" name="Google Shape;3924;p36"/>
                <p:cNvSpPr/>
                <p:nvPr/>
              </p:nvSpPr>
              <p:spPr>
                <a:xfrm>
                  <a:off x="6660525" y="3049375"/>
                  <a:ext cx="42175" cy="42175"/>
                </a:xfrm>
                <a:custGeom>
                  <a:rect b="b" l="l" r="r" t="t"/>
                  <a:pathLst>
                    <a:path extrusionOk="0" h="1687" w="1687">
                      <a:moveTo>
                        <a:pt x="1652" y="0"/>
                      </a:moveTo>
                      <a:lnTo>
                        <a:pt x="0" y="19"/>
                      </a:lnTo>
                      <a:lnTo>
                        <a:pt x="17"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5" name="Google Shape;3925;p36"/>
                <p:cNvSpPr/>
                <p:nvPr/>
              </p:nvSpPr>
              <p:spPr>
                <a:xfrm>
                  <a:off x="6653900" y="2676475"/>
                  <a:ext cx="42200" cy="42175"/>
                </a:xfrm>
                <a:custGeom>
                  <a:rect b="b" l="l" r="r" t="t"/>
                  <a:pathLst>
                    <a:path extrusionOk="0" h="1687" w="1688">
                      <a:moveTo>
                        <a:pt x="1671" y="0"/>
                      </a:moveTo>
                      <a:lnTo>
                        <a:pt x="1" y="17"/>
                      </a:lnTo>
                      <a:lnTo>
                        <a:pt x="36" y="1687"/>
                      </a:lnTo>
                      <a:lnTo>
                        <a:pt x="1688" y="1652"/>
                      </a:lnTo>
                      <a:lnTo>
                        <a:pt x="1671"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6" name="Google Shape;3926;p36"/>
                <p:cNvSpPr/>
                <p:nvPr/>
              </p:nvSpPr>
              <p:spPr>
                <a:xfrm>
                  <a:off x="6618350" y="3008550"/>
                  <a:ext cx="42200" cy="42175"/>
                </a:xfrm>
                <a:custGeom>
                  <a:rect b="b" l="l" r="r" t="t"/>
                  <a:pathLst>
                    <a:path extrusionOk="0" h="1687" w="1688">
                      <a:moveTo>
                        <a:pt x="1652" y="0"/>
                      </a:moveTo>
                      <a:lnTo>
                        <a:pt x="0" y="35"/>
                      </a:lnTo>
                      <a:lnTo>
                        <a:pt x="36"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7" name="Google Shape;3927;p36"/>
                <p:cNvSpPr/>
                <p:nvPr/>
              </p:nvSpPr>
              <p:spPr>
                <a:xfrm>
                  <a:off x="6613500" y="2718625"/>
                  <a:ext cx="42200" cy="42200"/>
                </a:xfrm>
                <a:custGeom>
                  <a:rect b="b" l="l" r="r" t="t"/>
                  <a:pathLst>
                    <a:path extrusionOk="0" h="1688" w="1688">
                      <a:moveTo>
                        <a:pt x="1652" y="1"/>
                      </a:moveTo>
                      <a:lnTo>
                        <a:pt x="0" y="18"/>
                      </a:lnTo>
                      <a:lnTo>
                        <a:pt x="19"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8" name="Google Shape;3928;p36"/>
                <p:cNvSpPr/>
                <p:nvPr/>
              </p:nvSpPr>
              <p:spPr>
                <a:xfrm>
                  <a:off x="6576175" y="2967675"/>
                  <a:ext cx="42200" cy="42175"/>
                </a:xfrm>
                <a:custGeom>
                  <a:rect b="b" l="l" r="r" t="t"/>
                  <a:pathLst>
                    <a:path extrusionOk="0" h="1687" w="1688">
                      <a:moveTo>
                        <a:pt x="1652" y="0"/>
                      </a:moveTo>
                      <a:lnTo>
                        <a:pt x="1" y="35"/>
                      </a:lnTo>
                      <a:lnTo>
                        <a:pt x="36" y="1687"/>
                      </a:lnTo>
                      <a:lnTo>
                        <a:pt x="1687" y="1670"/>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29" name="Google Shape;3929;p36"/>
                <p:cNvSpPr/>
                <p:nvPr/>
              </p:nvSpPr>
              <p:spPr>
                <a:xfrm>
                  <a:off x="6572675" y="2760800"/>
                  <a:ext cx="42175" cy="41750"/>
                </a:xfrm>
                <a:custGeom>
                  <a:rect b="b" l="l" r="r" t="t"/>
                  <a:pathLst>
                    <a:path extrusionOk="0" h="1670" w="1687">
                      <a:moveTo>
                        <a:pt x="1652" y="1"/>
                      </a:moveTo>
                      <a:lnTo>
                        <a:pt x="0" y="17"/>
                      </a:lnTo>
                      <a:lnTo>
                        <a:pt x="35" y="1669"/>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0" name="Google Shape;3930;p36"/>
                <p:cNvSpPr/>
                <p:nvPr/>
              </p:nvSpPr>
              <p:spPr>
                <a:xfrm>
                  <a:off x="6534025" y="2927250"/>
                  <a:ext cx="42175" cy="42200"/>
                </a:xfrm>
                <a:custGeom>
                  <a:rect b="b" l="l" r="r" t="t"/>
                  <a:pathLst>
                    <a:path extrusionOk="0" h="1688" w="1687">
                      <a:moveTo>
                        <a:pt x="1652" y="1"/>
                      </a:moveTo>
                      <a:lnTo>
                        <a:pt x="0" y="19"/>
                      </a:lnTo>
                      <a:lnTo>
                        <a:pt x="35"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1" name="Google Shape;3931;p36"/>
                <p:cNvSpPr/>
                <p:nvPr/>
              </p:nvSpPr>
              <p:spPr>
                <a:xfrm>
                  <a:off x="6533125" y="2885550"/>
                  <a:ext cx="42200" cy="42200"/>
                </a:xfrm>
                <a:custGeom>
                  <a:rect b="b" l="l" r="r" t="t"/>
                  <a:pathLst>
                    <a:path extrusionOk="0" h="1688" w="1688">
                      <a:moveTo>
                        <a:pt x="1669" y="0"/>
                      </a:moveTo>
                      <a:lnTo>
                        <a:pt x="1" y="36"/>
                      </a:lnTo>
                      <a:lnTo>
                        <a:pt x="36" y="1687"/>
                      </a:lnTo>
                      <a:lnTo>
                        <a:pt x="1688" y="1669"/>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2" name="Google Shape;3932;p36"/>
                <p:cNvSpPr/>
                <p:nvPr/>
              </p:nvSpPr>
              <p:spPr>
                <a:xfrm>
                  <a:off x="6532675" y="2844250"/>
                  <a:ext cx="42200" cy="42200"/>
                </a:xfrm>
                <a:custGeom>
                  <a:rect b="b" l="l" r="r" t="t"/>
                  <a:pathLst>
                    <a:path extrusionOk="0" h="1688" w="1688">
                      <a:moveTo>
                        <a:pt x="1652" y="1"/>
                      </a:moveTo>
                      <a:lnTo>
                        <a:pt x="1" y="18"/>
                      </a:lnTo>
                      <a:lnTo>
                        <a:pt x="19"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3" name="Google Shape;3933;p36"/>
                <p:cNvSpPr/>
                <p:nvPr/>
              </p:nvSpPr>
              <p:spPr>
                <a:xfrm>
                  <a:off x="6531800" y="2802525"/>
                  <a:ext cx="42200" cy="42175"/>
                </a:xfrm>
                <a:custGeom>
                  <a:rect b="b" l="l" r="r" t="t"/>
                  <a:pathLst>
                    <a:path extrusionOk="0" h="1687" w="1688">
                      <a:moveTo>
                        <a:pt x="1670" y="0"/>
                      </a:moveTo>
                      <a:lnTo>
                        <a:pt x="0" y="35"/>
                      </a:lnTo>
                      <a:lnTo>
                        <a:pt x="36" y="1687"/>
                      </a:lnTo>
                      <a:lnTo>
                        <a:pt x="1687" y="1670"/>
                      </a:lnTo>
                      <a:lnTo>
                        <a:pt x="1670"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4" name="Google Shape;3934;p36"/>
                <p:cNvSpPr/>
                <p:nvPr/>
              </p:nvSpPr>
              <p:spPr>
                <a:xfrm>
                  <a:off x="6996975" y="3333575"/>
                  <a:ext cx="42200" cy="42200"/>
                </a:xfrm>
                <a:custGeom>
                  <a:rect b="b" l="l" r="r" t="t"/>
                  <a:pathLst>
                    <a:path extrusionOk="0" h="1688" w="1688">
                      <a:moveTo>
                        <a:pt x="1652" y="1"/>
                      </a:moveTo>
                      <a:lnTo>
                        <a:pt x="1" y="36"/>
                      </a:lnTo>
                      <a:lnTo>
                        <a:pt x="36" y="1687"/>
                      </a:lnTo>
                      <a:lnTo>
                        <a:pt x="1687" y="1669"/>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5" name="Google Shape;3935;p36"/>
                <p:cNvSpPr/>
                <p:nvPr/>
              </p:nvSpPr>
              <p:spPr>
                <a:xfrm>
                  <a:off x="6987725" y="2795075"/>
                  <a:ext cx="42200" cy="42175"/>
                </a:xfrm>
                <a:custGeom>
                  <a:rect b="b" l="l" r="r" t="t"/>
                  <a:pathLst>
                    <a:path extrusionOk="0" h="1687" w="1688">
                      <a:moveTo>
                        <a:pt x="1653" y="0"/>
                      </a:moveTo>
                      <a:lnTo>
                        <a:pt x="1" y="17"/>
                      </a:lnTo>
                      <a:lnTo>
                        <a:pt x="36"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6" name="Google Shape;3936;p36"/>
                <p:cNvSpPr/>
                <p:nvPr/>
              </p:nvSpPr>
              <p:spPr>
                <a:xfrm>
                  <a:off x="7037800" y="3291825"/>
                  <a:ext cx="42200" cy="41775"/>
                </a:xfrm>
                <a:custGeom>
                  <a:rect b="b" l="l" r="r" t="t"/>
                  <a:pathLst>
                    <a:path extrusionOk="0" h="1671" w="1688">
                      <a:moveTo>
                        <a:pt x="1652" y="1"/>
                      </a:moveTo>
                      <a:lnTo>
                        <a:pt x="1" y="19"/>
                      </a:lnTo>
                      <a:lnTo>
                        <a:pt x="19" y="1671"/>
                      </a:lnTo>
                      <a:lnTo>
                        <a:pt x="1688"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7" name="Google Shape;3937;p36"/>
                <p:cNvSpPr/>
                <p:nvPr/>
              </p:nvSpPr>
              <p:spPr>
                <a:xfrm>
                  <a:off x="7028600" y="2752900"/>
                  <a:ext cx="42200" cy="42200"/>
                </a:xfrm>
                <a:custGeom>
                  <a:rect b="b" l="l" r="r" t="t"/>
                  <a:pathLst>
                    <a:path extrusionOk="0" h="1688" w="1688">
                      <a:moveTo>
                        <a:pt x="1652" y="0"/>
                      </a:moveTo>
                      <a:lnTo>
                        <a:pt x="1" y="17"/>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8" name="Google Shape;3938;p36"/>
                <p:cNvSpPr/>
                <p:nvPr/>
              </p:nvSpPr>
              <p:spPr>
                <a:xfrm>
                  <a:off x="7078225" y="3249675"/>
                  <a:ext cx="42200" cy="42175"/>
                </a:xfrm>
                <a:custGeom>
                  <a:rect b="b" l="l" r="r" t="t"/>
                  <a:pathLst>
                    <a:path extrusionOk="0" h="1687" w="1688">
                      <a:moveTo>
                        <a:pt x="1670" y="0"/>
                      </a:moveTo>
                      <a:lnTo>
                        <a:pt x="0" y="18"/>
                      </a:lnTo>
                      <a:lnTo>
                        <a:pt x="35" y="1687"/>
                      </a:lnTo>
                      <a:lnTo>
                        <a:pt x="1687" y="1652"/>
                      </a:lnTo>
                      <a:lnTo>
                        <a:pt x="1670"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39" name="Google Shape;3939;p36"/>
                <p:cNvSpPr/>
                <p:nvPr/>
              </p:nvSpPr>
              <p:spPr>
                <a:xfrm>
                  <a:off x="7069425" y="2710725"/>
                  <a:ext cx="42200" cy="42200"/>
                </a:xfrm>
                <a:custGeom>
                  <a:rect b="b" l="l" r="r" t="t"/>
                  <a:pathLst>
                    <a:path extrusionOk="0" h="1688" w="1688">
                      <a:moveTo>
                        <a:pt x="1653" y="1"/>
                      </a:moveTo>
                      <a:lnTo>
                        <a:pt x="1" y="18"/>
                      </a:lnTo>
                      <a:lnTo>
                        <a:pt x="19" y="1687"/>
                      </a:lnTo>
                      <a:lnTo>
                        <a:pt x="1688" y="1652"/>
                      </a:lnTo>
                      <a:lnTo>
                        <a:pt x="1653"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0" name="Google Shape;3940;p36"/>
                <p:cNvSpPr/>
                <p:nvPr/>
              </p:nvSpPr>
              <p:spPr>
                <a:xfrm>
                  <a:off x="7119100" y="3207500"/>
                  <a:ext cx="42175" cy="42200"/>
                </a:xfrm>
                <a:custGeom>
                  <a:rect b="b" l="l" r="r" t="t"/>
                  <a:pathLst>
                    <a:path extrusionOk="0" h="1688" w="1687">
                      <a:moveTo>
                        <a:pt x="1668" y="0"/>
                      </a:moveTo>
                      <a:lnTo>
                        <a:pt x="0" y="19"/>
                      </a:lnTo>
                      <a:lnTo>
                        <a:pt x="35" y="1687"/>
                      </a:lnTo>
                      <a:lnTo>
                        <a:pt x="1687" y="1652"/>
                      </a:lnTo>
                      <a:lnTo>
                        <a:pt x="1668"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1" name="Google Shape;3941;p36"/>
                <p:cNvSpPr/>
                <p:nvPr/>
              </p:nvSpPr>
              <p:spPr>
                <a:xfrm>
                  <a:off x="7109850" y="2668550"/>
                  <a:ext cx="42200" cy="42200"/>
                </a:xfrm>
                <a:custGeom>
                  <a:rect b="b" l="l" r="r" t="t"/>
                  <a:pathLst>
                    <a:path extrusionOk="0" h="1688" w="1688">
                      <a:moveTo>
                        <a:pt x="1670" y="1"/>
                      </a:moveTo>
                      <a:lnTo>
                        <a:pt x="0" y="36"/>
                      </a:lnTo>
                      <a:lnTo>
                        <a:pt x="36" y="1688"/>
                      </a:lnTo>
                      <a:lnTo>
                        <a:pt x="1687" y="1653"/>
                      </a:lnTo>
                      <a:lnTo>
                        <a:pt x="1670"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2" name="Google Shape;3942;p36"/>
                <p:cNvSpPr/>
                <p:nvPr/>
              </p:nvSpPr>
              <p:spPr>
                <a:xfrm>
                  <a:off x="7159925" y="3165325"/>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3" name="Google Shape;3943;p36"/>
                <p:cNvSpPr/>
                <p:nvPr/>
              </p:nvSpPr>
              <p:spPr>
                <a:xfrm>
                  <a:off x="7150725" y="2626400"/>
                  <a:ext cx="42175" cy="42175"/>
                </a:xfrm>
                <a:custGeom>
                  <a:rect b="b" l="l" r="r" t="t"/>
                  <a:pathLst>
                    <a:path extrusionOk="0" h="1687" w="1687">
                      <a:moveTo>
                        <a:pt x="1652" y="0"/>
                      </a:moveTo>
                      <a:lnTo>
                        <a:pt x="0" y="35"/>
                      </a:lnTo>
                      <a:lnTo>
                        <a:pt x="35"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4" name="Google Shape;3944;p36"/>
                <p:cNvSpPr/>
                <p:nvPr/>
              </p:nvSpPr>
              <p:spPr>
                <a:xfrm>
                  <a:off x="7200800" y="3123175"/>
                  <a:ext cx="42175" cy="42175"/>
                </a:xfrm>
                <a:custGeom>
                  <a:rect b="b" l="l" r="r" t="t"/>
                  <a:pathLst>
                    <a:path extrusionOk="0" h="1687" w="1687">
                      <a:moveTo>
                        <a:pt x="1652" y="0"/>
                      </a:moveTo>
                      <a:lnTo>
                        <a:pt x="0" y="18"/>
                      </a:lnTo>
                      <a:lnTo>
                        <a:pt x="17"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5" name="Google Shape;3945;p36"/>
                <p:cNvSpPr/>
                <p:nvPr/>
              </p:nvSpPr>
              <p:spPr>
                <a:xfrm>
                  <a:off x="7192000" y="2625525"/>
                  <a:ext cx="42200" cy="42175"/>
                </a:xfrm>
                <a:custGeom>
                  <a:rect b="b" l="l" r="r" t="t"/>
                  <a:pathLst>
                    <a:path extrusionOk="0" h="1687" w="1688">
                      <a:moveTo>
                        <a:pt x="1669" y="0"/>
                      </a:moveTo>
                      <a:lnTo>
                        <a:pt x="1" y="35"/>
                      </a:lnTo>
                      <a:lnTo>
                        <a:pt x="36" y="1687"/>
                      </a:lnTo>
                      <a:lnTo>
                        <a:pt x="1687" y="1669"/>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6" name="Google Shape;3946;p36"/>
                <p:cNvSpPr/>
                <p:nvPr/>
              </p:nvSpPr>
              <p:spPr>
                <a:xfrm>
                  <a:off x="7241200" y="3081000"/>
                  <a:ext cx="42200" cy="42200"/>
                </a:xfrm>
                <a:custGeom>
                  <a:rect b="b" l="l" r="r" t="t"/>
                  <a:pathLst>
                    <a:path extrusionOk="0" h="1688" w="1688">
                      <a:moveTo>
                        <a:pt x="1669" y="0"/>
                      </a:moveTo>
                      <a:lnTo>
                        <a:pt x="0" y="19"/>
                      </a:lnTo>
                      <a:lnTo>
                        <a:pt x="36" y="1687"/>
                      </a:lnTo>
                      <a:lnTo>
                        <a:pt x="1687" y="1652"/>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7" name="Google Shape;3947;p36"/>
                <p:cNvSpPr/>
                <p:nvPr/>
              </p:nvSpPr>
              <p:spPr>
                <a:xfrm>
                  <a:off x="7233725" y="2625050"/>
                  <a:ext cx="42175" cy="42200"/>
                </a:xfrm>
                <a:custGeom>
                  <a:rect b="b" l="l" r="r" t="t"/>
                  <a:pathLst>
                    <a:path extrusionOk="0" h="1688" w="1687">
                      <a:moveTo>
                        <a:pt x="1652" y="1"/>
                      </a:moveTo>
                      <a:lnTo>
                        <a:pt x="0" y="19"/>
                      </a:lnTo>
                      <a:lnTo>
                        <a:pt x="18"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8" name="Google Shape;3948;p36"/>
                <p:cNvSpPr/>
                <p:nvPr/>
              </p:nvSpPr>
              <p:spPr>
                <a:xfrm>
                  <a:off x="7282025" y="3038825"/>
                  <a:ext cx="42200" cy="42200"/>
                </a:xfrm>
                <a:custGeom>
                  <a:rect b="b" l="l" r="r" t="t"/>
                  <a:pathLst>
                    <a:path extrusionOk="0" h="1688" w="1688">
                      <a:moveTo>
                        <a:pt x="1671" y="1"/>
                      </a:moveTo>
                      <a:lnTo>
                        <a:pt x="1" y="19"/>
                      </a:lnTo>
                      <a:lnTo>
                        <a:pt x="36" y="1687"/>
                      </a:lnTo>
                      <a:lnTo>
                        <a:pt x="1687" y="1652"/>
                      </a:lnTo>
                      <a:lnTo>
                        <a:pt x="1671"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49" name="Google Shape;3949;p36"/>
                <p:cNvSpPr/>
                <p:nvPr/>
              </p:nvSpPr>
              <p:spPr>
                <a:xfrm>
                  <a:off x="7275875" y="2665925"/>
                  <a:ext cx="42200" cy="41725"/>
                </a:xfrm>
                <a:custGeom>
                  <a:rect b="b" l="l" r="r" t="t"/>
                  <a:pathLst>
                    <a:path extrusionOk="0" h="1669" w="1688">
                      <a:moveTo>
                        <a:pt x="1652" y="1"/>
                      </a:moveTo>
                      <a:lnTo>
                        <a:pt x="1" y="17"/>
                      </a:lnTo>
                      <a:lnTo>
                        <a:pt x="19" y="1669"/>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0" name="Google Shape;3950;p36"/>
                <p:cNvSpPr/>
                <p:nvPr/>
              </p:nvSpPr>
              <p:spPr>
                <a:xfrm>
                  <a:off x="7322900" y="2996650"/>
                  <a:ext cx="42200" cy="42200"/>
                </a:xfrm>
                <a:custGeom>
                  <a:rect b="b" l="l" r="r" t="t"/>
                  <a:pathLst>
                    <a:path extrusionOk="0" h="1688" w="1688">
                      <a:moveTo>
                        <a:pt x="1652" y="1"/>
                      </a:moveTo>
                      <a:lnTo>
                        <a:pt x="0" y="19"/>
                      </a:lnTo>
                      <a:lnTo>
                        <a:pt x="36"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1" name="Google Shape;3951;p36"/>
                <p:cNvSpPr/>
                <p:nvPr/>
              </p:nvSpPr>
              <p:spPr>
                <a:xfrm>
                  <a:off x="7318050" y="2706325"/>
                  <a:ext cx="42200" cy="42200"/>
                </a:xfrm>
                <a:custGeom>
                  <a:rect b="b" l="l" r="r" t="t"/>
                  <a:pathLst>
                    <a:path extrusionOk="0" h="1688" w="1688">
                      <a:moveTo>
                        <a:pt x="1652" y="1"/>
                      </a:moveTo>
                      <a:lnTo>
                        <a:pt x="0" y="36"/>
                      </a:lnTo>
                      <a:lnTo>
                        <a:pt x="19" y="1688"/>
                      </a:lnTo>
                      <a:lnTo>
                        <a:pt x="1687" y="1669"/>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2" name="Google Shape;3952;p36"/>
                <p:cNvSpPr/>
                <p:nvPr/>
              </p:nvSpPr>
              <p:spPr>
                <a:xfrm>
                  <a:off x="7363725" y="2954500"/>
                  <a:ext cx="42200" cy="42175"/>
                </a:xfrm>
                <a:custGeom>
                  <a:rect b="b" l="l" r="r" t="t"/>
                  <a:pathLst>
                    <a:path extrusionOk="0" h="1687" w="1688">
                      <a:moveTo>
                        <a:pt x="1652" y="0"/>
                      </a:moveTo>
                      <a:lnTo>
                        <a:pt x="1" y="18"/>
                      </a:lnTo>
                      <a:lnTo>
                        <a:pt x="19"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3" name="Google Shape;3953;p36"/>
                <p:cNvSpPr/>
                <p:nvPr/>
              </p:nvSpPr>
              <p:spPr>
                <a:xfrm>
                  <a:off x="7360225" y="2747175"/>
                  <a:ext cx="42175" cy="42175"/>
                </a:xfrm>
                <a:custGeom>
                  <a:rect b="b" l="l" r="r" t="t"/>
                  <a:pathLst>
                    <a:path extrusionOk="0" h="1687" w="1687">
                      <a:moveTo>
                        <a:pt x="1652" y="0"/>
                      </a:moveTo>
                      <a:lnTo>
                        <a:pt x="0" y="35"/>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4" name="Google Shape;3954;p36"/>
                <p:cNvSpPr/>
                <p:nvPr/>
              </p:nvSpPr>
              <p:spPr>
                <a:xfrm>
                  <a:off x="7404150" y="2912325"/>
                  <a:ext cx="42175" cy="42200"/>
                </a:xfrm>
                <a:custGeom>
                  <a:rect b="b" l="l" r="r" t="t"/>
                  <a:pathLst>
                    <a:path extrusionOk="0" h="1688" w="1687">
                      <a:moveTo>
                        <a:pt x="1670" y="1"/>
                      </a:moveTo>
                      <a:lnTo>
                        <a:pt x="0" y="19"/>
                      </a:lnTo>
                      <a:lnTo>
                        <a:pt x="35" y="1687"/>
                      </a:lnTo>
                      <a:lnTo>
                        <a:pt x="1687" y="1652"/>
                      </a:lnTo>
                      <a:lnTo>
                        <a:pt x="1670"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5" name="Google Shape;3955;p36"/>
                <p:cNvSpPr/>
                <p:nvPr/>
              </p:nvSpPr>
              <p:spPr>
                <a:xfrm>
                  <a:off x="7403725" y="2871025"/>
                  <a:ext cx="42175" cy="41775"/>
                </a:xfrm>
                <a:custGeom>
                  <a:rect b="b" l="l" r="r" t="t"/>
                  <a:pathLst>
                    <a:path extrusionOk="0" h="1671" w="1687">
                      <a:moveTo>
                        <a:pt x="1652" y="1"/>
                      </a:moveTo>
                      <a:lnTo>
                        <a:pt x="0" y="19"/>
                      </a:lnTo>
                      <a:lnTo>
                        <a:pt x="17" y="1671"/>
                      </a:lnTo>
                      <a:lnTo>
                        <a:pt x="1687"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6" name="Google Shape;3956;p36"/>
                <p:cNvSpPr/>
                <p:nvPr/>
              </p:nvSpPr>
              <p:spPr>
                <a:xfrm>
                  <a:off x="7402850" y="2829325"/>
                  <a:ext cx="42175" cy="42200"/>
                </a:xfrm>
                <a:custGeom>
                  <a:rect b="b" l="l" r="r" t="t"/>
                  <a:pathLst>
                    <a:path extrusionOk="0" h="1688" w="1687">
                      <a:moveTo>
                        <a:pt x="1669" y="1"/>
                      </a:moveTo>
                      <a:lnTo>
                        <a:pt x="0" y="36"/>
                      </a:lnTo>
                      <a:lnTo>
                        <a:pt x="35" y="1687"/>
                      </a:lnTo>
                      <a:lnTo>
                        <a:pt x="1687" y="1669"/>
                      </a:lnTo>
                      <a:lnTo>
                        <a:pt x="1669"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7" name="Google Shape;3957;p36"/>
                <p:cNvSpPr/>
                <p:nvPr/>
              </p:nvSpPr>
              <p:spPr>
                <a:xfrm>
                  <a:off x="7402375" y="2788025"/>
                  <a:ext cx="42200" cy="42200"/>
                </a:xfrm>
                <a:custGeom>
                  <a:rect b="b" l="l" r="r" t="t"/>
                  <a:pathLst>
                    <a:path extrusionOk="0" h="1688" w="1688">
                      <a:moveTo>
                        <a:pt x="1652" y="1"/>
                      </a:moveTo>
                      <a:lnTo>
                        <a:pt x="1" y="18"/>
                      </a:lnTo>
                      <a:lnTo>
                        <a:pt x="19" y="1688"/>
                      </a:lnTo>
                      <a:lnTo>
                        <a:pt x="1688"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grpSp>
          <p:sp>
            <p:nvSpPr>
              <p:cNvPr id="3958" name="Google Shape;3958;p36"/>
              <p:cNvSpPr/>
              <p:nvPr/>
            </p:nvSpPr>
            <p:spPr>
              <a:xfrm>
                <a:off x="7362850" y="2912775"/>
                <a:ext cx="42200" cy="42200"/>
              </a:xfrm>
              <a:custGeom>
                <a:rect b="b" l="l" r="r" t="t"/>
                <a:pathLst>
                  <a:path extrusionOk="0" h="1688" w="1688">
                    <a:moveTo>
                      <a:pt x="1670" y="1"/>
                    </a:moveTo>
                    <a:lnTo>
                      <a:pt x="1" y="36"/>
                    </a:lnTo>
                    <a:lnTo>
                      <a:pt x="36" y="1687"/>
                    </a:lnTo>
                    <a:lnTo>
                      <a:pt x="1687" y="1669"/>
                    </a:lnTo>
                    <a:lnTo>
                      <a:pt x="1670"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59" name="Google Shape;3959;p36"/>
              <p:cNvSpPr/>
              <p:nvPr/>
            </p:nvSpPr>
            <p:spPr>
              <a:xfrm>
                <a:off x="7362425" y="2871500"/>
                <a:ext cx="42200" cy="42175"/>
              </a:xfrm>
              <a:custGeom>
                <a:rect b="b" l="l" r="r" t="t"/>
                <a:pathLst>
                  <a:path extrusionOk="0" h="1687" w="1688">
                    <a:moveTo>
                      <a:pt x="1652" y="0"/>
                    </a:moveTo>
                    <a:lnTo>
                      <a:pt x="1" y="35"/>
                    </a:lnTo>
                    <a:lnTo>
                      <a:pt x="18" y="1687"/>
                    </a:lnTo>
                    <a:lnTo>
                      <a:pt x="1687"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0" name="Google Shape;3960;p36"/>
              <p:cNvSpPr/>
              <p:nvPr/>
            </p:nvSpPr>
            <p:spPr>
              <a:xfrm>
                <a:off x="7361550" y="2830200"/>
                <a:ext cx="42200" cy="42200"/>
              </a:xfrm>
              <a:custGeom>
                <a:rect b="b" l="l" r="r" t="t"/>
                <a:pathLst>
                  <a:path extrusionOk="0" h="1688" w="1688">
                    <a:moveTo>
                      <a:pt x="1652" y="1"/>
                    </a:moveTo>
                    <a:lnTo>
                      <a:pt x="1" y="18"/>
                    </a:lnTo>
                    <a:lnTo>
                      <a:pt x="36"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1" name="Google Shape;3961;p36"/>
              <p:cNvSpPr/>
              <p:nvPr/>
            </p:nvSpPr>
            <p:spPr>
              <a:xfrm>
                <a:off x="7360675" y="2788450"/>
                <a:ext cx="42200" cy="42200"/>
              </a:xfrm>
              <a:custGeom>
                <a:rect b="b" l="l" r="r" t="t"/>
                <a:pathLst>
                  <a:path extrusionOk="0" h="1688" w="1688">
                    <a:moveTo>
                      <a:pt x="1669" y="1"/>
                    </a:moveTo>
                    <a:lnTo>
                      <a:pt x="0" y="36"/>
                    </a:lnTo>
                    <a:lnTo>
                      <a:pt x="36" y="1688"/>
                    </a:lnTo>
                    <a:lnTo>
                      <a:pt x="1687" y="1671"/>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2" name="Google Shape;3962;p36"/>
              <p:cNvSpPr/>
              <p:nvPr/>
            </p:nvSpPr>
            <p:spPr>
              <a:xfrm>
                <a:off x="7322025" y="2954950"/>
                <a:ext cx="42175" cy="42200"/>
              </a:xfrm>
              <a:custGeom>
                <a:rect b="b" l="l" r="r" t="t"/>
                <a:pathLst>
                  <a:path extrusionOk="0" h="1688" w="1687">
                    <a:moveTo>
                      <a:pt x="1669" y="0"/>
                    </a:moveTo>
                    <a:lnTo>
                      <a:pt x="0" y="36"/>
                    </a:lnTo>
                    <a:lnTo>
                      <a:pt x="35" y="1687"/>
                    </a:lnTo>
                    <a:lnTo>
                      <a:pt x="1687" y="1669"/>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3" name="Google Shape;3963;p36"/>
              <p:cNvSpPr/>
              <p:nvPr/>
            </p:nvSpPr>
            <p:spPr>
              <a:xfrm>
                <a:off x="7321575" y="2913650"/>
                <a:ext cx="42175" cy="42200"/>
              </a:xfrm>
              <a:custGeom>
                <a:rect b="b" l="l" r="r" t="t"/>
                <a:pathLst>
                  <a:path extrusionOk="0" h="1688" w="1687">
                    <a:moveTo>
                      <a:pt x="1652" y="1"/>
                    </a:moveTo>
                    <a:lnTo>
                      <a:pt x="0" y="36"/>
                    </a:lnTo>
                    <a:lnTo>
                      <a:pt x="18" y="1688"/>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4" name="Google Shape;3964;p36"/>
              <p:cNvSpPr/>
              <p:nvPr/>
            </p:nvSpPr>
            <p:spPr>
              <a:xfrm>
                <a:off x="7320675" y="2872375"/>
                <a:ext cx="42200" cy="42200"/>
              </a:xfrm>
              <a:custGeom>
                <a:rect b="b" l="l" r="r" t="t"/>
                <a:pathLst>
                  <a:path extrusionOk="0" h="1688" w="1688">
                    <a:moveTo>
                      <a:pt x="1671" y="0"/>
                    </a:moveTo>
                    <a:lnTo>
                      <a:pt x="1" y="17"/>
                    </a:lnTo>
                    <a:lnTo>
                      <a:pt x="36" y="1687"/>
                    </a:lnTo>
                    <a:lnTo>
                      <a:pt x="1688"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5" name="Google Shape;3965;p36"/>
              <p:cNvSpPr/>
              <p:nvPr/>
            </p:nvSpPr>
            <p:spPr>
              <a:xfrm>
                <a:off x="7320275" y="2830625"/>
                <a:ext cx="42175" cy="42200"/>
              </a:xfrm>
              <a:custGeom>
                <a:rect b="b" l="l" r="r" t="t"/>
                <a:pathLst>
                  <a:path extrusionOk="0" h="1688" w="1687">
                    <a:moveTo>
                      <a:pt x="1652" y="1"/>
                    </a:moveTo>
                    <a:lnTo>
                      <a:pt x="0" y="36"/>
                    </a:lnTo>
                    <a:lnTo>
                      <a:pt x="17"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6" name="Google Shape;3966;p36"/>
              <p:cNvSpPr/>
              <p:nvPr/>
            </p:nvSpPr>
            <p:spPr>
              <a:xfrm>
                <a:off x="7319375" y="2789325"/>
                <a:ext cx="42200" cy="42200"/>
              </a:xfrm>
              <a:custGeom>
                <a:rect b="b" l="l" r="r" t="t"/>
                <a:pathLst>
                  <a:path extrusionOk="0" h="1688" w="1688">
                    <a:moveTo>
                      <a:pt x="1652" y="1"/>
                    </a:moveTo>
                    <a:lnTo>
                      <a:pt x="1" y="36"/>
                    </a:lnTo>
                    <a:lnTo>
                      <a:pt x="36" y="1688"/>
                    </a:lnTo>
                    <a:lnTo>
                      <a:pt x="1688"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7" name="Google Shape;3967;p36"/>
              <p:cNvSpPr/>
              <p:nvPr/>
            </p:nvSpPr>
            <p:spPr>
              <a:xfrm>
                <a:off x="7318500" y="2748050"/>
                <a:ext cx="42200" cy="42200"/>
              </a:xfrm>
              <a:custGeom>
                <a:rect b="b" l="l" r="r" t="t"/>
                <a:pathLst>
                  <a:path extrusionOk="0" h="1688" w="1688">
                    <a:moveTo>
                      <a:pt x="1669" y="0"/>
                    </a:moveTo>
                    <a:lnTo>
                      <a:pt x="1" y="19"/>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8" name="Google Shape;3968;p36"/>
              <p:cNvSpPr/>
              <p:nvPr/>
            </p:nvSpPr>
            <p:spPr>
              <a:xfrm>
                <a:off x="7281600" y="2997125"/>
                <a:ext cx="42200" cy="42175"/>
              </a:xfrm>
              <a:custGeom>
                <a:rect b="b" l="l" r="r" t="t"/>
                <a:pathLst>
                  <a:path extrusionOk="0" h="1687" w="1688">
                    <a:moveTo>
                      <a:pt x="1652" y="0"/>
                    </a:moveTo>
                    <a:lnTo>
                      <a:pt x="1" y="35"/>
                    </a:lnTo>
                    <a:lnTo>
                      <a:pt x="18" y="1687"/>
                    </a:lnTo>
                    <a:lnTo>
                      <a:pt x="1688" y="1669"/>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69" name="Google Shape;3969;p36"/>
              <p:cNvSpPr/>
              <p:nvPr/>
            </p:nvSpPr>
            <p:spPr>
              <a:xfrm>
                <a:off x="7280725" y="2955825"/>
                <a:ext cx="42200" cy="42200"/>
              </a:xfrm>
              <a:custGeom>
                <a:rect b="b" l="l" r="r" t="t"/>
                <a:pathLst>
                  <a:path extrusionOk="0" h="1688" w="1688">
                    <a:moveTo>
                      <a:pt x="1652" y="1"/>
                    </a:moveTo>
                    <a:lnTo>
                      <a:pt x="1" y="36"/>
                    </a:lnTo>
                    <a:lnTo>
                      <a:pt x="36"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0" name="Google Shape;3970;p36"/>
              <p:cNvSpPr/>
              <p:nvPr/>
            </p:nvSpPr>
            <p:spPr>
              <a:xfrm>
                <a:off x="7279850" y="2914550"/>
                <a:ext cx="42200" cy="42175"/>
              </a:xfrm>
              <a:custGeom>
                <a:rect b="b" l="l" r="r" t="t"/>
                <a:pathLst>
                  <a:path extrusionOk="0" h="1687" w="1688">
                    <a:moveTo>
                      <a:pt x="1669" y="0"/>
                    </a:moveTo>
                    <a:lnTo>
                      <a:pt x="1" y="17"/>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1" name="Google Shape;3971;p36"/>
              <p:cNvSpPr/>
              <p:nvPr/>
            </p:nvSpPr>
            <p:spPr>
              <a:xfrm>
                <a:off x="7279400" y="2872800"/>
                <a:ext cx="42175" cy="42175"/>
              </a:xfrm>
              <a:custGeom>
                <a:rect b="b" l="l" r="r" t="t"/>
                <a:pathLst>
                  <a:path extrusionOk="0" h="1687" w="1687">
                    <a:moveTo>
                      <a:pt x="1652" y="0"/>
                    </a:moveTo>
                    <a:lnTo>
                      <a:pt x="0" y="35"/>
                    </a:lnTo>
                    <a:lnTo>
                      <a:pt x="19"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2" name="Google Shape;3972;p36"/>
              <p:cNvSpPr/>
              <p:nvPr/>
            </p:nvSpPr>
            <p:spPr>
              <a:xfrm>
                <a:off x="7278525" y="2831500"/>
                <a:ext cx="42175" cy="42200"/>
              </a:xfrm>
              <a:custGeom>
                <a:rect b="b" l="l" r="r" t="t"/>
                <a:pathLst>
                  <a:path extrusionOk="0" h="1688" w="1687">
                    <a:moveTo>
                      <a:pt x="1670" y="1"/>
                    </a:moveTo>
                    <a:lnTo>
                      <a:pt x="0" y="36"/>
                    </a:lnTo>
                    <a:lnTo>
                      <a:pt x="35"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3" name="Google Shape;3973;p36"/>
              <p:cNvSpPr/>
              <p:nvPr/>
            </p:nvSpPr>
            <p:spPr>
              <a:xfrm>
                <a:off x="7278100" y="2790225"/>
                <a:ext cx="42175" cy="42175"/>
              </a:xfrm>
              <a:custGeom>
                <a:rect b="b" l="l" r="r" t="t"/>
                <a:pathLst>
                  <a:path extrusionOk="0" h="1687" w="1687">
                    <a:moveTo>
                      <a:pt x="1652" y="0"/>
                    </a:moveTo>
                    <a:lnTo>
                      <a:pt x="0" y="18"/>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4" name="Google Shape;3974;p36"/>
              <p:cNvSpPr/>
              <p:nvPr/>
            </p:nvSpPr>
            <p:spPr>
              <a:xfrm>
                <a:off x="7277225" y="2748500"/>
                <a:ext cx="42175" cy="42200"/>
              </a:xfrm>
              <a:custGeom>
                <a:rect b="b" l="l" r="r" t="t"/>
                <a:pathLst>
                  <a:path extrusionOk="0" h="1688" w="1687">
                    <a:moveTo>
                      <a:pt x="1652" y="1"/>
                    </a:moveTo>
                    <a:lnTo>
                      <a:pt x="0" y="36"/>
                    </a:lnTo>
                    <a:lnTo>
                      <a:pt x="35"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5" name="Google Shape;3975;p36"/>
              <p:cNvSpPr/>
              <p:nvPr/>
            </p:nvSpPr>
            <p:spPr>
              <a:xfrm>
                <a:off x="7276350" y="2707225"/>
                <a:ext cx="42175" cy="42175"/>
              </a:xfrm>
              <a:custGeom>
                <a:rect b="b" l="l" r="r" t="t"/>
                <a:pathLst>
                  <a:path extrusionOk="0" h="1687" w="1687">
                    <a:moveTo>
                      <a:pt x="1668" y="0"/>
                    </a:moveTo>
                    <a:lnTo>
                      <a:pt x="0" y="17"/>
                    </a:lnTo>
                    <a:lnTo>
                      <a:pt x="35" y="1687"/>
                    </a:lnTo>
                    <a:lnTo>
                      <a:pt x="1687" y="1652"/>
                    </a:lnTo>
                    <a:lnTo>
                      <a:pt x="1668"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6" name="Google Shape;3976;p36"/>
              <p:cNvSpPr/>
              <p:nvPr/>
            </p:nvSpPr>
            <p:spPr>
              <a:xfrm>
                <a:off x="7240750" y="3039275"/>
                <a:ext cx="42175" cy="42200"/>
              </a:xfrm>
              <a:custGeom>
                <a:rect b="b" l="l" r="r" t="t"/>
                <a:pathLst>
                  <a:path extrusionOk="0" h="1688" w="1687">
                    <a:moveTo>
                      <a:pt x="1652" y="1"/>
                    </a:moveTo>
                    <a:lnTo>
                      <a:pt x="0" y="36"/>
                    </a:lnTo>
                    <a:lnTo>
                      <a:pt x="18" y="1688"/>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7" name="Google Shape;3977;p36"/>
              <p:cNvSpPr/>
              <p:nvPr/>
            </p:nvSpPr>
            <p:spPr>
              <a:xfrm>
                <a:off x="7239875" y="2998000"/>
                <a:ext cx="42175" cy="42200"/>
              </a:xfrm>
              <a:custGeom>
                <a:rect b="b" l="l" r="r" t="t"/>
                <a:pathLst>
                  <a:path extrusionOk="0" h="1688" w="1687">
                    <a:moveTo>
                      <a:pt x="1670" y="0"/>
                    </a:moveTo>
                    <a:lnTo>
                      <a:pt x="0" y="35"/>
                    </a:lnTo>
                    <a:lnTo>
                      <a:pt x="35" y="1687"/>
                    </a:lnTo>
                    <a:lnTo>
                      <a:pt x="1687" y="1652"/>
                    </a:lnTo>
                    <a:lnTo>
                      <a:pt x="1670"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8" name="Google Shape;3978;p36"/>
              <p:cNvSpPr/>
              <p:nvPr/>
            </p:nvSpPr>
            <p:spPr>
              <a:xfrm>
                <a:off x="7239450" y="2956700"/>
                <a:ext cx="42175" cy="42200"/>
              </a:xfrm>
              <a:custGeom>
                <a:rect b="b" l="l" r="r" t="t"/>
                <a:pathLst>
                  <a:path extrusionOk="0" h="1688" w="1687">
                    <a:moveTo>
                      <a:pt x="1652" y="1"/>
                    </a:moveTo>
                    <a:lnTo>
                      <a:pt x="0" y="18"/>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79" name="Google Shape;3979;p36"/>
              <p:cNvSpPr/>
              <p:nvPr/>
            </p:nvSpPr>
            <p:spPr>
              <a:xfrm>
                <a:off x="7238575" y="2914950"/>
                <a:ext cx="42175" cy="42200"/>
              </a:xfrm>
              <a:custGeom>
                <a:rect b="b" l="l" r="r" t="t"/>
                <a:pathLst>
                  <a:path extrusionOk="0" h="1688" w="1687">
                    <a:moveTo>
                      <a:pt x="1652" y="1"/>
                    </a:moveTo>
                    <a:lnTo>
                      <a:pt x="0" y="36"/>
                    </a:lnTo>
                    <a:lnTo>
                      <a:pt x="35"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0" name="Google Shape;3980;p36"/>
              <p:cNvSpPr/>
              <p:nvPr/>
            </p:nvSpPr>
            <p:spPr>
              <a:xfrm>
                <a:off x="7237675" y="2873675"/>
                <a:ext cx="42200" cy="42200"/>
              </a:xfrm>
              <a:custGeom>
                <a:rect b="b" l="l" r="r" t="t"/>
                <a:pathLst>
                  <a:path extrusionOk="0" h="1688" w="1688">
                    <a:moveTo>
                      <a:pt x="1669" y="0"/>
                    </a:moveTo>
                    <a:lnTo>
                      <a:pt x="1" y="36"/>
                    </a:lnTo>
                    <a:lnTo>
                      <a:pt x="36" y="1687"/>
                    </a:lnTo>
                    <a:lnTo>
                      <a:pt x="1688"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1" name="Google Shape;3981;p36"/>
              <p:cNvSpPr/>
              <p:nvPr/>
            </p:nvSpPr>
            <p:spPr>
              <a:xfrm>
                <a:off x="7237225" y="2832375"/>
                <a:ext cx="42200" cy="42200"/>
              </a:xfrm>
              <a:custGeom>
                <a:rect b="b" l="l" r="r" t="t"/>
                <a:pathLst>
                  <a:path extrusionOk="0" h="1688" w="1688">
                    <a:moveTo>
                      <a:pt x="1652" y="1"/>
                    </a:moveTo>
                    <a:lnTo>
                      <a:pt x="1" y="19"/>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2" name="Google Shape;3982;p36"/>
              <p:cNvSpPr/>
              <p:nvPr/>
            </p:nvSpPr>
            <p:spPr>
              <a:xfrm>
                <a:off x="7236350" y="2790675"/>
                <a:ext cx="42200" cy="42200"/>
              </a:xfrm>
              <a:custGeom>
                <a:rect b="b" l="l" r="r" t="t"/>
                <a:pathLst>
                  <a:path extrusionOk="0" h="1688" w="1688">
                    <a:moveTo>
                      <a:pt x="1670" y="0"/>
                    </a:moveTo>
                    <a:lnTo>
                      <a:pt x="0" y="36"/>
                    </a:lnTo>
                    <a:lnTo>
                      <a:pt x="36" y="1687"/>
                    </a:lnTo>
                    <a:lnTo>
                      <a:pt x="1687" y="1669"/>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3" name="Google Shape;3983;p36"/>
              <p:cNvSpPr/>
              <p:nvPr/>
            </p:nvSpPr>
            <p:spPr>
              <a:xfrm>
                <a:off x="7235925" y="2749375"/>
                <a:ext cx="42200" cy="42200"/>
              </a:xfrm>
              <a:custGeom>
                <a:rect b="b" l="l" r="r" t="t"/>
                <a:pathLst>
                  <a:path extrusionOk="0" h="1688" w="1688">
                    <a:moveTo>
                      <a:pt x="1652" y="1"/>
                    </a:moveTo>
                    <a:lnTo>
                      <a:pt x="1" y="18"/>
                    </a:lnTo>
                    <a:lnTo>
                      <a:pt x="17"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4" name="Google Shape;3984;p36"/>
              <p:cNvSpPr/>
              <p:nvPr/>
            </p:nvSpPr>
            <p:spPr>
              <a:xfrm>
                <a:off x="7235050" y="2707625"/>
                <a:ext cx="42200" cy="42200"/>
              </a:xfrm>
              <a:custGeom>
                <a:rect b="b" l="l" r="r" t="t"/>
                <a:pathLst>
                  <a:path extrusionOk="0" h="1688" w="1688">
                    <a:moveTo>
                      <a:pt x="1652" y="1"/>
                    </a:moveTo>
                    <a:lnTo>
                      <a:pt x="0" y="36"/>
                    </a:lnTo>
                    <a:lnTo>
                      <a:pt x="36"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5" name="Google Shape;3985;p36"/>
              <p:cNvSpPr/>
              <p:nvPr/>
            </p:nvSpPr>
            <p:spPr>
              <a:xfrm>
                <a:off x="7234175" y="2666350"/>
                <a:ext cx="42175" cy="42200"/>
              </a:xfrm>
              <a:custGeom>
                <a:rect b="b" l="l" r="r" t="t"/>
                <a:pathLst>
                  <a:path extrusionOk="0" h="1688" w="1687">
                    <a:moveTo>
                      <a:pt x="1669" y="0"/>
                    </a:moveTo>
                    <a:lnTo>
                      <a:pt x="0" y="36"/>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6" name="Google Shape;3986;p36"/>
              <p:cNvSpPr/>
              <p:nvPr/>
            </p:nvSpPr>
            <p:spPr>
              <a:xfrm>
                <a:off x="7199900" y="3081450"/>
                <a:ext cx="42200" cy="42200"/>
              </a:xfrm>
              <a:custGeom>
                <a:rect b="b" l="l" r="r" t="t"/>
                <a:pathLst>
                  <a:path extrusionOk="0" h="1688" w="1688">
                    <a:moveTo>
                      <a:pt x="1652" y="1"/>
                    </a:moveTo>
                    <a:lnTo>
                      <a:pt x="1" y="36"/>
                    </a:lnTo>
                    <a:lnTo>
                      <a:pt x="36" y="1687"/>
                    </a:lnTo>
                    <a:lnTo>
                      <a:pt x="1688"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7" name="Google Shape;3987;p36"/>
              <p:cNvSpPr/>
              <p:nvPr/>
            </p:nvSpPr>
            <p:spPr>
              <a:xfrm>
                <a:off x="7199450" y="3040175"/>
                <a:ext cx="41775" cy="42175"/>
              </a:xfrm>
              <a:custGeom>
                <a:rect b="b" l="l" r="r" t="t"/>
                <a:pathLst>
                  <a:path extrusionOk="0" h="1687" w="1671">
                    <a:moveTo>
                      <a:pt x="1652" y="0"/>
                    </a:moveTo>
                    <a:lnTo>
                      <a:pt x="1" y="35"/>
                    </a:lnTo>
                    <a:lnTo>
                      <a:pt x="19" y="1687"/>
                    </a:lnTo>
                    <a:lnTo>
                      <a:pt x="1670"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8" name="Google Shape;3988;p36"/>
              <p:cNvSpPr/>
              <p:nvPr/>
            </p:nvSpPr>
            <p:spPr>
              <a:xfrm>
                <a:off x="7198575" y="2998875"/>
                <a:ext cx="42200" cy="42200"/>
              </a:xfrm>
              <a:custGeom>
                <a:rect b="b" l="l" r="r" t="t"/>
                <a:pathLst>
                  <a:path extrusionOk="0" h="1688" w="1688">
                    <a:moveTo>
                      <a:pt x="1652" y="0"/>
                    </a:moveTo>
                    <a:lnTo>
                      <a:pt x="0" y="17"/>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89" name="Google Shape;3989;p36"/>
              <p:cNvSpPr/>
              <p:nvPr/>
            </p:nvSpPr>
            <p:spPr>
              <a:xfrm>
                <a:off x="7197700" y="2957125"/>
                <a:ext cx="42175" cy="42200"/>
              </a:xfrm>
              <a:custGeom>
                <a:rect b="b" l="l" r="r" t="t"/>
                <a:pathLst>
                  <a:path extrusionOk="0" h="1688" w="1687">
                    <a:moveTo>
                      <a:pt x="1670" y="1"/>
                    </a:moveTo>
                    <a:lnTo>
                      <a:pt x="0" y="36"/>
                    </a:lnTo>
                    <a:lnTo>
                      <a:pt x="35" y="1687"/>
                    </a:lnTo>
                    <a:lnTo>
                      <a:pt x="1687" y="1670"/>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0" name="Google Shape;3990;p36"/>
              <p:cNvSpPr/>
              <p:nvPr/>
            </p:nvSpPr>
            <p:spPr>
              <a:xfrm>
                <a:off x="7197275" y="2915850"/>
                <a:ext cx="42200" cy="42175"/>
              </a:xfrm>
              <a:custGeom>
                <a:rect b="b" l="l" r="r" t="t"/>
                <a:pathLst>
                  <a:path extrusionOk="0" h="1687" w="1688">
                    <a:moveTo>
                      <a:pt x="1652" y="0"/>
                    </a:moveTo>
                    <a:lnTo>
                      <a:pt x="0"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1" name="Google Shape;3991;p36"/>
              <p:cNvSpPr/>
              <p:nvPr/>
            </p:nvSpPr>
            <p:spPr>
              <a:xfrm>
                <a:off x="7196400" y="2874550"/>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2" name="Google Shape;3992;p36"/>
              <p:cNvSpPr/>
              <p:nvPr/>
            </p:nvSpPr>
            <p:spPr>
              <a:xfrm>
                <a:off x="7195950" y="2832850"/>
                <a:ext cx="41750" cy="42175"/>
              </a:xfrm>
              <a:custGeom>
                <a:rect b="b" l="l" r="r" t="t"/>
                <a:pathLst>
                  <a:path extrusionOk="0" h="1687" w="1670">
                    <a:moveTo>
                      <a:pt x="1652" y="0"/>
                    </a:moveTo>
                    <a:lnTo>
                      <a:pt x="0" y="35"/>
                    </a:lnTo>
                    <a:lnTo>
                      <a:pt x="18" y="1687"/>
                    </a:lnTo>
                    <a:lnTo>
                      <a:pt x="1670"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3" name="Google Shape;3993;p36"/>
              <p:cNvSpPr/>
              <p:nvPr/>
            </p:nvSpPr>
            <p:spPr>
              <a:xfrm>
                <a:off x="7195050" y="2791550"/>
                <a:ext cx="42200" cy="42200"/>
              </a:xfrm>
              <a:custGeom>
                <a:rect b="b" l="l" r="r" t="t"/>
                <a:pathLst>
                  <a:path extrusionOk="0" h="1688" w="1688">
                    <a:moveTo>
                      <a:pt x="1652" y="1"/>
                    </a:moveTo>
                    <a:lnTo>
                      <a:pt x="1" y="17"/>
                    </a:lnTo>
                    <a:lnTo>
                      <a:pt x="36"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4" name="Google Shape;3994;p36"/>
              <p:cNvSpPr/>
              <p:nvPr/>
            </p:nvSpPr>
            <p:spPr>
              <a:xfrm>
                <a:off x="7194175" y="2749800"/>
                <a:ext cx="42200" cy="42200"/>
              </a:xfrm>
              <a:custGeom>
                <a:rect b="b" l="l" r="r" t="t"/>
                <a:pathLst>
                  <a:path extrusionOk="0" h="1688" w="1688">
                    <a:moveTo>
                      <a:pt x="1671" y="1"/>
                    </a:moveTo>
                    <a:lnTo>
                      <a:pt x="1" y="36"/>
                    </a:lnTo>
                    <a:lnTo>
                      <a:pt x="36" y="1687"/>
                    </a:lnTo>
                    <a:lnTo>
                      <a:pt x="1687" y="1671"/>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5" name="Google Shape;3995;p36"/>
              <p:cNvSpPr/>
              <p:nvPr/>
            </p:nvSpPr>
            <p:spPr>
              <a:xfrm>
                <a:off x="7193750" y="2708525"/>
                <a:ext cx="42200" cy="42175"/>
              </a:xfrm>
              <a:custGeom>
                <a:rect b="b" l="l" r="r" t="t"/>
                <a:pathLst>
                  <a:path extrusionOk="0" h="1687" w="1688">
                    <a:moveTo>
                      <a:pt x="1652" y="0"/>
                    </a:moveTo>
                    <a:lnTo>
                      <a:pt x="1" y="35"/>
                    </a:lnTo>
                    <a:lnTo>
                      <a:pt x="18"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6" name="Google Shape;3996;p36"/>
              <p:cNvSpPr/>
              <p:nvPr/>
            </p:nvSpPr>
            <p:spPr>
              <a:xfrm>
                <a:off x="7192875" y="2667225"/>
                <a:ext cx="42200" cy="42200"/>
              </a:xfrm>
              <a:custGeom>
                <a:rect b="b" l="l" r="r" t="t"/>
                <a:pathLst>
                  <a:path extrusionOk="0" h="1688" w="1688">
                    <a:moveTo>
                      <a:pt x="1652" y="1"/>
                    </a:moveTo>
                    <a:lnTo>
                      <a:pt x="1" y="19"/>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7" name="Google Shape;3997;p36"/>
              <p:cNvSpPr/>
              <p:nvPr/>
            </p:nvSpPr>
            <p:spPr>
              <a:xfrm>
                <a:off x="7159050" y="3123625"/>
                <a:ext cx="42175" cy="42175"/>
              </a:xfrm>
              <a:custGeom>
                <a:rect b="b" l="l" r="r" t="t"/>
                <a:pathLst>
                  <a:path extrusionOk="0" h="1687" w="1687">
                    <a:moveTo>
                      <a:pt x="1670" y="0"/>
                    </a:moveTo>
                    <a:lnTo>
                      <a:pt x="0" y="35"/>
                    </a:lnTo>
                    <a:lnTo>
                      <a:pt x="35" y="1687"/>
                    </a:lnTo>
                    <a:lnTo>
                      <a:pt x="1687" y="1669"/>
                    </a:lnTo>
                    <a:lnTo>
                      <a:pt x="1670"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8" name="Google Shape;3998;p36"/>
              <p:cNvSpPr/>
              <p:nvPr/>
            </p:nvSpPr>
            <p:spPr>
              <a:xfrm>
                <a:off x="7158625" y="3082325"/>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3999" name="Google Shape;3999;p36"/>
              <p:cNvSpPr/>
              <p:nvPr/>
            </p:nvSpPr>
            <p:spPr>
              <a:xfrm>
                <a:off x="7157750" y="3041050"/>
                <a:ext cx="42175" cy="42175"/>
              </a:xfrm>
              <a:custGeom>
                <a:rect b="b" l="l" r="r" t="t"/>
                <a:pathLst>
                  <a:path extrusionOk="0" h="1687" w="1687">
                    <a:moveTo>
                      <a:pt x="1669" y="0"/>
                    </a:moveTo>
                    <a:lnTo>
                      <a:pt x="0" y="17"/>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0" name="Google Shape;4000;p36"/>
              <p:cNvSpPr/>
              <p:nvPr/>
            </p:nvSpPr>
            <p:spPr>
              <a:xfrm>
                <a:off x="7157275" y="2999300"/>
                <a:ext cx="42200" cy="42200"/>
              </a:xfrm>
              <a:custGeom>
                <a:rect b="b" l="l" r="r" t="t"/>
                <a:pathLst>
                  <a:path extrusionOk="0" h="1688" w="1688">
                    <a:moveTo>
                      <a:pt x="1652" y="0"/>
                    </a:moveTo>
                    <a:lnTo>
                      <a:pt x="1" y="35"/>
                    </a:lnTo>
                    <a:lnTo>
                      <a:pt x="19" y="1687"/>
                    </a:lnTo>
                    <a:lnTo>
                      <a:pt x="1688"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1" name="Google Shape;4001;p36"/>
              <p:cNvSpPr/>
              <p:nvPr/>
            </p:nvSpPr>
            <p:spPr>
              <a:xfrm>
                <a:off x="7156400" y="2958000"/>
                <a:ext cx="42200" cy="42200"/>
              </a:xfrm>
              <a:custGeom>
                <a:rect b="b" l="l" r="r" t="t"/>
                <a:pathLst>
                  <a:path extrusionOk="0" h="1688" w="1688">
                    <a:moveTo>
                      <a:pt x="1652" y="1"/>
                    </a:moveTo>
                    <a:lnTo>
                      <a:pt x="1" y="19"/>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2" name="Google Shape;4002;p36"/>
              <p:cNvSpPr/>
              <p:nvPr/>
            </p:nvSpPr>
            <p:spPr>
              <a:xfrm>
                <a:off x="7155525" y="2916725"/>
                <a:ext cx="42200" cy="41775"/>
              </a:xfrm>
              <a:custGeom>
                <a:rect b="b" l="l" r="r" t="t"/>
                <a:pathLst>
                  <a:path extrusionOk="0" h="1671" w="1688">
                    <a:moveTo>
                      <a:pt x="1670" y="0"/>
                    </a:moveTo>
                    <a:lnTo>
                      <a:pt x="1" y="18"/>
                    </a:lnTo>
                    <a:lnTo>
                      <a:pt x="36" y="1670"/>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3" name="Google Shape;4003;p36"/>
              <p:cNvSpPr/>
              <p:nvPr/>
            </p:nvSpPr>
            <p:spPr>
              <a:xfrm>
                <a:off x="7155100" y="2875000"/>
                <a:ext cx="42200" cy="42200"/>
              </a:xfrm>
              <a:custGeom>
                <a:rect b="b" l="l" r="r" t="t"/>
                <a:pathLst>
                  <a:path extrusionOk="0" h="1688" w="1688">
                    <a:moveTo>
                      <a:pt x="1652" y="1"/>
                    </a:moveTo>
                    <a:lnTo>
                      <a:pt x="1" y="36"/>
                    </a:lnTo>
                    <a:lnTo>
                      <a:pt x="18"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4" name="Google Shape;4004;p36"/>
              <p:cNvSpPr/>
              <p:nvPr/>
            </p:nvSpPr>
            <p:spPr>
              <a:xfrm>
                <a:off x="7154225" y="2833725"/>
                <a:ext cx="42200" cy="42175"/>
              </a:xfrm>
              <a:custGeom>
                <a:rect b="b" l="l" r="r" t="t"/>
                <a:pathLst>
                  <a:path extrusionOk="0" h="1687" w="1688">
                    <a:moveTo>
                      <a:pt x="1669" y="0"/>
                    </a:moveTo>
                    <a:lnTo>
                      <a:pt x="1" y="17"/>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5" name="Google Shape;4005;p36"/>
              <p:cNvSpPr/>
              <p:nvPr/>
            </p:nvSpPr>
            <p:spPr>
              <a:xfrm>
                <a:off x="7153775" y="2791975"/>
                <a:ext cx="42200" cy="42200"/>
              </a:xfrm>
              <a:custGeom>
                <a:rect b="b" l="l" r="r" t="t"/>
                <a:pathLst>
                  <a:path extrusionOk="0" h="1688" w="1688">
                    <a:moveTo>
                      <a:pt x="1652" y="0"/>
                    </a:moveTo>
                    <a:lnTo>
                      <a:pt x="0" y="36"/>
                    </a:lnTo>
                    <a:lnTo>
                      <a:pt x="19"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6" name="Google Shape;4006;p36"/>
              <p:cNvSpPr/>
              <p:nvPr/>
            </p:nvSpPr>
            <p:spPr>
              <a:xfrm>
                <a:off x="7152900" y="2750675"/>
                <a:ext cx="42175" cy="42200"/>
              </a:xfrm>
              <a:custGeom>
                <a:rect b="b" l="l" r="r" t="t"/>
                <a:pathLst>
                  <a:path extrusionOk="0" h="1688" w="1687">
                    <a:moveTo>
                      <a:pt x="1652" y="1"/>
                    </a:moveTo>
                    <a:lnTo>
                      <a:pt x="0" y="36"/>
                    </a:lnTo>
                    <a:lnTo>
                      <a:pt x="35"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7" name="Google Shape;4007;p36"/>
              <p:cNvSpPr/>
              <p:nvPr/>
            </p:nvSpPr>
            <p:spPr>
              <a:xfrm>
                <a:off x="7152025" y="2709400"/>
                <a:ext cx="42175" cy="42175"/>
              </a:xfrm>
              <a:custGeom>
                <a:rect b="b" l="l" r="r" t="t"/>
                <a:pathLst>
                  <a:path extrusionOk="0" h="1687" w="1687">
                    <a:moveTo>
                      <a:pt x="1670" y="0"/>
                    </a:moveTo>
                    <a:lnTo>
                      <a:pt x="0" y="19"/>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8" name="Google Shape;4008;p36"/>
              <p:cNvSpPr/>
              <p:nvPr/>
            </p:nvSpPr>
            <p:spPr>
              <a:xfrm>
                <a:off x="7151600" y="2667675"/>
                <a:ext cx="42175" cy="42200"/>
              </a:xfrm>
              <a:custGeom>
                <a:rect b="b" l="l" r="r" t="t"/>
                <a:pathLst>
                  <a:path extrusionOk="0" h="1688" w="1687">
                    <a:moveTo>
                      <a:pt x="1652" y="1"/>
                    </a:moveTo>
                    <a:lnTo>
                      <a:pt x="0" y="36"/>
                    </a:lnTo>
                    <a:lnTo>
                      <a:pt x="17" y="1688"/>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09" name="Google Shape;4009;p36"/>
              <p:cNvSpPr/>
              <p:nvPr/>
            </p:nvSpPr>
            <p:spPr>
              <a:xfrm>
                <a:off x="7118625" y="3165775"/>
                <a:ext cx="42200" cy="42200"/>
              </a:xfrm>
              <a:custGeom>
                <a:rect b="b" l="l" r="r" t="t"/>
                <a:pathLst>
                  <a:path extrusionOk="0" h="1688" w="1688">
                    <a:moveTo>
                      <a:pt x="1652" y="1"/>
                    </a:moveTo>
                    <a:lnTo>
                      <a:pt x="1" y="36"/>
                    </a:lnTo>
                    <a:lnTo>
                      <a:pt x="19" y="1688"/>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0" name="Google Shape;4010;p36"/>
              <p:cNvSpPr/>
              <p:nvPr/>
            </p:nvSpPr>
            <p:spPr>
              <a:xfrm>
                <a:off x="7117750" y="3124500"/>
                <a:ext cx="42200" cy="42200"/>
              </a:xfrm>
              <a:custGeom>
                <a:rect b="b" l="l" r="r" t="t"/>
                <a:pathLst>
                  <a:path extrusionOk="0" h="1688" w="1688">
                    <a:moveTo>
                      <a:pt x="1652" y="0"/>
                    </a:moveTo>
                    <a:lnTo>
                      <a:pt x="1" y="17"/>
                    </a:lnTo>
                    <a:lnTo>
                      <a:pt x="36" y="1687"/>
                    </a:lnTo>
                    <a:lnTo>
                      <a:pt x="1687"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1" name="Google Shape;4011;p36"/>
              <p:cNvSpPr/>
              <p:nvPr/>
            </p:nvSpPr>
            <p:spPr>
              <a:xfrm>
                <a:off x="7116875" y="3083200"/>
                <a:ext cx="42200" cy="41750"/>
              </a:xfrm>
              <a:custGeom>
                <a:rect b="b" l="l" r="r" t="t"/>
                <a:pathLst>
                  <a:path extrusionOk="0" h="1670" w="1688">
                    <a:moveTo>
                      <a:pt x="1670" y="1"/>
                    </a:moveTo>
                    <a:lnTo>
                      <a:pt x="0" y="18"/>
                    </a:lnTo>
                    <a:lnTo>
                      <a:pt x="36" y="1669"/>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2" name="Google Shape;4012;p36"/>
              <p:cNvSpPr/>
              <p:nvPr/>
            </p:nvSpPr>
            <p:spPr>
              <a:xfrm>
                <a:off x="7116450" y="3041475"/>
                <a:ext cx="42200" cy="42175"/>
              </a:xfrm>
              <a:custGeom>
                <a:rect b="b" l="l" r="r" t="t"/>
                <a:pathLst>
                  <a:path extrusionOk="0" h="1687" w="1688">
                    <a:moveTo>
                      <a:pt x="1652" y="0"/>
                    </a:moveTo>
                    <a:lnTo>
                      <a:pt x="1" y="35"/>
                    </a:lnTo>
                    <a:lnTo>
                      <a:pt x="17"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3" name="Google Shape;4013;p36"/>
              <p:cNvSpPr/>
              <p:nvPr/>
            </p:nvSpPr>
            <p:spPr>
              <a:xfrm>
                <a:off x="7115575" y="3000175"/>
                <a:ext cx="42200" cy="42200"/>
              </a:xfrm>
              <a:custGeom>
                <a:rect b="b" l="l" r="r" t="t"/>
                <a:pathLst>
                  <a:path extrusionOk="0" h="1688" w="1688">
                    <a:moveTo>
                      <a:pt x="1669" y="0"/>
                    </a:moveTo>
                    <a:lnTo>
                      <a:pt x="0" y="19"/>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4" name="Google Shape;4014;p36"/>
              <p:cNvSpPr/>
              <p:nvPr/>
            </p:nvSpPr>
            <p:spPr>
              <a:xfrm>
                <a:off x="7115125" y="2958475"/>
                <a:ext cx="42175" cy="42175"/>
              </a:xfrm>
              <a:custGeom>
                <a:rect b="b" l="l" r="r" t="t"/>
                <a:pathLst>
                  <a:path extrusionOk="0" h="1687" w="1687">
                    <a:moveTo>
                      <a:pt x="1652" y="0"/>
                    </a:moveTo>
                    <a:lnTo>
                      <a:pt x="0" y="35"/>
                    </a:lnTo>
                    <a:lnTo>
                      <a:pt x="18" y="1687"/>
                    </a:lnTo>
                    <a:lnTo>
                      <a:pt x="1687" y="1668"/>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5" name="Google Shape;4015;p36"/>
              <p:cNvSpPr/>
              <p:nvPr/>
            </p:nvSpPr>
            <p:spPr>
              <a:xfrm>
                <a:off x="7114250" y="2917175"/>
                <a:ext cx="42175" cy="42200"/>
              </a:xfrm>
              <a:custGeom>
                <a:rect b="b" l="l" r="r" t="t"/>
                <a:pathLst>
                  <a:path extrusionOk="0" h="1688" w="1687">
                    <a:moveTo>
                      <a:pt x="1652" y="0"/>
                    </a:moveTo>
                    <a:lnTo>
                      <a:pt x="0" y="36"/>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6" name="Google Shape;4016;p36"/>
              <p:cNvSpPr/>
              <p:nvPr/>
            </p:nvSpPr>
            <p:spPr>
              <a:xfrm>
                <a:off x="7113350" y="2875875"/>
                <a:ext cx="42200" cy="42200"/>
              </a:xfrm>
              <a:custGeom>
                <a:rect b="b" l="l" r="r" t="t"/>
                <a:pathLst>
                  <a:path extrusionOk="0" h="1688" w="1688">
                    <a:moveTo>
                      <a:pt x="1671" y="1"/>
                    </a:moveTo>
                    <a:lnTo>
                      <a:pt x="1" y="18"/>
                    </a:lnTo>
                    <a:lnTo>
                      <a:pt x="36" y="1688"/>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7" name="Google Shape;4017;p36"/>
              <p:cNvSpPr/>
              <p:nvPr/>
            </p:nvSpPr>
            <p:spPr>
              <a:xfrm>
                <a:off x="7112950" y="2834150"/>
                <a:ext cx="42175" cy="42175"/>
              </a:xfrm>
              <a:custGeom>
                <a:rect b="b" l="l" r="r" t="t"/>
                <a:pathLst>
                  <a:path extrusionOk="0" h="1687" w="1687">
                    <a:moveTo>
                      <a:pt x="1652" y="0"/>
                    </a:moveTo>
                    <a:lnTo>
                      <a:pt x="0" y="35"/>
                    </a:lnTo>
                    <a:lnTo>
                      <a:pt x="17"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8" name="Google Shape;4018;p36"/>
              <p:cNvSpPr/>
              <p:nvPr/>
            </p:nvSpPr>
            <p:spPr>
              <a:xfrm>
                <a:off x="7112050" y="2792850"/>
                <a:ext cx="42200" cy="42200"/>
              </a:xfrm>
              <a:custGeom>
                <a:rect b="b" l="l" r="r" t="t"/>
                <a:pathLst>
                  <a:path extrusionOk="0" h="1688" w="1688">
                    <a:moveTo>
                      <a:pt x="1669" y="1"/>
                    </a:moveTo>
                    <a:lnTo>
                      <a:pt x="1" y="36"/>
                    </a:lnTo>
                    <a:lnTo>
                      <a:pt x="36" y="1687"/>
                    </a:lnTo>
                    <a:lnTo>
                      <a:pt x="1688"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19" name="Google Shape;4019;p36"/>
              <p:cNvSpPr/>
              <p:nvPr/>
            </p:nvSpPr>
            <p:spPr>
              <a:xfrm>
                <a:off x="7111600" y="2751550"/>
                <a:ext cx="42200" cy="42200"/>
              </a:xfrm>
              <a:custGeom>
                <a:rect b="b" l="l" r="r" t="t"/>
                <a:pathLst>
                  <a:path extrusionOk="0" h="1688" w="1688">
                    <a:moveTo>
                      <a:pt x="1652" y="1"/>
                    </a:moveTo>
                    <a:lnTo>
                      <a:pt x="1" y="19"/>
                    </a:lnTo>
                    <a:lnTo>
                      <a:pt x="19" y="1688"/>
                    </a:lnTo>
                    <a:lnTo>
                      <a:pt x="1687"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0" name="Google Shape;4020;p36"/>
              <p:cNvSpPr/>
              <p:nvPr/>
            </p:nvSpPr>
            <p:spPr>
              <a:xfrm>
                <a:off x="7110725" y="2709850"/>
                <a:ext cx="42200" cy="42200"/>
              </a:xfrm>
              <a:custGeom>
                <a:rect b="b" l="l" r="r" t="t"/>
                <a:pathLst>
                  <a:path extrusionOk="0" h="1688" w="1688">
                    <a:moveTo>
                      <a:pt x="1652" y="1"/>
                    </a:moveTo>
                    <a:lnTo>
                      <a:pt x="1" y="36"/>
                    </a:lnTo>
                    <a:lnTo>
                      <a:pt x="36"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1" name="Google Shape;4021;p36"/>
              <p:cNvSpPr/>
              <p:nvPr/>
            </p:nvSpPr>
            <p:spPr>
              <a:xfrm>
                <a:off x="7077800" y="3207950"/>
                <a:ext cx="42200" cy="42200"/>
              </a:xfrm>
              <a:custGeom>
                <a:rect b="b" l="l" r="r" t="t"/>
                <a:pathLst>
                  <a:path extrusionOk="0" h="1688" w="1688">
                    <a:moveTo>
                      <a:pt x="1652" y="1"/>
                    </a:moveTo>
                    <a:lnTo>
                      <a:pt x="0" y="36"/>
                    </a:lnTo>
                    <a:lnTo>
                      <a:pt x="17" y="1687"/>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2" name="Google Shape;4022;p36"/>
              <p:cNvSpPr/>
              <p:nvPr/>
            </p:nvSpPr>
            <p:spPr>
              <a:xfrm>
                <a:off x="7076925" y="3166675"/>
                <a:ext cx="42175" cy="42175"/>
              </a:xfrm>
              <a:custGeom>
                <a:rect b="b" l="l" r="r" t="t"/>
                <a:pathLst>
                  <a:path extrusionOk="0" h="1687" w="1687">
                    <a:moveTo>
                      <a:pt x="1669" y="0"/>
                    </a:moveTo>
                    <a:lnTo>
                      <a:pt x="0" y="17"/>
                    </a:lnTo>
                    <a:lnTo>
                      <a:pt x="35" y="1687"/>
                    </a:lnTo>
                    <a:lnTo>
                      <a:pt x="1687" y="1652"/>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3" name="Google Shape;4023;p36"/>
              <p:cNvSpPr/>
              <p:nvPr/>
            </p:nvSpPr>
            <p:spPr>
              <a:xfrm>
                <a:off x="7076475" y="3124925"/>
                <a:ext cx="42175" cy="42175"/>
              </a:xfrm>
              <a:custGeom>
                <a:rect b="b" l="l" r="r" t="t"/>
                <a:pathLst>
                  <a:path extrusionOk="0" h="1687" w="1687">
                    <a:moveTo>
                      <a:pt x="1652" y="0"/>
                    </a:moveTo>
                    <a:lnTo>
                      <a:pt x="0" y="35"/>
                    </a:lnTo>
                    <a:lnTo>
                      <a:pt x="18"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4" name="Google Shape;4024;p36"/>
              <p:cNvSpPr/>
              <p:nvPr/>
            </p:nvSpPr>
            <p:spPr>
              <a:xfrm>
                <a:off x="7075575" y="3083625"/>
                <a:ext cx="42200" cy="42200"/>
              </a:xfrm>
              <a:custGeom>
                <a:rect b="b" l="l" r="r" t="t"/>
                <a:pathLst>
                  <a:path extrusionOk="0" h="1688" w="1688">
                    <a:moveTo>
                      <a:pt x="1652" y="1"/>
                    </a:moveTo>
                    <a:lnTo>
                      <a:pt x="1" y="36"/>
                    </a:lnTo>
                    <a:lnTo>
                      <a:pt x="36"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5" name="Google Shape;4025;p36"/>
              <p:cNvSpPr/>
              <p:nvPr/>
            </p:nvSpPr>
            <p:spPr>
              <a:xfrm>
                <a:off x="7074700" y="3042350"/>
                <a:ext cx="42200" cy="42175"/>
              </a:xfrm>
              <a:custGeom>
                <a:rect b="b" l="l" r="r" t="t"/>
                <a:pathLst>
                  <a:path extrusionOk="0" h="1687" w="1688">
                    <a:moveTo>
                      <a:pt x="1671" y="0"/>
                    </a:moveTo>
                    <a:lnTo>
                      <a:pt x="1" y="18"/>
                    </a:lnTo>
                    <a:lnTo>
                      <a:pt x="36" y="1687"/>
                    </a:lnTo>
                    <a:lnTo>
                      <a:pt x="1687"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6" name="Google Shape;4026;p36"/>
              <p:cNvSpPr/>
              <p:nvPr/>
            </p:nvSpPr>
            <p:spPr>
              <a:xfrm>
                <a:off x="7074275" y="3000625"/>
                <a:ext cx="42200" cy="42200"/>
              </a:xfrm>
              <a:custGeom>
                <a:rect b="b" l="l" r="r" t="t"/>
                <a:pathLst>
                  <a:path extrusionOk="0" h="1688" w="1688">
                    <a:moveTo>
                      <a:pt x="1652" y="1"/>
                    </a:moveTo>
                    <a:lnTo>
                      <a:pt x="1" y="36"/>
                    </a:lnTo>
                    <a:lnTo>
                      <a:pt x="18" y="1687"/>
                    </a:lnTo>
                    <a:lnTo>
                      <a:pt x="1688"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7" name="Google Shape;4027;p36"/>
              <p:cNvSpPr/>
              <p:nvPr/>
            </p:nvSpPr>
            <p:spPr>
              <a:xfrm>
                <a:off x="7073400" y="2959350"/>
                <a:ext cx="42200" cy="42175"/>
              </a:xfrm>
              <a:custGeom>
                <a:rect b="b" l="l" r="r" t="t"/>
                <a:pathLst>
                  <a:path extrusionOk="0" h="1687" w="1688">
                    <a:moveTo>
                      <a:pt x="1669" y="0"/>
                    </a:moveTo>
                    <a:lnTo>
                      <a:pt x="1" y="35"/>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8" name="Google Shape;4028;p36"/>
              <p:cNvSpPr/>
              <p:nvPr/>
            </p:nvSpPr>
            <p:spPr>
              <a:xfrm>
                <a:off x="7072950" y="2918050"/>
                <a:ext cx="42200" cy="42200"/>
              </a:xfrm>
              <a:custGeom>
                <a:rect b="b" l="l" r="r" t="t"/>
                <a:pathLst>
                  <a:path extrusionOk="0" h="1688" w="1688">
                    <a:moveTo>
                      <a:pt x="1652" y="1"/>
                    </a:moveTo>
                    <a:lnTo>
                      <a:pt x="0" y="17"/>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29" name="Google Shape;4029;p36"/>
              <p:cNvSpPr/>
              <p:nvPr/>
            </p:nvSpPr>
            <p:spPr>
              <a:xfrm>
                <a:off x="7072075" y="2876300"/>
                <a:ext cx="42200" cy="42200"/>
              </a:xfrm>
              <a:custGeom>
                <a:rect b="b" l="l" r="r" t="t"/>
                <a:pathLst>
                  <a:path extrusionOk="0" h="1688" w="1688">
                    <a:moveTo>
                      <a:pt x="1652" y="1"/>
                    </a:moveTo>
                    <a:lnTo>
                      <a:pt x="0" y="36"/>
                    </a:lnTo>
                    <a:lnTo>
                      <a:pt x="35" y="1687"/>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0" name="Google Shape;4030;p36"/>
              <p:cNvSpPr/>
              <p:nvPr/>
            </p:nvSpPr>
            <p:spPr>
              <a:xfrm>
                <a:off x="7071200" y="2835025"/>
                <a:ext cx="42175" cy="42175"/>
              </a:xfrm>
              <a:custGeom>
                <a:rect b="b" l="l" r="r" t="t"/>
                <a:pathLst>
                  <a:path extrusionOk="0" h="1687" w="1687">
                    <a:moveTo>
                      <a:pt x="1670" y="0"/>
                    </a:moveTo>
                    <a:lnTo>
                      <a:pt x="0" y="35"/>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1" name="Google Shape;4031;p36"/>
              <p:cNvSpPr/>
              <p:nvPr/>
            </p:nvSpPr>
            <p:spPr>
              <a:xfrm>
                <a:off x="7070775" y="2793725"/>
                <a:ext cx="42200" cy="42200"/>
              </a:xfrm>
              <a:custGeom>
                <a:rect b="b" l="l" r="r" t="t"/>
                <a:pathLst>
                  <a:path extrusionOk="0" h="1688" w="1688">
                    <a:moveTo>
                      <a:pt x="1652" y="1"/>
                    </a:moveTo>
                    <a:lnTo>
                      <a:pt x="0" y="19"/>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2" name="Google Shape;4032;p36"/>
              <p:cNvSpPr/>
              <p:nvPr/>
            </p:nvSpPr>
            <p:spPr>
              <a:xfrm>
                <a:off x="7069900" y="2752025"/>
                <a:ext cx="42175" cy="42175"/>
              </a:xfrm>
              <a:custGeom>
                <a:rect b="b" l="l" r="r" t="t"/>
                <a:pathLst>
                  <a:path extrusionOk="0" h="1687" w="1687">
                    <a:moveTo>
                      <a:pt x="1669" y="0"/>
                    </a:moveTo>
                    <a:lnTo>
                      <a:pt x="0" y="35"/>
                    </a:lnTo>
                    <a:lnTo>
                      <a:pt x="35" y="1687"/>
                    </a:lnTo>
                    <a:lnTo>
                      <a:pt x="1687" y="1669"/>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3" name="Google Shape;4033;p36"/>
              <p:cNvSpPr/>
              <p:nvPr/>
            </p:nvSpPr>
            <p:spPr>
              <a:xfrm>
                <a:off x="7036925" y="3250125"/>
                <a:ext cx="42200" cy="42200"/>
              </a:xfrm>
              <a:custGeom>
                <a:rect b="b" l="l" r="r" t="t"/>
                <a:pathLst>
                  <a:path extrusionOk="0" h="1688" w="1688">
                    <a:moveTo>
                      <a:pt x="1652" y="0"/>
                    </a:moveTo>
                    <a:lnTo>
                      <a:pt x="1" y="36"/>
                    </a:lnTo>
                    <a:lnTo>
                      <a:pt x="36" y="1687"/>
                    </a:lnTo>
                    <a:lnTo>
                      <a:pt x="1687" y="1669"/>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4" name="Google Shape;4034;p36"/>
              <p:cNvSpPr/>
              <p:nvPr/>
            </p:nvSpPr>
            <p:spPr>
              <a:xfrm>
                <a:off x="7036500" y="3208825"/>
                <a:ext cx="41750" cy="42200"/>
              </a:xfrm>
              <a:custGeom>
                <a:rect b="b" l="l" r="r" t="t"/>
                <a:pathLst>
                  <a:path extrusionOk="0" h="1688" w="1670">
                    <a:moveTo>
                      <a:pt x="1652" y="1"/>
                    </a:moveTo>
                    <a:lnTo>
                      <a:pt x="1" y="18"/>
                    </a:lnTo>
                    <a:lnTo>
                      <a:pt x="18" y="1688"/>
                    </a:lnTo>
                    <a:lnTo>
                      <a:pt x="1669"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5" name="Google Shape;4035;p36"/>
              <p:cNvSpPr/>
              <p:nvPr/>
            </p:nvSpPr>
            <p:spPr>
              <a:xfrm>
                <a:off x="7035625" y="3167075"/>
                <a:ext cx="42200" cy="42200"/>
              </a:xfrm>
              <a:custGeom>
                <a:rect b="b" l="l" r="r" t="t"/>
                <a:pathLst>
                  <a:path extrusionOk="0" h="1688" w="1688">
                    <a:moveTo>
                      <a:pt x="1652" y="1"/>
                    </a:moveTo>
                    <a:lnTo>
                      <a:pt x="1" y="36"/>
                    </a:lnTo>
                    <a:lnTo>
                      <a:pt x="36"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6" name="Google Shape;4036;p36"/>
              <p:cNvSpPr/>
              <p:nvPr/>
            </p:nvSpPr>
            <p:spPr>
              <a:xfrm>
                <a:off x="7034750" y="3125800"/>
                <a:ext cx="42200" cy="42200"/>
              </a:xfrm>
              <a:custGeom>
                <a:rect b="b" l="l" r="r" t="t"/>
                <a:pathLst>
                  <a:path extrusionOk="0" h="1688" w="1688">
                    <a:moveTo>
                      <a:pt x="1669" y="0"/>
                    </a:moveTo>
                    <a:lnTo>
                      <a:pt x="1" y="36"/>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7" name="Google Shape;4037;p36"/>
              <p:cNvSpPr/>
              <p:nvPr/>
            </p:nvSpPr>
            <p:spPr>
              <a:xfrm>
                <a:off x="7034300" y="3084500"/>
                <a:ext cx="42200" cy="42200"/>
              </a:xfrm>
              <a:custGeom>
                <a:rect b="b" l="l" r="r" t="t"/>
                <a:pathLst>
                  <a:path extrusionOk="0" h="1688" w="1688">
                    <a:moveTo>
                      <a:pt x="1652" y="1"/>
                    </a:moveTo>
                    <a:lnTo>
                      <a:pt x="0" y="19"/>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8" name="Google Shape;4038;p36"/>
              <p:cNvSpPr/>
              <p:nvPr/>
            </p:nvSpPr>
            <p:spPr>
              <a:xfrm>
                <a:off x="7033425" y="3042800"/>
                <a:ext cx="42175" cy="42200"/>
              </a:xfrm>
              <a:custGeom>
                <a:rect b="b" l="l" r="r" t="t"/>
                <a:pathLst>
                  <a:path extrusionOk="0" h="1688" w="1687">
                    <a:moveTo>
                      <a:pt x="1652" y="0"/>
                    </a:moveTo>
                    <a:lnTo>
                      <a:pt x="0" y="36"/>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39" name="Google Shape;4039;p36"/>
              <p:cNvSpPr/>
              <p:nvPr/>
            </p:nvSpPr>
            <p:spPr>
              <a:xfrm>
                <a:off x="7033000" y="3001500"/>
                <a:ext cx="41725" cy="42200"/>
              </a:xfrm>
              <a:custGeom>
                <a:rect b="b" l="l" r="r" t="t"/>
                <a:pathLst>
                  <a:path extrusionOk="0" h="1688" w="1669">
                    <a:moveTo>
                      <a:pt x="1652" y="1"/>
                    </a:moveTo>
                    <a:lnTo>
                      <a:pt x="0" y="36"/>
                    </a:lnTo>
                    <a:lnTo>
                      <a:pt x="17" y="1688"/>
                    </a:lnTo>
                    <a:lnTo>
                      <a:pt x="1669"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0" name="Google Shape;4040;p36"/>
              <p:cNvSpPr/>
              <p:nvPr/>
            </p:nvSpPr>
            <p:spPr>
              <a:xfrm>
                <a:off x="7032125" y="2960225"/>
                <a:ext cx="42175" cy="42200"/>
              </a:xfrm>
              <a:custGeom>
                <a:rect b="b" l="l" r="r" t="t"/>
                <a:pathLst>
                  <a:path extrusionOk="0" h="1688" w="1687">
                    <a:moveTo>
                      <a:pt x="1652" y="0"/>
                    </a:moveTo>
                    <a:lnTo>
                      <a:pt x="0" y="17"/>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1" name="Google Shape;4041;p36"/>
              <p:cNvSpPr/>
              <p:nvPr/>
            </p:nvSpPr>
            <p:spPr>
              <a:xfrm>
                <a:off x="7031250" y="2918475"/>
                <a:ext cx="42175" cy="42200"/>
              </a:xfrm>
              <a:custGeom>
                <a:rect b="b" l="l" r="r" t="t"/>
                <a:pathLst>
                  <a:path extrusionOk="0" h="1688" w="1687">
                    <a:moveTo>
                      <a:pt x="1668" y="0"/>
                    </a:moveTo>
                    <a:lnTo>
                      <a:pt x="0" y="36"/>
                    </a:lnTo>
                    <a:lnTo>
                      <a:pt x="35" y="1687"/>
                    </a:lnTo>
                    <a:lnTo>
                      <a:pt x="1687" y="1670"/>
                    </a:lnTo>
                    <a:lnTo>
                      <a:pt x="1668"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2" name="Google Shape;4042;p36"/>
              <p:cNvSpPr/>
              <p:nvPr/>
            </p:nvSpPr>
            <p:spPr>
              <a:xfrm>
                <a:off x="7030775" y="2877175"/>
                <a:ext cx="42200" cy="42200"/>
              </a:xfrm>
              <a:custGeom>
                <a:rect b="b" l="l" r="r" t="t"/>
                <a:pathLst>
                  <a:path extrusionOk="0" h="1688" w="1688">
                    <a:moveTo>
                      <a:pt x="1652" y="1"/>
                    </a:moveTo>
                    <a:lnTo>
                      <a:pt x="1" y="36"/>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3" name="Google Shape;4043;p36"/>
              <p:cNvSpPr/>
              <p:nvPr/>
            </p:nvSpPr>
            <p:spPr>
              <a:xfrm>
                <a:off x="7029900" y="2835900"/>
                <a:ext cx="42200" cy="42200"/>
              </a:xfrm>
              <a:custGeom>
                <a:rect b="b" l="l" r="r" t="t"/>
                <a:pathLst>
                  <a:path extrusionOk="0" h="1688" w="1688">
                    <a:moveTo>
                      <a:pt x="1652" y="0"/>
                    </a:moveTo>
                    <a:lnTo>
                      <a:pt x="1" y="19"/>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4" name="Google Shape;4044;p36"/>
              <p:cNvSpPr/>
              <p:nvPr/>
            </p:nvSpPr>
            <p:spPr>
              <a:xfrm>
                <a:off x="7029025" y="2794175"/>
                <a:ext cx="42200" cy="42200"/>
              </a:xfrm>
              <a:custGeom>
                <a:rect b="b" l="l" r="r" t="t"/>
                <a:pathLst>
                  <a:path extrusionOk="0" h="1688" w="1688">
                    <a:moveTo>
                      <a:pt x="1670" y="1"/>
                    </a:moveTo>
                    <a:lnTo>
                      <a:pt x="1" y="36"/>
                    </a:lnTo>
                    <a:lnTo>
                      <a:pt x="36" y="1688"/>
                    </a:lnTo>
                    <a:lnTo>
                      <a:pt x="1687" y="1669"/>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5" name="Google Shape;4045;p36"/>
              <p:cNvSpPr/>
              <p:nvPr/>
            </p:nvSpPr>
            <p:spPr>
              <a:xfrm>
                <a:off x="6996100" y="3292300"/>
                <a:ext cx="42200" cy="42175"/>
              </a:xfrm>
              <a:custGeom>
                <a:rect b="b" l="l" r="r" t="t"/>
                <a:pathLst>
                  <a:path extrusionOk="0" h="1687" w="1688">
                    <a:moveTo>
                      <a:pt x="1669" y="0"/>
                    </a:moveTo>
                    <a:lnTo>
                      <a:pt x="0" y="35"/>
                    </a:lnTo>
                    <a:lnTo>
                      <a:pt x="36" y="1687"/>
                    </a:lnTo>
                    <a:lnTo>
                      <a:pt x="1687" y="1652"/>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6" name="Google Shape;4046;p36"/>
              <p:cNvSpPr/>
              <p:nvPr/>
            </p:nvSpPr>
            <p:spPr>
              <a:xfrm>
                <a:off x="6995650" y="3251000"/>
                <a:ext cx="42175" cy="42200"/>
              </a:xfrm>
              <a:custGeom>
                <a:rect b="b" l="l" r="r" t="t"/>
                <a:pathLst>
                  <a:path extrusionOk="0" h="1688" w="1687">
                    <a:moveTo>
                      <a:pt x="1652" y="1"/>
                    </a:moveTo>
                    <a:lnTo>
                      <a:pt x="0" y="17"/>
                    </a:lnTo>
                    <a:lnTo>
                      <a:pt x="18"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7" name="Google Shape;4047;p36"/>
              <p:cNvSpPr/>
              <p:nvPr/>
            </p:nvSpPr>
            <p:spPr>
              <a:xfrm>
                <a:off x="6994775" y="3209250"/>
                <a:ext cx="42175" cy="42200"/>
              </a:xfrm>
              <a:custGeom>
                <a:rect b="b" l="l" r="r" t="t"/>
                <a:pathLst>
                  <a:path extrusionOk="0" h="1688" w="1687">
                    <a:moveTo>
                      <a:pt x="1670" y="1"/>
                    </a:moveTo>
                    <a:lnTo>
                      <a:pt x="0" y="36"/>
                    </a:lnTo>
                    <a:lnTo>
                      <a:pt x="35" y="1687"/>
                    </a:lnTo>
                    <a:lnTo>
                      <a:pt x="1687" y="1671"/>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8" name="Google Shape;4048;p36"/>
              <p:cNvSpPr/>
              <p:nvPr/>
            </p:nvSpPr>
            <p:spPr>
              <a:xfrm>
                <a:off x="6994350" y="3167975"/>
                <a:ext cx="42175" cy="42175"/>
              </a:xfrm>
              <a:custGeom>
                <a:rect b="b" l="l" r="r" t="t"/>
                <a:pathLst>
                  <a:path extrusionOk="0" h="1687" w="1687">
                    <a:moveTo>
                      <a:pt x="1652" y="0"/>
                    </a:moveTo>
                    <a:lnTo>
                      <a:pt x="0"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49" name="Google Shape;4049;p36"/>
              <p:cNvSpPr/>
              <p:nvPr/>
            </p:nvSpPr>
            <p:spPr>
              <a:xfrm>
                <a:off x="6993475" y="3126675"/>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0" name="Google Shape;4050;p36"/>
              <p:cNvSpPr/>
              <p:nvPr/>
            </p:nvSpPr>
            <p:spPr>
              <a:xfrm>
                <a:off x="6992575" y="3084975"/>
                <a:ext cx="42200" cy="42175"/>
              </a:xfrm>
              <a:custGeom>
                <a:rect b="b" l="l" r="r" t="t"/>
                <a:pathLst>
                  <a:path extrusionOk="0" h="1687" w="1688">
                    <a:moveTo>
                      <a:pt x="1669" y="0"/>
                    </a:moveTo>
                    <a:lnTo>
                      <a:pt x="1" y="35"/>
                    </a:lnTo>
                    <a:lnTo>
                      <a:pt x="36" y="1687"/>
                    </a:lnTo>
                    <a:lnTo>
                      <a:pt x="1688" y="1669"/>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1" name="Google Shape;4051;p36"/>
              <p:cNvSpPr/>
              <p:nvPr/>
            </p:nvSpPr>
            <p:spPr>
              <a:xfrm>
                <a:off x="6992125" y="3043675"/>
                <a:ext cx="42200" cy="42200"/>
              </a:xfrm>
              <a:custGeom>
                <a:rect b="b" l="l" r="r" t="t"/>
                <a:pathLst>
                  <a:path extrusionOk="0" h="1688" w="1688">
                    <a:moveTo>
                      <a:pt x="1652" y="1"/>
                    </a:moveTo>
                    <a:lnTo>
                      <a:pt x="1" y="36"/>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2" name="Google Shape;4052;p36"/>
              <p:cNvSpPr/>
              <p:nvPr/>
            </p:nvSpPr>
            <p:spPr>
              <a:xfrm>
                <a:off x="6991250" y="3002400"/>
                <a:ext cx="42200" cy="42175"/>
              </a:xfrm>
              <a:custGeom>
                <a:rect b="b" l="l" r="r" t="t"/>
                <a:pathLst>
                  <a:path extrusionOk="0" h="1687" w="1688">
                    <a:moveTo>
                      <a:pt x="1670" y="0"/>
                    </a:moveTo>
                    <a:lnTo>
                      <a:pt x="1" y="17"/>
                    </a:lnTo>
                    <a:lnTo>
                      <a:pt x="36"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3" name="Google Shape;4053;p36"/>
              <p:cNvSpPr/>
              <p:nvPr/>
            </p:nvSpPr>
            <p:spPr>
              <a:xfrm>
                <a:off x="6990825" y="2960650"/>
                <a:ext cx="42200" cy="42175"/>
              </a:xfrm>
              <a:custGeom>
                <a:rect b="b" l="l" r="r" t="t"/>
                <a:pathLst>
                  <a:path extrusionOk="0" h="1687" w="1688">
                    <a:moveTo>
                      <a:pt x="1652" y="0"/>
                    </a:moveTo>
                    <a:lnTo>
                      <a:pt x="1" y="35"/>
                    </a:lnTo>
                    <a:lnTo>
                      <a:pt x="18"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4" name="Google Shape;4054;p36"/>
              <p:cNvSpPr/>
              <p:nvPr/>
            </p:nvSpPr>
            <p:spPr>
              <a:xfrm>
                <a:off x="6989950" y="2919350"/>
                <a:ext cx="42200" cy="42200"/>
              </a:xfrm>
              <a:custGeom>
                <a:rect b="b" l="l" r="r" t="t"/>
                <a:pathLst>
                  <a:path extrusionOk="0" h="1688" w="1688">
                    <a:moveTo>
                      <a:pt x="1652" y="1"/>
                    </a:moveTo>
                    <a:lnTo>
                      <a:pt x="1" y="36"/>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5" name="Google Shape;4055;p36"/>
              <p:cNvSpPr/>
              <p:nvPr/>
            </p:nvSpPr>
            <p:spPr>
              <a:xfrm>
                <a:off x="6989075" y="2878075"/>
                <a:ext cx="42200" cy="42175"/>
              </a:xfrm>
              <a:custGeom>
                <a:rect b="b" l="l" r="r" t="t"/>
                <a:pathLst>
                  <a:path extrusionOk="0" h="1687" w="1688">
                    <a:moveTo>
                      <a:pt x="1669" y="0"/>
                    </a:moveTo>
                    <a:lnTo>
                      <a:pt x="0" y="18"/>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6" name="Google Shape;4056;p36"/>
              <p:cNvSpPr/>
              <p:nvPr/>
            </p:nvSpPr>
            <p:spPr>
              <a:xfrm>
                <a:off x="6988625" y="2836350"/>
                <a:ext cx="42175" cy="42200"/>
              </a:xfrm>
              <a:custGeom>
                <a:rect b="b" l="l" r="r" t="t"/>
                <a:pathLst>
                  <a:path extrusionOk="0" h="1688" w="1687">
                    <a:moveTo>
                      <a:pt x="1652" y="1"/>
                    </a:moveTo>
                    <a:lnTo>
                      <a:pt x="0" y="36"/>
                    </a:lnTo>
                    <a:lnTo>
                      <a:pt x="18"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7" name="Google Shape;4057;p36"/>
              <p:cNvSpPr/>
              <p:nvPr/>
            </p:nvSpPr>
            <p:spPr>
              <a:xfrm>
                <a:off x="6954800" y="3293175"/>
                <a:ext cx="42200" cy="42175"/>
              </a:xfrm>
              <a:custGeom>
                <a:rect b="b" l="l" r="r" t="t"/>
                <a:pathLst>
                  <a:path extrusionOk="0" h="1687" w="1688">
                    <a:moveTo>
                      <a:pt x="1652" y="0"/>
                    </a:moveTo>
                    <a:lnTo>
                      <a:pt x="1" y="17"/>
                    </a:lnTo>
                    <a:lnTo>
                      <a:pt x="36" y="1687"/>
                    </a:lnTo>
                    <a:lnTo>
                      <a:pt x="1688"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8" name="Google Shape;4058;p36"/>
              <p:cNvSpPr/>
              <p:nvPr/>
            </p:nvSpPr>
            <p:spPr>
              <a:xfrm>
                <a:off x="6953925" y="3251425"/>
                <a:ext cx="42200" cy="42200"/>
              </a:xfrm>
              <a:custGeom>
                <a:rect b="b" l="l" r="r" t="t"/>
                <a:pathLst>
                  <a:path extrusionOk="0" h="1688" w="1688">
                    <a:moveTo>
                      <a:pt x="1669" y="0"/>
                    </a:moveTo>
                    <a:lnTo>
                      <a:pt x="1" y="36"/>
                    </a:lnTo>
                    <a:lnTo>
                      <a:pt x="36"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59" name="Google Shape;4059;p36"/>
              <p:cNvSpPr/>
              <p:nvPr/>
            </p:nvSpPr>
            <p:spPr>
              <a:xfrm>
                <a:off x="6953475" y="3210125"/>
                <a:ext cx="42200" cy="42200"/>
              </a:xfrm>
              <a:custGeom>
                <a:rect b="b" l="l" r="r" t="t"/>
                <a:pathLst>
                  <a:path extrusionOk="0" h="1688" w="1688">
                    <a:moveTo>
                      <a:pt x="1652" y="1"/>
                    </a:moveTo>
                    <a:lnTo>
                      <a:pt x="0" y="36"/>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0" name="Google Shape;4060;p36"/>
              <p:cNvSpPr/>
              <p:nvPr/>
            </p:nvSpPr>
            <p:spPr>
              <a:xfrm>
                <a:off x="6952600" y="3168850"/>
                <a:ext cx="42200" cy="42175"/>
              </a:xfrm>
              <a:custGeom>
                <a:rect b="b" l="l" r="r" t="t"/>
                <a:pathLst>
                  <a:path extrusionOk="0" h="1687" w="1688">
                    <a:moveTo>
                      <a:pt x="1670" y="0"/>
                    </a:moveTo>
                    <a:lnTo>
                      <a:pt x="0" y="19"/>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1" name="Google Shape;4061;p36"/>
              <p:cNvSpPr/>
              <p:nvPr/>
            </p:nvSpPr>
            <p:spPr>
              <a:xfrm>
                <a:off x="6952175" y="3127125"/>
                <a:ext cx="42200" cy="42200"/>
              </a:xfrm>
              <a:custGeom>
                <a:rect b="b" l="l" r="r" t="t"/>
                <a:pathLst>
                  <a:path extrusionOk="0" h="1688" w="1688">
                    <a:moveTo>
                      <a:pt x="1652" y="1"/>
                    </a:moveTo>
                    <a:lnTo>
                      <a:pt x="0" y="36"/>
                    </a:lnTo>
                    <a:lnTo>
                      <a:pt x="17" y="1688"/>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2" name="Google Shape;4062;p36"/>
              <p:cNvSpPr/>
              <p:nvPr/>
            </p:nvSpPr>
            <p:spPr>
              <a:xfrm>
                <a:off x="6951300" y="3085850"/>
                <a:ext cx="42200" cy="42175"/>
              </a:xfrm>
              <a:custGeom>
                <a:rect b="b" l="l" r="r" t="t"/>
                <a:pathLst>
                  <a:path extrusionOk="0" h="1687" w="1688">
                    <a:moveTo>
                      <a:pt x="1652" y="0"/>
                    </a:moveTo>
                    <a:lnTo>
                      <a:pt x="0" y="35"/>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3" name="Google Shape;4063;p36"/>
              <p:cNvSpPr/>
              <p:nvPr/>
            </p:nvSpPr>
            <p:spPr>
              <a:xfrm>
                <a:off x="6950425" y="3044550"/>
                <a:ext cx="42175" cy="42200"/>
              </a:xfrm>
              <a:custGeom>
                <a:rect b="b" l="l" r="r" t="t"/>
                <a:pathLst>
                  <a:path extrusionOk="0" h="1688" w="1687">
                    <a:moveTo>
                      <a:pt x="1669" y="1"/>
                    </a:moveTo>
                    <a:lnTo>
                      <a:pt x="0" y="18"/>
                    </a:lnTo>
                    <a:lnTo>
                      <a:pt x="35"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4" name="Google Shape;4064;p36"/>
              <p:cNvSpPr/>
              <p:nvPr/>
            </p:nvSpPr>
            <p:spPr>
              <a:xfrm>
                <a:off x="6949950" y="3002800"/>
                <a:ext cx="42200" cy="42200"/>
              </a:xfrm>
              <a:custGeom>
                <a:rect b="b" l="l" r="r" t="t"/>
                <a:pathLst>
                  <a:path extrusionOk="0" h="1688" w="1688">
                    <a:moveTo>
                      <a:pt x="1653" y="1"/>
                    </a:moveTo>
                    <a:lnTo>
                      <a:pt x="1" y="36"/>
                    </a:lnTo>
                    <a:lnTo>
                      <a:pt x="19" y="1688"/>
                    </a:lnTo>
                    <a:lnTo>
                      <a:pt x="1688" y="1671"/>
                    </a:lnTo>
                    <a:lnTo>
                      <a:pt x="1653"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5" name="Google Shape;4065;p36"/>
              <p:cNvSpPr/>
              <p:nvPr/>
            </p:nvSpPr>
            <p:spPr>
              <a:xfrm>
                <a:off x="6949075" y="2961525"/>
                <a:ext cx="42200" cy="42200"/>
              </a:xfrm>
              <a:custGeom>
                <a:rect b="b" l="l" r="r" t="t"/>
                <a:pathLst>
                  <a:path extrusionOk="0" h="1688" w="1688">
                    <a:moveTo>
                      <a:pt x="1671" y="0"/>
                    </a:moveTo>
                    <a:lnTo>
                      <a:pt x="1" y="19"/>
                    </a:lnTo>
                    <a:lnTo>
                      <a:pt x="36" y="1687"/>
                    </a:lnTo>
                    <a:lnTo>
                      <a:pt x="1688"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6" name="Google Shape;4066;p36"/>
              <p:cNvSpPr/>
              <p:nvPr/>
            </p:nvSpPr>
            <p:spPr>
              <a:xfrm>
                <a:off x="6948650" y="2920225"/>
                <a:ext cx="42200" cy="41775"/>
              </a:xfrm>
              <a:custGeom>
                <a:rect b="b" l="l" r="r" t="t"/>
                <a:pathLst>
                  <a:path extrusionOk="0" h="1671" w="1688">
                    <a:moveTo>
                      <a:pt x="1653" y="1"/>
                    </a:moveTo>
                    <a:lnTo>
                      <a:pt x="1" y="19"/>
                    </a:lnTo>
                    <a:lnTo>
                      <a:pt x="18" y="1671"/>
                    </a:lnTo>
                    <a:lnTo>
                      <a:pt x="1688" y="1652"/>
                    </a:lnTo>
                    <a:lnTo>
                      <a:pt x="1653"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7" name="Google Shape;4067;p36"/>
              <p:cNvSpPr/>
              <p:nvPr/>
            </p:nvSpPr>
            <p:spPr>
              <a:xfrm>
                <a:off x="6947775" y="2878525"/>
                <a:ext cx="42200" cy="42200"/>
              </a:xfrm>
              <a:custGeom>
                <a:rect b="b" l="l" r="r" t="t"/>
                <a:pathLst>
                  <a:path extrusionOk="0" h="1688" w="1688">
                    <a:moveTo>
                      <a:pt x="1652" y="0"/>
                    </a:moveTo>
                    <a:lnTo>
                      <a:pt x="1" y="35"/>
                    </a:lnTo>
                    <a:lnTo>
                      <a:pt x="36" y="1687"/>
                    </a:lnTo>
                    <a:lnTo>
                      <a:pt x="1688"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8" name="Google Shape;4068;p36"/>
              <p:cNvSpPr/>
              <p:nvPr/>
            </p:nvSpPr>
            <p:spPr>
              <a:xfrm>
                <a:off x="6946900" y="2837225"/>
                <a:ext cx="42200" cy="42200"/>
              </a:xfrm>
              <a:custGeom>
                <a:rect b="b" l="l" r="r" t="t"/>
                <a:pathLst>
                  <a:path extrusionOk="0" h="1688" w="1688">
                    <a:moveTo>
                      <a:pt x="1669" y="1"/>
                    </a:moveTo>
                    <a:lnTo>
                      <a:pt x="1" y="18"/>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69" name="Google Shape;4069;p36"/>
              <p:cNvSpPr/>
              <p:nvPr/>
            </p:nvSpPr>
            <p:spPr>
              <a:xfrm>
                <a:off x="6912650" y="3252300"/>
                <a:ext cx="42175" cy="42200"/>
              </a:xfrm>
              <a:custGeom>
                <a:rect b="b" l="l" r="r" t="t"/>
                <a:pathLst>
                  <a:path extrusionOk="0" h="1688" w="1687">
                    <a:moveTo>
                      <a:pt x="1652" y="1"/>
                    </a:moveTo>
                    <a:lnTo>
                      <a:pt x="0" y="36"/>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0" name="Google Shape;4070;p36"/>
              <p:cNvSpPr/>
              <p:nvPr/>
            </p:nvSpPr>
            <p:spPr>
              <a:xfrm>
                <a:off x="6911775" y="3211000"/>
                <a:ext cx="42175" cy="42200"/>
              </a:xfrm>
              <a:custGeom>
                <a:rect b="b" l="l" r="r" t="t"/>
                <a:pathLst>
                  <a:path extrusionOk="0" h="1688" w="1687">
                    <a:moveTo>
                      <a:pt x="1668" y="1"/>
                    </a:moveTo>
                    <a:lnTo>
                      <a:pt x="0" y="19"/>
                    </a:lnTo>
                    <a:lnTo>
                      <a:pt x="35" y="1688"/>
                    </a:lnTo>
                    <a:lnTo>
                      <a:pt x="1687" y="1653"/>
                    </a:lnTo>
                    <a:lnTo>
                      <a:pt x="1668"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1" name="Google Shape;4071;p36"/>
              <p:cNvSpPr/>
              <p:nvPr/>
            </p:nvSpPr>
            <p:spPr>
              <a:xfrm>
                <a:off x="6911300" y="3169300"/>
                <a:ext cx="42200" cy="42200"/>
              </a:xfrm>
              <a:custGeom>
                <a:rect b="b" l="l" r="r" t="t"/>
                <a:pathLst>
                  <a:path extrusionOk="0" h="1688" w="1688">
                    <a:moveTo>
                      <a:pt x="1652" y="1"/>
                    </a:moveTo>
                    <a:lnTo>
                      <a:pt x="1" y="36"/>
                    </a:lnTo>
                    <a:lnTo>
                      <a:pt x="19"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2" name="Google Shape;4072;p36"/>
              <p:cNvSpPr/>
              <p:nvPr/>
            </p:nvSpPr>
            <p:spPr>
              <a:xfrm>
                <a:off x="6910425" y="3128000"/>
                <a:ext cx="42200" cy="42200"/>
              </a:xfrm>
              <a:custGeom>
                <a:rect b="b" l="l" r="r" t="t"/>
                <a:pathLst>
                  <a:path extrusionOk="0" h="1688" w="1688">
                    <a:moveTo>
                      <a:pt x="1670" y="1"/>
                    </a:moveTo>
                    <a:lnTo>
                      <a:pt x="1" y="36"/>
                    </a:lnTo>
                    <a:lnTo>
                      <a:pt x="36" y="1688"/>
                    </a:lnTo>
                    <a:lnTo>
                      <a:pt x="1687" y="1653"/>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3" name="Google Shape;4073;p36"/>
              <p:cNvSpPr/>
              <p:nvPr/>
            </p:nvSpPr>
            <p:spPr>
              <a:xfrm>
                <a:off x="6910000" y="3086725"/>
                <a:ext cx="42200" cy="42200"/>
              </a:xfrm>
              <a:custGeom>
                <a:rect b="b" l="l" r="r" t="t"/>
                <a:pathLst>
                  <a:path extrusionOk="0" h="1688" w="1688">
                    <a:moveTo>
                      <a:pt x="1652" y="0"/>
                    </a:moveTo>
                    <a:lnTo>
                      <a:pt x="1" y="17"/>
                    </a:lnTo>
                    <a:lnTo>
                      <a:pt x="18"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4" name="Google Shape;4074;p36"/>
              <p:cNvSpPr/>
              <p:nvPr/>
            </p:nvSpPr>
            <p:spPr>
              <a:xfrm>
                <a:off x="6909125" y="3044975"/>
                <a:ext cx="42200" cy="42200"/>
              </a:xfrm>
              <a:custGeom>
                <a:rect b="b" l="l" r="r" t="t"/>
                <a:pathLst>
                  <a:path extrusionOk="0" h="1688" w="1688">
                    <a:moveTo>
                      <a:pt x="1652" y="1"/>
                    </a:moveTo>
                    <a:lnTo>
                      <a:pt x="1" y="36"/>
                    </a:lnTo>
                    <a:lnTo>
                      <a:pt x="36"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5" name="Google Shape;4075;p36"/>
              <p:cNvSpPr/>
              <p:nvPr/>
            </p:nvSpPr>
            <p:spPr>
              <a:xfrm>
                <a:off x="6908250" y="3003700"/>
                <a:ext cx="42200" cy="42175"/>
              </a:xfrm>
              <a:custGeom>
                <a:rect b="b" l="l" r="r" t="t"/>
                <a:pathLst>
                  <a:path extrusionOk="0" h="1687" w="1688">
                    <a:moveTo>
                      <a:pt x="1669" y="0"/>
                    </a:moveTo>
                    <a:lnTo>
                      <a:pt x="1" y="18"/>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6" name="Google Shape;4076;p36"/>
              <p:cNvSpPr/>
              <p:nvPr/>
            </p:nvSpPr>
            <p:spPr>
              <a:xfrm>
                <a:off x="6907800" y="2961975"/>
                <a:ext cx="42175" cy="42200"/>
              </a:xfrm>
              <a:custGeom>
                <a:rect b="b" l="l" r="r" t="t"/>
                <a:pathLst>
                  <a:path extrusionOk="0" h="1688" w="1687">
                    <a:moveTo>
                      <a:pt x="1652" y="1"/>
                    </a:moveTo>
                    <a:lnTo>
                      <a:pt x="0" y="36"/>
                    </a:lnTo>
                    <a:lnTo>
                      <a:pt x="19"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7" name="Google Shape;4077;p36"/>
              <p:cNvSpPr/>
              <p:nvPr/>
            </p:nvSpPr>
            <p:spPr>
              <a:xfrm>
                <a:off x="6906925" y="2920700"/>
                <a:ext cx="42175" cy="42175"/>
              </a:xfrm>
              <a:custGeom>
                <a:rect b="b" l="l" r="r" t="t"/>
                <a:pathLst>
                  <a:path extrusionOk="0" h="1687" w="1687">
                    <a:moveTo>
                      <a:pt x="1670" y="0"/>
                    </a:moveTo>
                    <a:lnTo>
                      <a:pt x="0" y="35"/>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8" name="Google Shape;4078;p36"/>
              <p:cNvSpPr/>
              <p:nvPr/>
            </p:nvSpPr>
            <p:spPr>
              <a:xfrm>
                <a:off x="6906500" y="2879400"/>
                <a:ext cx="42175" cy="42200"/>
              </a:xfrm>
              <a:custGeom>
                <a:rect b="b" l="l" r="r" t="t"/>
                <a:pathLst>
                  <a:path extrusionOk="0" h="1688" w="1687">
                    <a:moveTo>
                      <a:pt x="1652" y="0"/>
                    </a:moveTo>
                    <a:lnTo>
                      <a:pt x="0" y="17"/>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79" name="Google Shape;4079;p36"/>
              <p:cNvSpPr/>
              <p:nvPr/>
            </p:nvSpPr>
            <p:spPr>
              <a:xfrm>
                <a:off x="6905625" y="2837650"/>
                <a:ext cx="42175" cy="42200"/>
              </a:xfrm>
              <a:custGeom>
                <a:rect b="b" l="l" r="r" t="t"/>
                <a:pathLst>
                  <a:path extrusionOk="0" h="1688" w="1687">
                    <a:moveTo>
                      <a:pt x="1652" y="1"/>
                    </a:moveTo>
                    <a:lnTo>
                      <a:pt x="0" y="36"/>
                    </a:lnTo>
                    <a:lnTo>
                      <a:pt x="35"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0" name="Google Shape;4080;p36"/>
              <p:cNvSpPr/>
              <p:nvPr/>
            </p:nvSpPr>
            <p:spPr>
              <a:xfrm>
                <a:off x="6904725" y="2796375"/>
                <a:ext cx="42200" cy="42175"/>
              </a:xfrm>
              <a:custGeom>
                <a:rect b="b" l="l" r="r" t="t"/>
                <a:pathLst>
                  <a:path extrusionOk="0" h="1687" w="1688">
                    <a:moveTo>
                      <a:pt x="1669" y="0"/>
                    </a:moveTo>
                    <a:lnTo>
                      <a:pt x="1" y="35"/>
                    </a:lnTo>
                    <a:lnTo>
                      <a:pt x="36" y="1687"/>
                    </a:lnTo>
                    <a:lnTo>
                      <a:pt x="1688"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1" name="Google Shape;4081;p36"/>
              <p:cNvSpPr/>
              <p:nvPr/>
            </p:nvSpPr>
            <p:spPr>
              <a:xfrm>
                <a:off x="6870475" y="3211475"/>
                <a:ext cx="42200" cy="42175"/>
              </a:xfrm>
              <a:custGeom>
                <a:rect b="b" l="l" r="r" t="t"/>
                <a:pathLst>
                  <a:path extrusionOk="0" h="1687" w="1688">
                    <a:moveTo>
                      <a:pt x="1652" y="0"/>
                    </a:moveTo>
                    <a:lnTo>
                      <a:pt x="1" y="35"/>
                    </a:lnTo>
                    <a:lnTo>
                      <a:pt x="36"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2" name="Google Shape;4082;p36"/>
              <p:cNvSpPr/>
              <p:nvPr/>
            </p:nvSpPr>
            <p:spPr>
              <a:xfrm>
                <a:off x="6869600" y="3170175"/>
                <a:ext cx="42200" cy="42200"/>
              </a:xfrm>
              <a:custGeom>
                <a:rect b="b" l="l" r="r" t="t"/>
                <a:pathLst>
                  <a:path extrusionOk="0" h="1688" w="1688">
                    <a:moveTo>
                      <a:pt x="1669" y="1"/>
                    </a:moveTo>
                    <a:lnTo>
                      <a:pt x="0" y="18"/>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3" name="Google Shape;4083;p36"/>
              <p:cNvSpPr/>
              <p:nvPr/>
            </p:nvSpPr>
            <p:spPr>
              <a:xfrm>
                <a:off x="6869150" y="3128900"/>
                <a:ext cx="42175" cy="41725"/>
              </a:xfrm>
              <a:custGeom>
                <a:rect b="b" l="l" r="r" t="t"/>
                <a:pathLst>
                  <a:path extrusionOk="0" h="1669" w="1687">
                    <a:moveTo>
                      <a:pt x="1652" y="0"/>
                    </a:moveTo>
                    <a:lnTo>
                      <a:pt x="0" y="17"/>
                    </a:lnTo>
                    <a:lnTo>
                      <a:pt x="18" y="1669"/>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4" name="Google Shape;4084;p36"/>
              <p:cNvSpPr/>
              <p:nvPr/>
            </p:nvSpPr>
            <p:spPr>
              <a:xfrm>
                <a:off x="6868250" y="3087150"/>
                <a:ext cx="42200" cy="42175"/>
              </a:xfrm>
              <a:custGeom>
                <a:rect b="b" l="l" r="r" t="t"/>
                <a:pathLst>
                  <a:path extrusionOk="0" h="1687" w="1688">
                    <a:moveTo>
                      <a:pt x="1671" y="0"/>
                    </a:moveTo>
                    <a:lnTo>
                      <a:pt x="1" y="35"/>
                    </a:lnTo>
                    <a:lnTo>
                      <a:pt x="36" y="1687"/>
                    </a:lnTo>
                    <a:lnTo>
                      <a:pt x="1688" y="1670"/>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5" name="Google Shape;4085;p36"/>
              <p:cNvSpPr/>
              <p:nvPr/>
            </p:nvSpPr>
            <p:spPr>
              <a:xfrm>
                <a:off x="6867850" y="3045850"/>
                <a:ext cx="42175" cy="42200"/>
              </a:xfrm>
              <a:custGeom>
                <a:rect b="b" l="l" r="r" t="t"/>
                <a:pathLst>
                  <a:path extrusionOk="0" h="1688" w="1687">
                    <a:moveTo>
                      <a:pt x="1652" y="1"/>
                    </a:moveTo>
                    <a:lnTo>
                      <a:pt x="0" y="19"/>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6" name="Google Shape;4086;p36"/>
              <p:cNvSpPr/>
              <p:nvPr/>
            </p:nvSpPr>
            <p:spPr>
              <a:xfrm>
                <a:off x="6866950" y="3004150"/>
                <a:ext cx="42200" cy="42175"/>
              </a:xfrm>
              <a:custGeom>
                <a:rect b="b" l="l" r="r" t="t"/>
                <a:pathLst>
                  <a:path extrusionOk="0" h="1687" w="1688">
                    <a:moveTo>
                      <a:pt x="1653" y="0"/>
                    </a:moveTo>
                    <a:lnTo>
                      <a:pt x="1" y="35"/>
                    </a:lnTo>
                    <a:lnTo>
                      <a:pt x="36" y="1687"/>
                    </a:lnTo>
                    <a:lnTo>
                      <a:pt x="1688" y="1669"/>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7" name="Google Shape;4087;p36"/>
              <p:cNvSpPr/>
              <p:nvPr/>
            </p:nvSpPr>
            <p:spPr>
              <a:xfrm>
                <a:off x="6866075" y="2962850"/>
                <a:ext cx="42200" cy="42200"/>
              </a:xfrm>
              <a:custGeom>
                <a:rect b="b" l="l" r="r" t="t"/>
                <a:pathLst>
                  <a:path extrusionOk="0" h="1688" w="1688">
                    <a:moveTo>
                      <a:pt x="1669" y="1"/>
                    </a:moveTo>
                    <a:lnTo>
                      <a:pt x="1" y="36"/>
                    </a:lnTo>
                    <a:lnTo>
                      <a:pt x="36" y="1687"/>
                    </a:lnTo>
                    <a:lnTo>
                      <a:pt x="1688"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8" name="Google Shape;4088;p36"/>
              <p:cNvSpPr/>
              <p:nvPr/>
            </p:nvSpPr>
            <p:spPr>
              <a:xfrm>
                <a:off x="6865625" y="2921575"/>
                <a:ext cx="42200" cy="42175"/>
              </a:xfrm>
              <a:custGeom>
                <a:rect b="b" l="l" r="r" t="t"/>
                <a:pathLst>
                  <a:path extrusionOk="0" h="1687" w="1688">
                    <a:moveTo>
                      <a:pt x="1652" y="0"/>
                    </a:moveTo>
                    <a:lnTo>
                      <a:pt x="1" y="17"/>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89" name="Google Shape;4089;p36"/>
              <p:cNvSpPr/>
              <p:nvPr/>
            </p:nvSpPr>
            <p:spPr>
              <a:xfrm>
                <a:off x="6864750" y="2879825"/>
                <a:ext cx="42200" cy="42200"/>
              </a:xfrm>
              <a:custGeom>
                <a:rect b="b" l="l" r="r" t="t"/>
                <a:pathLst>
                  <a:path extrusionOk="0" h="1688" w="1688">
                    <a:moveTo>
                      <a:pt x="1670" y="0"/>
                    </a:moveTo>
                    <a:lnTo>
                      <a:pt x="0" y="35"/>
                    </a:lnTo>
                    <a:lnTo>
                      <a:pt x="36" y="1687"/>
                    </a:lnTo>
                    <a:lnTo>
                      <a:pt x="1687" y="1670"/>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0" name="Google Shape;4090;p36"/>
              <p:cNvSpPr/>
              <p:nvPr/>
            </p:nvSpPr>
            <p:spPr>
              <a:xfrm>
                <a:off x="6864325" y="2838525"/>
                <a:ext cx="42200" cy="42200"/>
              </a:xfrm>
              <a:custGeom>
                <a:rect b="b" l="l" r="r" t="t"/>
                <a:pathLst>
                  <a:path extrusionOk="0" h="1688" w="1688">
                    <a:moveTo>
                      <a:pt x="1652" y="1"/>
                    </a:moveTo>
                    <a:lnTo>
                      <a:pt x="1" y="36"/>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1" name="Google Shape;4091;p36"/>
              <p:cNvSpPr/>
              <p:nvPr/>
            </p:nvSpPr>
            <p:spPr>
              <a:xfrm>
                <a:off x="6863450" y="2797250"/>
                <a:ext cx="42200" cy="42175"/>
              </a:xfrm>
              <a:custGeom>
                <a:rect b="b" l="l" r="r" t="t"/>
                <a:pathLst>
                  <a:path extrusionOk="0" h="1687" w="1688">
                    <a:moveTo>
                      <a:pt x="1652" y="0"/>
                    </a:moveTo>
                    <a:lnTo>
                      <a:pt x="0" y="18"/>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2" name="Google Shape;4092;p36"/>
              <p:cNvSpPr/>
              <p:nvPr/>
            </p:nvSpPr>
            <p:spPr>
              <a:xfrm>
                <a:off x="6862575" y="2755525"/>
                <a:ext cx="42175" cy="42200"/>
              </a:xfrm>
              <a:custGeom>
                <a:rect b="b" l="l" r="r" t="t"/>
                <a:pathLst>
                  <a:path extrusionOk="0" h="1688" w="1687">
                    <a:moveTo>
                      <a:pt x="1669" y="1"/>
                    </a:moveTo>
                    <a:lnTo>
                      <a:pt x="0" y="36"/>
                    </a:lnTo>
                    <a:lnTo>
                      <a:pt x="35" y="1687"/>
                    </a:lnTo>
                    <a:lnTo>
                      <a:pt x="1687"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3" name="Google Shape;4093;p36"/>
              <p:cNvSpPr/>
              <p:nvPr/>
            </p:nvSpPr>
            <p:spPr>
              <a:xfrm>
                <a:off x="6828300" y="3170600"/>
                <a:ext cx="42200" cy="42200"/>
              </a:xfrm>
              <a:custGeom>
                <a:rect b="b" l="l" r="r" t="t"/>
                <a:pathLst>
                  <a:path extrusionOk="0" h="1688" w="1688">
                    <a:moveTo>
                      <a:pt x="1652" y="1"/>
                    </a:moveTo>
                    <a:lnTo>
                      <a:pt x="1" y="36"/>
                    </a:lnTo>
                    <a:lnTo>
                      <a:pt x="36" y="1687"/>
                    </a:lnTo>
                    <a:lnTo>
                      <a:pt x="1688"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4" name="Google Shape;4094;p36"/>
              <p:cNvSpPr/>
              <p:nvPr/>
            </p:nvSpPr>
            <p:spPr>
              <a:xfrm>
                <a:off x="6827850" y="3129300"/>
                <a:ext cx="41775" cy="42200"/>
              </a:xfrm>
              <a:custGeom>
                <a:rect b="b" l="l" r="r" t="t"/>
                <a:pathLst>
                  <a:path extrusionOk="0" h="1688" w="1671">
                    <a:moveTo>
                      <a:pt x="1652" y="1"/>
                    </a:moveTo>
                    <a:lnTo>
                      <a:pt x="1" y="36"/>
                    </a:lnTo>
                    <a:lnTo>
                      <a:pt x="19" y="1688"/>
                    </a:lnTo>
                    <a:lnTo>
                      <a:pt x="1670"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5" name="Google Shape;4095;p36"/>
              <p:cNvSpPr/>
              <p:nvPr/>
            </p:nvSpPr>
            <p:spPr>
              <a:xfrm>
                <a:off x="6826975" y="3088025"/>
                <a:ext cx="42200" cy="42200"/>
              </a:xfrm>
              <a:custGeom>
                <a:rect b="b" l="l" r="r" t="t"/>
                <a:pathLst>
                  <a:path extrusionOk="0" h="1688" w="1688">
                    <a:moveTo>
                      <a:pt x="1652" y="0"/>
                    </a:moveTo>
                    <a:lnTo>
                      <a:pt x="0" y="19"/>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6" name="Google Shape;4096;p36"/>
              <p:cNvSpPr/>
              <p:nvPr/>
            </p:nvSpPr>
            <p:spPr>
              <a:xfrm>
                <a:off x="6826100" y="3046325"/>
                <a:ext cx="42175" cy="42175"/>
              </a:xfrm>
              <a:custGeom>
                <a:rect b="b" l="l" r="r" t="t"/>
                <a:pathLst>
                  <a:path extrusionOk="0" h="1687" w="1687">
                    <a:moveTo>
                      <a:pt x="1670" y="0"/>
                    </a:moveTo>
                    <a:lnTo>
                      <a:pt x="0" y="35"/>
                    </a:lnTo>
                    <a:lnTo>
                      <a:pt x="35" y="1687"/>
                    </a:lnTo>
                    <a:lnTo>
                      <a:pt x="1687" y="1668"/>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7" name="Google Shape;4097;p36"/>
              <p:cNvSpPr/>
              <p:nvPr/>
            </p:nvSpPr>
            <p:spPr>
              <a:xfrm>
                <a:off x="6825675" y="3005025"/>
                <a:ext cx="42200" cy="42200"/>
              </a:xfrm>
              <a:custGeom>
                <a:rect b="b" l="l" r="r" t="t"/>
                <a:pathLst>
                  <a:path extrusionOk="0" h="1688" w="1688">
                    <a:moveTo>
                      <a:pt x="1652" y="0"/>
                    </a:moveTo>
                    <a:lnTo>
                      <a:pt x="0" y="36"/>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8" name="Google Shape;4098;p36"/>
              <p:cNvSpPr/>
              <p:nvPr/>
            </p:nvSpPr>
            <p:spPr>
              <a:xfrm>
                <a:off x="6824800" y="2963725"/>
                <a:ext cx="42175" cy="42200"/>
              </a:xfrm>
              <a:custGeom>
                <a:rect b="b" l="l" r="r" t="t"/>
                <a:pathLst>
                  <a:path extrusionOk="0" h="1688" w="1687">
                    <a:moveTo>
                      <a:pt x="1652" y="1"/>
                    </a:moveTo>
                    <a:lnTo>
                      <a:pt x="0" y="18"/>
                    </a:lnTo>
                    <a:lnTo>
                      <a:pt x="35"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099" name="Google Shape;4099;p36"/>
              <p:cNvSpPr/>
              <p:nvPr/>
            </p:nvSpPr>
            <p:spPr>
              <a:xfrm>
                <a:off x="6824325" y="2922000"/>
                <a:ext cx="41775" cy="42175"/>
              </a:xfrm>
              <a:custGeom>
                <a:rect b="b" l="l" r="r" t="t"/>
                <a:pathLst>
                  <a:path extrusionOk="0" h="1687" w="1671">
                    <a:moveTo>
                      <a:pt x="1653" y="0"/>
                    </a:moveTo>
                    <a:lnTo>
                      <a:pt x="1" y="35"/>
                    </a:lnTo>
                    <a:lnTo>
                      <a:pt x="19" y="1687"/>
                    </a:lnTo>
                    <a:lnTo>
                      <a:pt x="1671" y="1670"/>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0" name="Google Shape;4100;p36"/>
              <p:cNvSpPr/>
              <p:nvPr/>
            </p:nvSpPr>
            <p:spPr>
              <a:xfrm>
                <a:off x="6823450" y="2880700"/>
                <a:ext cx="42200" cy="42200"/>
              </a:xfrm>
              <a:custGeom>
                <a:rect b="b" l="l" r="r" t="t"/>
                <a:pathLst>
                  <a:path extrusionOk="0" h="1688" w="1688">
                    <a:moveTo>
                      <a:pt x="1652" y="0"/>
                    </a:moveTo>
                    <a:lnTo>
                      <a:pt x="1" y="36"/>
                    </a:lnTo>
                    <a:lnTo>
                      <a:pt x="36"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1" name="Google Shape;4101;p36"/>
              <p:cNvSpPr/>
              <p:nvPr/>
            </p:nvSpPr>
            <p:spPr>
              <a:xfrm>
                <a:off x="6822575" y="2839400"/>
                <a:ext cx="42200" cy="42200"/>
              </a:xfrm>
              <a:custGeom>
                <a:rect b="b" l="l" r="r" t="t"/>
                <a:pathLst>
                  <a:path extrusionOk="0" h="1688" w="1688">
                    <a:moveTo>
                      <a:pt x="1671" y="1"/>
                    </a:moveTo>
                    <a:lnTo>
                      <a:pt x="1" y="19"/>
                    </a:lnTo>
                    <a:lnTo>
                      <a:pt x="36" y="1688"/>
                    </a:lnTo>
                    <a:lnTo>
                      <a:pt x="1687"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2" name="Google Shape;4102;p36"/>
              <p:cNvSpPr/>
              <p:nvPr/>
            </p:nvSpPr>
            <p:spPr>
              <a:xfrm>
                <a:off x="6822150" y="2797700"/>
                <a:ext cx="42200" cy="42200"/>
              </a:xfrm>
              <a:custGeom>
                <a:rect b="b" l="l" r="r" t="t"/>
                <a:pathLst>
                  <a:path extrusionOk="0" h="1688" w="1688">
                    <a:moveTo>
                      <a:pt x="1652" y="0"/>
                    </a:moveTo>
                    <a:lnTo>
                      <a:pt x="1" y="36"/>
                    </a:lnTo>
                    <a:lnTo>
                      <a:pt x="18" y="1687"/>
                    </a:lnTo>
                    <a:lnTo>
                      <a:pt x="1688"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3" name="Google Shape;4103;p36"/>
              <p:cNvSpPr/>
              <p:nvPr/>
            </p:nvSpPr>
            <p:spPr>
              <a:xfrm>
                <a:off x="6821275" y="2756400"/>
                <a:ext cx="42200" cy="42200"/>
              </a:xfrm>
              <a:custGeom>
                <a:rect b="b" l="l" r="r" t="t"/>
                <a:pathLst>
                  <a:path extrusionOk="0" h="1688" w="1688">
                    <a:moveTo>
                      <a:pt x="1652" y="1"/>
                    </a:moveTo>
                    <a:lnTo>
                      <a:pt x="1" y="18"/>
                    </a:lnTo>
                    <a:lnTo>
                      <a:pt x="36"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4" name="Google Shape;4104;p36"/>
              <p:cNvSpPr/>
              <p:nvPr/>
            </p:nvSpPr>
            <p:spPr>
              <a:xfrm>
                <a:off x="6820400" y="2715125"/>
                <a:ext cx="42200" cy="41725"/>
              </a:xfrm>
              <a:custGeom>
                <a:rect b="b" l="l" r="r" t="t"/>
                <a:pathLst>
                  <a:path extrusionOk="0" h="1669" w="1688">
                    <a:moveTo>
                      <a:pt x="1669" y="0"/>
                    </a:moveTo>
                    <a:lnTo>
                      <a:pt x="1" y="17"/>
                    </a:lnTo>
                    <a:lnTo>
                      <a:pt x="36" y="1669"/>
                    </a:lnTo>
                    <a:lnTo>
                      <a:pt x="1687" y="1652"/>
                    </a:lnTo>
                    <a:lnTo>
                      <a:pt x="1669"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5" name="Google Shape;4105;p36"/>
              <p:cNvSpPr/>
              <p:nvPr/>
            </p:nvSpPr>
            <p:spPr>
              <a:xfrm>
                <a:off x="6786150" y="3130200"/>
                <a:ext cx="42175" cy="42175"/>
              </a:xfrm>
              <a:custGeom>
                <a:rect b="b" l="l" r="r" t="t"/>
                <a:pathLst>
                  <a:path extrusionOk="0" h="1687" w="1687">
                    <a:moveTo>
                      <a:pt x="1669" y="0"/>
                    </a:moveTo>
                    <a:lnTo>
                      <a:pt x="0" y="18"/>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6" name="Google Shape;4106;p36"/>
              <p:cNvSpPr/>
              <p:nvPr/>
            </p:nvSpPr>
            <p:spPr>
              <a:xfrm>
                <a:off x="6785675" y="3088475"/>
                <a:ext cx="42200" cy="42200"/>
              </a:xfrm>
              <a:custGeom>
                <a:rect b="b" l="l" r="r" t="t"/>
                <a:pathLst>
                  <a:path extrusionOk="0" h="1688" w="1688">
                    <a:moveTo>
                      <a:pt x="1652" y="1"/>
                    </a:moveTo>
                    <a:lnTo>
                      <a:pt x="1" y="36"/>
                    </a:lnTo>
                    <a:lnTo>
                      <a:pt x="19" y="1687"/>
                    </a:lnTo>
                    <a:lnTo>
                      <a:pt x="1688"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7" name="Google Shape;4107;p36"/>
              <p:cNvSpPr/>
              <p:nvPr/>
            </p:nvSpPr>
            <p:spPr>
              <a:xfrm>
                <a:off x="6784800" y="3047200"/>
                <a:ext cx="42200" cy="42175"/>
              </a:xfrm>
              <a:custGeom>
                <a:rect b="b" l="l" r="r" t="t"/>
                <a:pathLst>
                  <a:path extrusionOk="0" h="1687" w="1688">
                    <a:moveTo>
                      <a:pt x="1652" y="0"/>
                    </a:moveTo>
                    <a:lnTo>
                      <a:pt x="1" y="35"/>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8" name="Google Shape;4108;p36"/>
              <p:cNvSpPr/>
              <p:nvPr/>
            </p:nvSpPr>
            <p:spPr>
              <a:xfrm>
                <a:off x="6783925" y="3005900"/>
                <a:ext cx="42200" cy="42200"/>
              </a:xfrm>
              <a:custGeom>
                <a:rect b="b" l="l" r="r" t="t"/>
                <a:pathLst>
                  <a:path extrusionOk="0" h="1688" w="1688">
                    <a:moveTo>
                      <a:pt x="1670" y="1"/>
                    </a:moveTo>
                    <a:lnTo>
                      <a:pt x="1" y="17"/>
                    </a:lnTo>
                    <a:lnTo>
                      <a:pt x="36"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09" name="Google Shape;4109;p36"/>
              <p:cNvSpPr/>
              <p:nvPr/>
            </p:nvSpPr>
            <p:spPr>
              <a:xfrm>
                <a:off x="6783500" y="2964150"/>
                <a:ext cx="42200" cy="42200"/>
              </a:xfrm>
              <a:custGeom>
                <a:rect b="b" l="l" r="r" t="t"/>
                <a:pathLst>
                  <a:path extrusionOk="0" h="1688" w="1688">
                    <a:moveTo>
                      <a:pt x="1652" y="1"/>
                    </a:moveTo>
                    <a:lnTo>
                      <a:pt x="1" y="36"/>
                    </a:lnTo>
                    <a:lnTo>
                      <a:pt x="18" y="1687"/>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0" name="Google Shape;4110;p36"/>
              <p:cNvSpPr/>
              <p:nvPr/>
            </p:nvSpPr>
            <p:spPr>
              <a:xfrm>
                <a:off x="6782625" y="2922875"/>
                <a:ext cx="42200" cy="42175"/>
              </a:xfrm>
              <a:custGeom>
                <a:rect b="b" l="l" r="r" t="t"/>
                <a:pathLst>
                  <a:path extrusionOk="0" h="1687" w="1688">
                    <a:moveTo>
                      <a:pt x="1669" y="0"/>
                    </a:moveTo>
                    <a:lnTo>
                      <a:pt x="1" y="35"/>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1" name="Google Shape;4111;p36"/>
              <p:cNvSpPr/>
              <p:nvPr/>
            </p:nvSpPr>
            <p:spPr>
              <a:xfrm>
                <a:off x="6782175" y="2881575"/>
                <a:ext cx="42175" cy="42200"/>
              </a:xfrm>
              <a:custGeom>
                <a:rect b="b" l="l" r="r" t="t"/>
                <a:pathLst>
                  <a:path extrusionOk="0" h="1688" w="1687">
                    <a:moveTo>
                      <a:pt x="1652" y="1"/>
                    </a:moveTo>
                    <a:lnTo>
                      <a:pt x="0" y="19"/>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2" name="Google Shape;4112;p36"/>
              <p:cNvSpPr/>
              <p:nvPr/>
            </p:nvSpPr>
            <p:spPr>
              <a:xfrm>
                <a:off x="6781300" y="2839875"/>
                <a:ext cx="42175" cy="42175"/>
              </a:xfrm>
              <a:custGeom>
                <a:rect b="b" l="l" r="r" t="t"/>
                <a:pathLst>
                  <a:path extrusionOk="0" h="1687" w="1687">
                    <a:moveTo>
                      <a:pt x="1652" y="0"/>
                    </a:moveTo>
                    <a:lnTo>
                      <a:pt x="0" y="35"/>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3" name="Google Shape;4113;p36"/>
              <p:cNvSpPr/>
              <p:nvPr/>
            </p:nvSpPr>
            <p:spPr>
              <a:xfrm>
                <a:off x="6780400" y="2798575"/>
                <a:ext cx="42200" cy="42200"/>
              </a:xfrm>
              <a:custGeom>
                <a:rect b="b" l="l" r="r" t="t"/>
                <a:pathLst>
                  <a:path extrusionOk="0" h="1688" w="1688">
                    <a:moveTo>
                      <a:pt x="1671" y="1"/>
                    </a:moveTo>
                    <a:lnTo>
                      <a:pt x="1" y="18"/>
                    </a:lnTo>
                    <a:lnTo>
                      <a:pt x="36" y="1687"/>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4" name="Google Shape;4114;p36"/>
              <p:cNvSpPr/>
              <p:nvPr/>
            </p:nvSpPr>
            <p:spPr>
              <a:xfrm>
                <a:off x="6780000" y="2756825"/>
                <a:ext cx="42175" cy="42200"/>
              </a:xfrm>
              <a:custGeom>
                <a:rect b="b" l="l" r="r" t="t"/>
                <a:pathLst>
                  <a:path extrusionOk="0" h="1688" w="1687">
                    <a:moveTo>
                      <a:pt x="1652" y="1"/>
                    </a:moveTo>
                    <a:lnTo>
                      <a:pt x="0" y="36"/>
                    </a:lnTo>
                    <a:lnTo>
                      <a:pt x="17"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5" name="Google Shape;4115;p36"/>
              <p:cNvSpPr/>
              <p:nvPr/>
            </p:nvSpPr>
            <p:spPr>
              <a:xfrm>
                <a:off x="6779100" y="2715550"/>
                <a:ext cx="42200" cy="42175"/>
              </a:xfrm>
              <a:custGeom>
                <a:rect b="b" l="l" r="r" t="t"/>
                <a:pathLst>
                  <a:path extrusionOk="0" h="1687" w="1688">
                    <a:moveTo>
                      <a:pt x="1653" y="0"/>
                    </a:moveTo>
                    <a:lnTo>
                      <a:pt x="1" y="35"/>
                    </a:lnTo>
                    <a:lnTo>
                      <a:pt x="36" y="1687"/>
                    </a:lnTo>
                    <a:lnTo>
                      <a:pt x="1688" y="1652"/>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6" name="Google Shape;4116;p36"/>
              <p:cNvSpPr/>
              <p:nvPr/>
            </p:nvSpPr>
            <p:spPr>
              <a:xfrm>
                <a:off x="6778650" y="2674250"/>
                <a:ext cx="41775" cy="42200"/>
              </a:xfrm>
              <a:custGeom>
                <a:rect b="b" l="l" r="r" t="t"/>
                <a:pathLst>
                  <a:path extrusionOk="0" h="1688" w="1671">
                    <a:moveTo>
                      <a:pt x="1652" y="1"/>
                    </a:moveTo>
                    <a:lnTo>
                      <a:pt x="1" y="19"/>
                    </a:lnTo>
                    <a:lnTo>
                      <a:pt x="19" y="1687"/>
                    </a:lnTo>
                    <a:lnTo>
                      <a:pt x="1671" y="1652"/>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7" name="Google Shape;4117;p36"/>
              <p:cNvSpPr/>
              <p:nvPr/>
            </p:nvSpPr>
            <p:spPr>
              <a:xfrm>
                <a:off x="6743975" y="3089350"/>
                <a:ext cx="42200" cy="42200"/>
              </a:xfrm>
              <a:custGeom>
                <a:rect b="b" l="l" r="r" t="t"/>
                <a:pathLst>
                  <a:path extrusionOk="0" h="1688" w="1688">
                    <a:moveTo>
                      <a:pt x="1669" y="1"/>
                    </a:moveTo>
                    <a:lnTo>
                      <a:pt x="0" y="36"/>
                    </a:lnTo>
                    <a:lnTo>
                      <a:pt x="36" y="1688"/>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8" name="Google Shape;4118;p36"/>
              <p:cNvSpPr/>
              <p:nvPr/>
            </p:nvSpPr>
            <p:spPr>
              <a:xfrm>
                <a:off x="6743525" y="3048075"/>
                <a:ext cx="42175" cy="42175"/>
              </a:xfrm>
              <a:custGeom>
                <a:rect b="b" l="l" r="r" t="t"/>
                <a:pathLst>
                  <a:path extrusionOk="0" h="1687" w="1687">
                    <a:moveTo>
                      <a:pt x="1652" y="0"/>
                    </a:moveTo>
                    <a:lnTo>
                      <a:pt x="0" y="17"/>
                    </a:lnTo>
                    <a:lnTo>
                      <a:pt x="18"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19" name="Google Shape;4119;p36"/>
              <p:cNvSpPr/>
              <p:nvPr/>
            </p:nvSpPr>
            <p:spPr>
              <a:xfrm>
                <a:off x="6742625" y="3006325"/>
                <a:ext cx="42200" cy="42200"/>
              </a:xfrm>
              <a:custGeom>
                <a:rect b="b" l="l" r="r" t="t"/>
                <a:pathLst>
                  <a:path extrusionOk="0" h="1688" w="1688">
                    <a:moveTo>
                      <a:pt x="1653" y="0"/>
                    </a:moveTo>
                    <a:lnTo>
                      <a:pt x="1" y="36"/>
                    </a:lnTo>
                    <a:lnTo>
                      <a:pt x="36" y="1687"/>
                    </a:lnTo>
                    <a:lnTo>
                      <a:pt x="1688" y="1670"/>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0" name="Google Shape;4120;p36"/>
              <p:cNvSpPr/>
              <p:nvPr/>
            </p:nvSpPr>
            <p:spPr>
              <a:xfrm>
                <a:off x="6741750" y="2965025"/>
                <a:ext cx="42200" cy="42200"/>
              </a:xfrm>
              <a:custGeom>
                <a:rect b="b" l="l" r="r" t="t"/>
                <a:pathLst>
                  <a:path extrusionOk="0" h="1688" w="1688">
                    <a:moveTo>
                      <a:pt x="1671" y="1"/>
                    </a:moveTo>
                    <a:lnTo>
                      <a:pt x="1" y="19"/>
                    </a:lnTo>
                    <a:lnTo>
                      <a:pt x="36" y="1688"/>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1" name="Google Shape;4121;p36"/>
              <p:cNvSpPr/>
              <p:nvPr/>
            </p:nvSpPr>
            <p:spPr>
              <a:xfrm>
                <a:off x="6741325" y="2923750"/>
                <a:ext cx="42200" cy="41775"/>
              </a:xfrm>
              <a:custGeom>
                <a:rect b="b" l="l" r="r" t="t"/>
                <a:pathLst>
                  <a:path extrusionOk="0" h="1671" w="1688">
                    <a:moveTo>
                      <a:pt x="1653" y="0"/>
                    </a:moveTo>
                    <a:lnTo>
                      <a:pt x="1" y="19"/>
                    </a:lnTo>
                    <a:lnTo>
                      <a:pt x="18" y="1670"/>
                    </a:lnTo>
                    <a:lnTo>
                      <a:pt x="1688" y="1652"/>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2" name="Google Shape;4122;p36"/>
              <p:cNvSpPr/>
              <p:nvPr/>
            </p:nvSpPr>
            <p:spPr>
              <a:xfrm>
                <a:off x="6740450" y="2882025"/>
                <a:ext cx="42200" cy="42200"/>
              </a:xfrm>
              <a:custGeom>
                <a:rect b="b" l="l" r="r" t="t"/>
                <a:pathLst>
                  <a:path extrusionOk="0" h="1688" w="1688">
                    <a:moveTo>
                      <a:pt x="1669" y="1"/>
                    </a:moveTo>
                    <a:lnTo>
                      <a:pt x="1" y="36"/>
                    </a:lnTo>
                    <a:lnTo>
                      <a:pt x="36" y="1688"/>
                    </a:lnTo>
                    <a:lnTo>
                      <a:pt x="1688"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3" name="Google Shape;4123;p36"/>
              <p:cNvSpPr/>
              <p:nvPr/>
            </p:nvSpPr>
            <p:spPr>
              <a:xfrm>
                <a:off x="6740000" y="2840750"/>
                <a:ext cx="42200" cy="42200"/>
              </a:xfrm>
              <a:custGeom>
                <a:rect b="b" l="l" r="r" t="t"/>
                <a:pathLst>
                  <a:path extrusionOk="0" h="1688" w="1688">
                    <a:moveTo>
                      <a:pt x="1652" y="0"/>
                    </a:moveTo>
                    <a:lnTo>
                      <a:pt x="1" y="17"/>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4" name="Google Shape;4124;p36"/>
              <p:cNvSpPr/>
              <p:nvPr/>
            </p:nvSpPr>
            <p:spPr>
              <a:xfrm>
                <a:off x="6739125" y="2799000"/>
                <a:ext cx="42200" cy="42200"/>
              </a:xfrm>
              <a:custGeom>
                <a:rect b="b" l="l" r="r" t="t"/>
                <a:pathLst>
                  <a:path extrusionOk="0" h="1688" w="1688">
                    <a:moveTo>
                      <a:pt x="1652" y="1"/>
                    </a:moveTo>
                    <a:lnTo>
                      <a:pt x="0" y="36"/>
                    </a:lnTo>
                    <a:lnTo>
                      <a:pt x="36"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5" name="Google Shape;4125;p36"/>
              <p:cNvSpPr/>
              <p:nvPr/>
            </p:nvSpPr>
            <p:spPr>
              <a:xfrm>
                <a:off x="6738250" y="2757700"/>
                <a:ext cx="42175" cy="42200"/>
              </a:xfrm>
              <a:custGeom>
                <a:rect b="b" l="l" r="r" t="t"/>
                <a:pathLst>
                  <a:path extrusionOk="0" h="1688" w="1687">
                    <a:moveTo>
                      <a:pt x="1670" y="1"/>
                    </a:moveTo>
                    <a:lnTo>
                      <a:pt x="0" y="36"/>
                    </a:lnTo>
                    <a:lnTo>
                      <a:pt x="35" y="1688"/>
                    </a:lnTo>
                    <a:lnTo>
                      <a:pt x="1687" y="1653"/>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6" name="Google Shape;4126;p36"/>
              <p:cNvSpPr/>
              <p:nvPr/>
            </p:nvSpPr>
            <p:spPr>
              <a:xfrm>
                <a:off x="6737825" y="2716425"/>
                <a:ext cx="42200" cy="42200"/>
              </a:xfrm>
              <a:custGeom>
                <a:rect b="b" l="l" r="r" t="t"/>
                <a:pathLst>
                  <a:path extrusionOk="0" h="1688" w="1688">
                    <a:moveTo>
                      <a:pt x="1652" y="0"/>
                    </a:moveTo>
                    <a:lnTo>
                      <a:pt x="0" y="19"/>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7" name="Google Shape;4127;p36"/>
              <p:cNvSpPr/>
              <p:nvPr/>
            </p:nvSpPr>
            <p:spPr>
              <a:xfrm>
                <a:off x="6736950" y="2674700"/>
                <a:ext cx="42175" cy="42200"/>
              </a:xfrm>
              <a:custGeom>
                <a:rect b="b" l="l" r="r" t="t"/>
                <a:pathLst>
                  <a:path extrusionOk="0" h="1688" w="1687">
                    <a:moveTo>
                      <a:pt x="1669" y="1"/>
                    </a:moveTo>
                    <a:lnTo>
                      <a:pt x="0" y="36"/>
                    </a:lnTo>
                    <a:lnTo>
                      <a:pt x="35" y="1688"/>
                    </a:lnTo>
                    <a:lnTo>
                      <a:pt x="1687" y="1669"/>
                    </a:lnTo>
                    <a:lnTo>
                      <a:pt x="1669"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8" name="Google Shape;4128;p36"/>
              <p:cNvSpPr/>
              <p:nvPr/>
            </p:nvSpPr>
            <p:spPr>
              <a:xfrm>
                <a:off x="6701800" y="3048500"/>
                <a:ext cx="42200" cy="42175"/>
              </a:xfrm>
              <a:custGeom>
                <a:rect b="b" l="l" r="r" t="t"/>
                <a:pathLst>
                  <a:path extrusionOk="0" h="1687" w="1688">
                    <a:moveTo>
                      <a:pt x="1669" y="0"/>
                    </a:moveTo>
                    <a:lnTo>
                      <a:pt x="1" y="35"/>
                    </a:lnTo>
                    <a:lnTo>
                      <a:pt x="36"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29" name="Google Shape;4129;p36"/>
              <p:cNvSpPr/>
              <p:nvPr/>
            </p:nvSpPr>
            <p:spPr>
              <a:xfrm>
                <a:off x="6701350" y="3007200"/>
                <a:ext cx="42200" cy="42200"/>
              </a:xfrm>
              <a:custGeom>
                <a:rect b="b" l="l" r="r" t="t"/>
                <a:pathLst>
                  <a:path extrusionOk="0" h="1688" w="1688">
                    <a:moveTo>
                      <a:pt x="1652" y="1"/>
                    </a:moveTo>
                    <a:lnTo>
                      <a:pt x="0" y="19"/>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0" name="Google Shape;4130;p36"/>
              <p:cNvSpPr/>
              <p:nvPr/>
            </p:nvSpPr>
            <p:spPr>
              <a:xfrm>
                <a:off x="6700475" y="2965500"/>
                <a:ext cx="42175" cy="42175"/>
              </a:xfrm>
              <a:custGeom>
                <a:rect b="b" l="l" r="r" t="t"/>
                <a:pathLst>
                  <a:path extrusionOk="0" h="1687" w="1687">
                    <a:moveTo>
                      <a:pt x="1652" y="0"/>
                    </a:moveTo>
                    <a:lnTo>
                      <a:pt x="0" y="35"/>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1" name="Google Shape;4131;p36"/>
              <p:cNvSpPr/>
              <p:nvPr/>
            </p:nvSpPr>
            <p:spPr>
              <a:xfrm>
                <a:off x="6699600" y="2924200"/>
                <a:ext cx="42175" cy="42200"/>
              </a:xfrm>
              <a:custGeom>
                <a:rect b="b" l="l" r="r" t="t"/>
                <a:pathLst>
                  <a:path extrusionOk="0" h="1688" w="1687">
                    <a:moveTo>
                      <a:pt x="1670" y="1"/>
                    </a:moveTo>
                    <a:lnTo>
                      <a:pt x="0" y="36"/>
                    </a:lnTo>
                    <a:lnTo>
                      <a:pt x="35"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2" name="Google Shape;4132;p36"/>
              <p:cNvSpPr/>
              <p:nvPr/>
            </p:nvSpPr>
            <p:spPr>
              <a:xfrm>
                <a:off x="6699175" y="2882925"/>
                <a:ext cx="42175" cy="42175"/>
              </a:xfrm>
              <a:custGeom>
                <a:rect b="b" l="l" r="r" t="t"/>
                <a:pathLst>
                  <a:path extrusionOk="0" h="1687" w="1687">
                    <a:moveTo>
                      <a:pt x="1652" y="0"/>
                    </a:moveTo>
                    <a:lnTo>
                      <a:pt x="0" y="17"/>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3" name="Google Shape;4133;p36"/>
              <p:cNvSpPr/>
              <p:nvPr/>
            </p:nvSpPr>
            <p:spPr>
              <a:xfrm>
                <a:off x="6698300" y="2841175"/>
                <a:ext cx="42175" cy="42175"/>
              </a:xfrm>
              <a:custGeom>
                <a:rect b="b" l="l" r="r" t="t"/>
                <a:pathLst>
                  <a:path extrusionOk="0" h="1687" w="1687">
                    <a:moveTo>
                      <a:pt x="1669" y="0"/>
                    </a:moveTo>
                    <a:lnTo>
                      <a:pt x="0" y="35"/>
                    </a:lnTo>
                    <a:lnTo>
                      <a:pt x="35"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4" name="Google Shape;4134;p36"/>
              <p:cNvSpPr/>
              <p:nvPr/>
            </p:nvSpPr>
            <p:spPr>
              <a:xfrm>
                <a:off x="6697825" y="2799875"/>
                <a:ext cx="42200" cy="42200"/>
              </a:xfrm>
              <a:custGeom>
                <a:rect b="b" l="l" r="r" t="t"/>
                <a:pathLst>
                  <a:path extrusionOk="0" h="1688" w="1688">
                    <a:moveTo>
                      <a:pt x="1652" y="1"/>
                    </a:moveTo>
                    <a:lnTo>
                      <a:pt x="1" y="36"/>
                    </a:lnTo>
                    <a:lnTo>
                      <a:pt x="19"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5" name="Google Shape;4135;p36"/>
              <p:cNvSpPr/>
              <p:nvPr/>
            </p:nvSpPr>
            <p:spPr>
              <a:xfrm>
                <a:off x="6696950" y="2758600"/>
                <a:ext cx="42200" cy="42175"/>
              </a:xfrm>
              <a:custGeom>
                <a:rect b="b" l="l" r="r" t="t"/>
                <a:pathLst>
                  <a:path extrusionOk="0" h="1687" w="1688">
                    <a:moveTo>
                      <a:pt x="1652" y="0"/>
                    </a:moveTo>
                    <a:lnTo>
                      <a:pt x="1" y="18"/>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6" name="Google Shape;4136;p36"/>
              <p:cNvSpPr/>
              <p:nvPr/>
            </p:nvSpPr>
            <p:spPr>
              <a:xfrm>
                <a:off x="6696075" y="2716875"/>
                <a:ext cx="42200" cy="42200"/>
              </a:xfrm>
              <a:custGeom>
                <a:rect b="b" l="l" r="r" t="t"/>
                <a:pathLst>
                  <a:path extrusionOk="0" h="1688" w="1688">
                    <a:moveTo>
                      <a:pt x="1670" y="1"/>
                    </a:moveTo>
                    <a:lnTo>
                      <a:pt x="1" y="36"/>
                    </a:lnTo>
                    <a:lnTo>
                      <a:pt x="36" y="1687"/>
                    </a:lnTo>
                    <a:lnTo>
                      <a:pt x="1687" y="1669"/>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7" name="Google Shape;4137;p36"/>
              <p:cNvSpPr/>
              <p:nvPr/>
            </p:nvSpPr>
            <p:spPr>
              <a:xfrm>
                <a:off x="6695650" y="2675600"/>
                <a:ext cx="42200" cy="42175"/>
              </a:xfrm>
              <a:custGeom>
                <a:rect b="b" l="l" r="r" t="t"/>
                <a:pathLst>
                  <a:path extrusionOk="0" h="1687" w="1688">
                    <a:moveTo>
                      <a:pt x="1652" y="0"/>
                    </a:moveTo>
                    <a:lnTo>
                      <a:pt x="1" y="35"/>
                    </a:lnTo>
                    <a:lnTo>
                      <a:pt x="18" y="1687"/>
                    </a:lnTo>
                    <a:lnTo>
                      <a:pt x="1687"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8" name="Google Shape;4138;p36"/>
              <p:cNvSpPr/>
              <p:nvPr/>
            </p:nvSpPr>
            <p:spPr>
              <a:xfrm>
                <a:off x="6659625" y="3007650"/>
                <a:ext cx="42200" cy="42200"/>
              </a:xfrm>
              <a:custGeom>
                <a:rect b="b" l="l" r="r" t="t"/>
                <a:pathLst>
                  <a:path extrusionOk="0" h="1688" w="1688">
                    <a:moveTo>
                      <a:pt x="1669" y="1"/>
                    </a:moveTo>
                    <a:lnTo>
                      <a:pt x="1" y="36"/>
                    </a:lnTo>
                    <a:lnTo>
                      <a:pt x="36" y="1688"/>
                    </a:lnTo>
                    <a:lnTo>
                      <a:pt x="1688"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39" name="Google Shape;4139;p36"/>
              <p:cNvSpPr/>
              <p:nvPr/>
            </p:nvSpPr>
            <p:spPr>
              <a:xfrm>
                <a:off x="6659175" y="2966375"/>
                <a:ext cx="42200" cy="42175"/>
              </a:xfrm>
              <a:custGeom>
                <a:rect b="b" l="l" r="r" t="t"/>
                <a:pathLst>
                  <a:path extrusionOk="0" h="1687" w="1688">
                    <a:moveTo>
                      <a:pt x="1652" y="0"/>
                    </a:moveTo>
                    <a:lnTo>
                      <a:pt x="1" y="35"/>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0" name="Google Shape;4140;p36"/>
              <p:cNvSpPr/>
              <p:nvPr/>
            </p:nvSpPr>
            <p:spPr>
              <a:xfrm>
                <a:off x="6658300" y="2925075"/>
                <a:ext cx="42200" cy="42200"/>
              </a:xfrm>
              <a:custGeom>
                <a:rect b="b" l="l" r="r" t="t"/>
                <a:pathLst>
                  <a:path extrusionOk="0" h="1688" w="1688">
                    <a:moveTo>
                      <a:pt x="1652" y="1"/>
                    </a:moveTo>
                    <a:lnTo>
                      <a:pt x="1" y="18"/>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1" name="Google Shape;4141;p36"/>
              <p:cNvSpPr/>
              <p:nvPr/>
            </p:nvSpPr>
            <p:spPr>
              <a:xfrm>
                <a:off x="6657425" y="2883325"/>
                <a:ext cx="42200" cy="42200"/>
              </a:xfrm>
              <a:custGeom>
                <a:rect b="b" l="l" r="r" t="t"/>
                <a:pathLst>
                  <a:path extrusionOk="0" h="1688" w="1688">
                    <a:moveTo>
                      <a:pt x="1670" y="1"/>
                    </a:moveTo>
                    <a:lnTo>
                      <a:pt x="0" y="36"/>
                    </a:lnTo>
                    <a:lnTo>
                      <a:pt x="36" y="1688"/>
                    </a:lnTo>
                    <a:lnTo>
                      <a:pt x="1687" y="1671"/>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2" name="Google Shape;4142;p36"/>
              <p:cNvSpPr/>
              <p:nvPr/>
            </p:nvSpPr>
            <p:spPr>
              <a:xfrm>
                <a:off x="6657000" y="2842050"/>
                <a:ext cx="42200" cy="42200"/>
              </a:xfrm>
              <a:custGeom>
                <a:rect b="b" l="l" r="r" t="t"/>
                <a:pathLst>
                  <a:path extrusionOk="0" h="1688" w="1688">
                    <a:moveTo>
                      <a:pt x="1652" y="0"/>
                    </a:moveTo>
                    <a:lnTo>
                      <a:pt x="1"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3" name="Google Shape;4143;p36"/>
              <p:cNvSpPr/>
              <p:nvPr/>
            </p:nvSpPr>
            <p:spPr>
              <a:xfrm>
                <a:off x="6656125" y="2800750"/>
                <a:ext cx="42200" cy="42200"/>
              </a:xfrm>
              <a:custGeom>
                <a:rect b="b" l="l" r="r" t="t"/>
                <a:pathLst>
                  <a:path extrusionOk="0" h="1688" w="1688">
                    <a:moveTo>
                      <a:pt x="1669" y="1"/>
                    </a:moveTo>
                    <a:lnTo>
                      <a:pt x="0" y="19"/>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4" name="Google Shape;4144;p36"/>
              <p:cNvSpPr/>
              <p:nvPr/>
            </p:nvSpPr>
            <p:spPr>
              <a:xfrm>
                <a:off x="6655675" y="2759050"/>
                <a:ext cx="42175" cy="42200"/>
              </a:xfrm>
              <a:custGeom>
                <a:rect b="b" l="l" r="r" t="t"/>
                <a:pathLst>
                  <a:path extrusionOk="0" h="1688" w="1687">
                    <a:moveTo>
                      <a:pt x="1652" y="0"/>
                    </a:moveTo>
                    <a:lnTo>
                      <a:pt x="0" y="35"/>
                    </a:lnTo>
                    <a:lnTo>
                      <a:pt x="18"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5" name="Google Shape;4145;p36"/>
              <p:cNvSpPr/>
              <p:nvPr/>
            </p:nvSpPr>
            <p:spPr>
              <a:xfrm>
                <a:off x="6654800" y="2717750"/>
                <a:ext cx="42175" cy="42200"/>
              </a:xfrm>
              <a:custGeom>
                <a:rect b="b" l="l" r="r" t="t"/>
                <a:pathLst>
                  <a:path extrusionOk="0" h="1688" w="1687">
                    <a:moveTo>
                      <a:pt x="1652" y="1"/>
                    </a:moveTo>
                    <a:lnTo>
                      <a:pt x="0" y="36"/>
                    </a:lnTo>
                    <a:lnTo>
                      <a:pt x="35" y="1687"/>
                    </a:lnTo>
                    <a:lnTo>
                      <a:pt x="1687" y="1652"/>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6" name="Google Shape;4146;p36"/>
              <p:cNvSpPr/>
              <p:nvPr/>
            </p:nvSpPr>
            <p:spPr>
              <a:xfrm>
                <a:off x="6617475" y="2967250"/>
                <a:ext cx="42175" cy="42200"/>
              </a:xfrm>
              <a:custGeom>
                <a:rect b="b" l="l" r="r" t="t"/>
                <a:pathLst>
                  <a:path extrusionOk="0" h="1688" w="1687">
                    <a:moveTo>
                      <a:pt x="1669" y="0"/>
                    </a:moveTo>
                    <a:lnTo>
                      <a:pt x="0" y="17"/>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7" name="Google Shape;4147;p36"/>
              <p:cNvSpPr/>
              <p:nvPr/>
            </p:nvSpPr>
            <p:spPr>
              <a:xfrm>
                <a:off x="6617025" y="2925500"/>
                <a:ext cx="42175" cy="42200"/>
              </a:xfrm>
              <a:custGeom>
                <a:rect b="b" l="l" r="r" t="t"/>
                <a:pathLst>
                  <a:path extrusionOk="0" h="1688" w="1687">
                    <a:moveTo>
                      <a:pt x="1652" y="1"/>
                    </a:moveTo>
                    <a:lnTo>
                      <a:pt x="0" y="36"/>
                    </a:lnTo>
                    <a:lnTo>
                      <a:pt x="18"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8" name="Google Shape;4148;p36"/>
              <p:cNvSpPr/>
              <p:nvPr/>
            </p:nvSpPr>
            <p:spPr>
              <a:xfrm>
                <a:off x="6616125" y="2884225"/>
                <a:ext cx="42200" cy="42175"/>
              </a:xfrm>
              <a:custGeom>
                <a:rect b="b" l="l" r="r" t="t"/>
                <a:pathLst>
                  <a:path extrusionOk="0" h="1687" w="1688">
                    <a:moveTo>
                      <a:pt x="1652" y="0"/>
                    </a:moveTo>
                    <a:lnTo>
                      <a:pt x="1" y="35"/>
                    </a:lnTo>
                    <a:lnTo>
                      <a:pt x="36"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49" name="Google Shape;4149;p36"/>
              <p:cNvSpPr/>
              <p:nvPr/>
            </p:nvSpPr>
            <p:spPr>
              <a:xfrm>
                <a:off x="6615250" y="2842925"/>
                <a:ext cx="42200" cy="42200"/>
              </a:xfrm>
              <a:custGeom>
                <a:rect b="b" l="l" r="r" t="t"/>
                <a:pathLst>
                  <a:path extrusionOk="0" h="1688" w="1688">
                    <a:moveTo>
                      <a:pt x="1671" y="0"/>
                    </a:moveTo>
                    <a:lnTo>
                      <a:pt x="1" y="19"/>
                    </a:lnTo>
                    <a:lnTo>
                      <a:pt x="36" y="1687"/>
                    </a:lnTo>
                    <a:lnTo>
                      <a:pt x="1687"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0" name="Google Shape;4150;p36"/>
              <p:cNvSpPr/>
              <p:nvPr/>
            </p:nvSpPr>
            <p:spPr>
              <a:xfrm>
                <a:off x="6614825" y="2801225"/>
                <a:ext cx="42200" cy="42175"/>
              </a:xfrm>
              <a:custGeom>
                <a:rect b="b" l="l" r="r" t="t"/>
                <a:pathLst>
                  <a:path extrusionOk="0" h="1687" w="1688">
                    <a:moveTo>
                      <a:pt x="1652" y="0"/>
                    </a:moveTo>
                    <a:lnTo>
                      <a:pt x="1" y="35"/>
                    </a:lnTo>
                    <a:lnTo>
                      <a:pt x="18" y="1687"/>
                    </a:lnTo>
                    <a:lnTo>
                      <a:pt x="1688" y="1668"/>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1" name="Google Shape;4151;p36"/>
              <p:cNvSpPr/>
              <p:nvPr/>
            </p:nvSpPr>
            <p:spPr>
              <a:xfrm>
                <a:off x="6613950" y="2759925"/>
                <a:ext cx="42200" cy="42200"/>
              </a:xfrm>
              <a:custGeom>
                <a:rect b="b" l="l" r="r" t="t"/>
                <a:pathLst>
                  <a:path extrusionOk="0" h="1688" w="1688">
                    <a:moveTo>
                      <a:pt x="1669" y="0"/>
                    </a:moveTo>
                    <a:lnTo>
                      <a:pt x="1" y="36"/>
                    </a:lnTo>
                    <a:lnTo>
                      <a:pt x="36" y="1687"/>
                    </a:lnTo>
                    <a:lnTo>
                      <a:pt x="1687" y="1652"/>
                    </a:lnTo>
                    <a:lnTo>
                      <a:pt x="1669"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2" name="Google Shape;4152;p36"/>
              <p:cNvSpPr/>
              <p:nvPr/>
            </p:nvSpPr>
            <p:spPr>
              <a:xfrm>
                <a:off x="6575300" y="2926375"/>
                <a:ext cx="42200" cy="42200"/>
              </a:xfrm>
              <a:custGeom>
                <a:rect b="b" l="l" r="r" t="t"/>
                <a:pathLst>
                  <a:path extrusionOk="0" h="1688" w="1688">
                    <a:moveTo>
                      <a:pt x="1669" y="1"/>
                    </a:moveTo>
                    <a:lnTo>
                      <a:pt x="1" y="36"/>
                    </a:lnTo>
                    <a:lnTo>
                      <a:pt x="36" y="1687"/>
                    </a:lnTo>
                    <a:lnTo>
                      <a:pt x="1687" y="1652"/>
                    </a:lnTo>
                    <a:lnTo>
                      <a:pt x="1669"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3" name="Google Shape;4153;p36"/>
              <p:cNvSpPr/>
              <p:nvPr/>
            </p:nvSpPr>
            <p:spPr>
              <a:xfrm>
                <a:off x="6574850" y="2885100"/>
                <a:ext cx="42175" cy="42175"/>
              </a:xfrm>
              <a:custGeom>
                <a:rect b="b" l="l" r="r" t="t"/>
                <a:pathLst>
                  <a:path extrusionOk="0" h="1687" w="1687">
                    <a:moveTo>
                      <a:pt x="1652" y="0"/>
                    </a:moveTo>
                    <a:lnTo>
                      <a:pt x="0" y="18"/>
                    </a:lnTo>
                    <a:lnTo>
                      <a:pt x="19" y="1687"/>
                    </a:lnTo>
                    <a:lnTo>
                      <a:pt x="1687"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4" name="Google Shape;4154;p36"/>
              <p:cNvSpPr/>
              <p:nvPr/>
            </p:nvSpPr>
            <p:spPr>
              <a:xfrm>
                <a:off x="6573975" y="2843375"/>
                <a:ext cx="42175" cy="42200"/>
              </a:xfrm>
              <a:custGeom>
                <a:rect b="b" l="l" r="r" t="t"/>
                <a:pathLst>
                  <a:path extrusionOk="0" h="1688" w="1687">
                    <a:moveTo>
                      <a:pt x="1652" y="1"/>
                    </a:moveTo>
                    <a:lnTo>
                      <a:pt x="0" y="36"/>
                    </a:lnTo>
                    <a:lnTo>
                      <a:pt x="35" y="1687"/>
                    </a:lnTo>
                    <a:lnTo>
                      <a:pt x="1687" y="1669"/>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5" name="Google Shape;4155;p36"/>
              <p:cNvSpPr/>
              <p:nvPr/>
            </p:nvSpPr>
            <p:spPr>
              <a:xfrm>
                <a:off x="6573550" y="2802100"/>
                <a:ext cx="41725" cy="42175"/>
              </a:xfrm>
              <a:custGeom>
                <a:rect b="b" l="l" r="r" t="t"/>
                <a:pathLst>
                  <a:path extrusionOk="0" h="1687" w="1669">
                    <a:moveTo>
                      <a:pt x="1652" y="0"/>
                    </a:moveTo>
                    <a:lnTo>
                      <a:pt x="0" y="17"/>
                    </a:lnTo>
                    <a:lnTo>
                      <a:pt x="17" y="1687"/>
                    </a:lnTo>
                    <a:lnTo>
                      <a:pt x="1669"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grpSp>
        <p:grpSp>
          <p:nvGrpSpPr>
            <p:cNvPr id="4156" name="Google Shape;4156;p36"/>
            <p:cNvGrpSpPr/>
            <p:nvPr/>
          </p:nvGrpSpPr>
          <p:grpSpPr>
            <a:xfrm>
              <a:off x="2048787" y="660267"/>
              <a:ext cx="376144" cy="309133"/>
              <a:chOff x="6531800" y="2625050"/>
              <a:chExt cx="914525" cy="751600"/>
            </a:xfrm>
          </p:grpSpPr>
          <p:grpSp>
            <p:nvGrpSpPr>
              <p:cNvPr id="4157" name="Google Shape;4157;p36"/>
              <p:cNvGrpSpPr/>
              <p:nvPr/>
            </p:nvGrpSpPr>
            <p:grpSpPr>
              <a:xfrm>
                <a:off x="6531800" y="2625050"/>
                <a:ext cx="914525" cy="751600"/>
                <a:chOff x="6531800" y="2625050"/>
                <a:chExt cx="914525" cy="751600"/>
              </a:xfrm>
            </p:grpSpPr>
            <p:sp>
              <p:nvSpPr>
                <p:cNvPr id="4158" name="Google Shape;4158;p36"/>
                <p:cNvSpPr/>
                <p:nvPr/>
              </p:nvSpPr>
              <p:spPr>
                <a:xfrm>
                  <a:off x="6955700" y="3334450"/>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59" name="Google Shape;4159;p36"/>
                <p:cNvSpPr/>
                <p:nvPr/>
              </p:nvSpPr>
              <p:spPr>
                <a:xfrm>
                  <a:off x="6946450" y="2795475"/>
                  <a:ext cx="42200" cy="42200"/>
                </a:xfrm>
                <a:custGeom>
                  <a:rect b="b" l="l" r="r" t="t"/>
                  <a:pathLst>
                    <a:path extrusionOk="0" h="1688" w="1688">
                      <a:moveTo>
                        <a:pt x="1652" y="1"/>
                      </a:moveTo>
                      <a:lnTo>
                        <a:pt x="0" y="36"/>
                      </a:lnTo>
                      <a:lnTo>
                        <a:pt x="19" y="1688"/>
                      </a:lnTo>
                      <a:lnTo>
                        <a:pt x="1687" y="1671"/>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0" name="Google Shape;4160;p36"/>
                <p:cNvSpPr/>
                <p:nvPr/>
              </p:nvSpPr>
              <p:spPr>
                <a:xfrm>
                  <a:off x="6913525" y="3293600"/>
                  <a:ext cx="42200" cy="42175"/>
                </a:xfrm>
                <a:custGeom>
                  <a:rect b="b" l="l" r="r" t="t"/>
                  <a:pathLst>
                    <a:path extrusionOk="0" h="1687" w="1688">
                      <a:moveTo>
                        <a:pt x="1652" y="0"/>
                      </a:moveTo>
                      <a:lnTo>
                        <a:pt x="0" y="35"/>
                      </a:lnTo>
                      <a:lnTo>
                        <a:pt x="17" y="1687"/>
                      </a:lnTo>
                      <a:lnTo>
                        <a:pt x="1687" y="1670"/>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1" name="Google Shape;4161;p36"/>
                <p:cNvSpPr/>
                <p:nvPr/>
              </p:nvSpPr>
              <p:spPr>
                <a:xfrm>
                  <a:off x="6904275" y="2755075"/>
                  <a:ext cx="42200" cy="42200"/>
                </a:xfrm>
                <a:custGeom>
                  <a:rect b="b" l="l" r="r" t="t"/>
                  <a:pathLst>
                    <a:path extrusionOk="0" h="1688" w="1688">
                      <a:moveTo>
                        <a:pt x="1652" y="1"/>
                      </a:moveTo>
                      <a:lnTo>
                        <a:pt x="1" y="19"/>
                      </a:lnTo>
                      <a:lnTo>
                        <a:pt x="19"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2" name="Google Shape;4162;p36"/>
                <p:cNvSpPr/>
                <p:nvPr/>
              </p:nvSpPr>
              <p:spPr>
                <a:xfrm>
                  <a:off x="6871350" y="3253175"/>
                  <a:ext cx="42200" cy="42200"/>
                </a:xfrm>
                <a:custGeom>
                  <a:rect b="b" l="l" r="r" t="t"/>
                  <a:pathLst>
                    <a:path extrusionOk="0" h="1688" w="1688">
                      <a:moveTo>
                        <a:pt x="1652" y="1"/>
                      </a:moveTo>
                      <a:lnTo>
                        <a:pt x="1" y="19"/>
                      </a:lnTo>
                      <a:lnTo>
                        <a:pt x="18"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3" name="Google Shape;4163;p36"/>
                <p:cNvSpPr/>
                <p:nvPr/>
              </p:nvSpPr>
              <p:spPr>
                <a:xfrm>
                  <a:off x="6862100" y="2714250"/>
                  <a:ext cx="42200" cy="42175"/>
                </a:xfrm>
                <a:custGeom>
                  <a:rect b="b" l="l" r="r" t="t"/>
                  <a:pathLst>
                    <a:path extrusionOk="0" h="1687" w="1688">
                      <a:moveTo>
                        <a:pt x="1653" y="0"/>
                      </a:moveTo>
                      <a:lnTo>
                        <a:pt x="1" y="35"/>
                      </a:lnTo>
                      <a:lnTo>
                        <a:pt x="19"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4" name="Google Shape;4164;p36"/>
                <p:cNvSpPr/>
                <p:nvPr/>
              </p:nvSpPr>
              <p:spPr>
                <a:xfrm>
                  <a:off x="6829175" y="3212350"/>
                  <a:ext cx="42200" cy="42200"/>
                </a:xfrm>
                <a:custGeom>
                  <a:rect b="b" l="l" r="r" t="t"/>
                  <a:pathLst>
                    <a:path extrusionOk="0" h="1688" w="1688">
                      <a:moveTo>
                        <a:pt x="1653" y="0"/>
                      </a:moveTo>
                      <a:lnTo>
                        <a:pt x="1" y="17"/>
                      </a:lnTo>
                      <a:lnTo>
                        <a:pt x="18"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5" name="Google Shape;4165;p36"/>
                <p:cNvSpPr/>
                <p:nvPr/>
              </p:nvSpPr>
              <p:spPr>
                <a:xfrm>
                  <a:off x="6819950" y="2673375"/>
                  <a:ext cx="42175" cy="42200"/>
                </a:xfrm>
                <a:custGeom>
                  <a:rect b="b" l="l" r="r" t="t"/>
                  <a:pathLst>
                    <a:path extrusionOk="0" h="1688" w="1687">
                      <a:moveTo>
                        <a:pt x="1652" y="1"/>
                      </a:moveTo>
                      <a:lnTo>
                        <a:pt x="0" y="36"/>
                      </a:lnTo>
                      <a:lnTo>
                        <a:pt x="19" y="1687"/>
                      </a:lnTo>
                      <a:lnTo>
                        <a:pt x="1687" y="1670"/>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6" name="Google Shape;4166;p36"/>
                <p:cNvSpPr/>
                <p:nvPr/>
              </p:nvSpPr>
              <p:spPr>
                <a:xfrm>
                  <a:off x="6787025" y="3171475"/>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7" name="Google Shape;4167;p36"/>
                <p:cNvSpPr/>
                <p:nvPr/>
              </p:nvSpPr>
              <p:spPr>
                <a:xfrm>
                  <a:off x="6777775" y="2632550"/>
                  <a:ext cx="42200" cy="42175"/>
                </a:xfrm>
                <a:custGeom>
                  <a:rect b="b" l="l" r="r" t="t"/>
                  <a:pathLst>
                    <a:path extrusionOk="0" h="1687" w="1688">
                      <a:moveTo>
                        <a:pt x="1652" y="0"/>
                      </a:moveTo>
                      <a:lnTo>
                        <a:pt x="1" y="35"/>
                      </a:lnTo>
                      <a:lnTo>
                        <a:pt x="36" y="1687"/>
                      </a:lnTo>
                      <a:lnTo>
                        <a:pt x="1687" y="1669"/>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8" name="Google Shape;4168;p36"/>
                <p:cNvSpPr/>
                <p:nvPr/>
              </p:nvSpPr>
              <p:spPr>
                <a:xfrm>
                  <a:off x="6744850" y="3130650"/>
                  <a:ext cx="42200" cy="42200"/>
                </a:xfrm>
                <a:custGeom>
                  <a:rect b="b" l="l" r="r" t="t"/>
                  <a:pathLst>
                    <a:path extrusionOk="0" h="1688" w="1688">
                      <a:moveTo>
                        <a:pt x="1652" y="0"/>
                      </a:moveTo>
                      <a:lnTo>
                        <a:pt x="1" y="36"/>
                      </a:lnTo>
                      <a:lnTo>
                        <a:pt x="17" y="1687"/>
                      </a:lnTo>
                      <a:lnTo>
                        <a:pt x="1687" y="1669"/>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69" name="Google Shape;4169;p36"/>
                <p:cNvSpPr/>
                <p:nvPr/>
              </p:nvSpPr>
              <p:spPr>
                <a:xfrm>
                  <a:off x="6736500" y="2633425"/>
                  <a:ext cx="42175" cy="42200"/>
                </a:xfrm>
                <a:custGeom>
                  <a:rect b="b" l="l" r="r" t="t"/>
                  <a:pathLst>
                    <a:path extrusionOk="0" h="1688" w="1687">
                      <a:moveTo>
                        <a:pt x="1652" y="0"/>
                      </a:moveTo>
                      <a:lnTo>
                        <a:pt x="0" y="36"/>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0" name="Google Shape;4170;p36"/>
                <p:cNvSpPr/>
                <p:nvPr/>
              </p:nvSpPr>
              <p:spPr>
                <a:xfrm>
                  <a:off x="6702675" y="3090225"/>
                  <a:ext cx="42200" cy="42200"/>
                </a:xfrm>
                <a:custGeom>
                  <a:rect b="b" l="l" r="r" t="t"/>
                  <a:pathLst>
                    <a:path extrusionOk="0" h="1688" w="1688">
                      <a:moveTo>
                        <a:pt x="1652" y="1"/>
                      </a:moveTo>
                      <a:lnTo>
                        <a:pt x="1" y="18"/>
                      </a:lnTo>
                      <a:lnTo>
                        <a:pt x="18" y="1688"/>
                      </a:lnTo>
                      <a:lnTo>
                        <a:pt x="1688"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1" name="Google Shape;4171;p36"/>
                <p:cNvSpPr/>
                <p:nvPr/>
              </p:nvSpPr>
              <p:spPr>
                <a:xfrm>
                  <a:off x="6694775" y="2634300"/>
                  <a:ext cx="42200" cy="42200"/>
                </a:xfrm>
                <a:custGeom>
                  <a:rect b="b" l="l" r="r" t="t"/>
                  <a:pathLst>
                    <a:path extrusionOk="0" h="1688" w="1688">
                      <a:moveTo>
                        <a:pt x="1669" y="1"/>
                      </a:moveTo>
                      <a:lnTo>
                        <a:pt x="1" y="17"/>
                      </a:lnTo>
                      <a:lnTo>
                        <a:pt x="36" y="1687"/>
                      </a:lnTo>
                      <a:lnTo>
                        <a:pt x="1687" y="1652"/>
                      </a:lnTo>
                      <a:lnTo>
                        <a:pt x="1669"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2" name="Google Shape;4172;p36"/>
                <p:cNvSpPr/>
                <p:nvPr/>
              </p:nvSpPr>
              <p:spPr>
                <a:xfrm>
                  <a:off x="6660525" y="3049375"/>
                  <a:ext cx="42175" cy="42175"/>
                </a:xfrm>
                <a:custGeom>
                  <a:rect b="b" l="l" r="r" t="t"/>
                  <a:pathLst>
                    <a:path extrusionOk="0" h="1687" w="1687">
                      <a:moveTo>
                        <a:pt x="1652" y="0"/>
                      </a:moveTo>
                      <a:lnTo>
                        <a:pt x="0" y="19"/>
                      </a:lnTo>
                      <a:lnTo>
                        <a:pt x="17"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3" name="Google Shape;4173;p36"/>
                <p:cNvSpPr/>
                <p:nvPr/>
              </p:nvSpPr>
              <p:spPr>
                <a:xfrm>
                  <a:off x="6653900" y="2676475"/>
                  <a:ext cx="42200" cy="42175"/>
                </a:xfrm>
                <a:custGeom>
                  <a:rect b="b" l="l" r="r" t="t"/>
                  <a:pathLst>
                    <a:path extrusionOk="0" h="1687" w="1688">
                      <a:moveTo>
                        <a:pt x="1671" y="0"/>
                      </a:moveTo>
                      <a:lnTo>
                        <a:pt x="1" y="17"/>
                      </a:lnTo>
                      <a:lnTo>
                        <a:pt x="36" y="1687"/>
                      </a:lnTo>
                      <a:lnTo>
                        <a:pt x="1688" y="1652"/>
                      </a:lnTo>
                      <a:lnTo>
                        <a:pt x="1671"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4" name="Google Shape;4174;p36"/>
                <p:cNvSpPr/>
                <p:nvPr/>
              </p:nvSpPr>
              <p:spPr>
                <a:xfrm>
                  <a:off x="6618350" y="3008550"/>
                  <a:ext cx="42200" cy="42175"/>
                </a:xfrm>
                <a:custGeom>
                  <a:rect b="b" l="l" r="r" t="t"/>
                  <a:pathLst>
                    <a:path extrusionOk="0" h="1687" w="1688">
                      <a:moveTo>
                        <a:pt x="1652" y="0"/>
                      </a:moveTo>
                      <a:lnTo>
                        <a:pt x="0" y="35"/>
                      </a:lnTo>
                      <a:lnTo>
                        <a:pt x="36"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5" name="Google Shape;4175;p36"/>
                <p:cNvSpPr/>
                <p:nvPr/>
              </p:nvSpPr>
              <p:spPr>
                <a:xfrm>
                  <a:off x="6613500" y="2718625"/>
                  <a:ext cx="42200" cy="42200"/>
                </a:xfrm>
                <a:custGeom>
                  <a:rect b="b" l="l" r="r" t="t"/>
                  <a:pathLst>
                    <a:path extrusionOk="0" h="1688" w="1688">
                      <a:moveTo>
                        <a:pt x="1652" y="1"/>
                      </a:moveTo>
                      <a:lnTo>
                        <a:pt x="0" y="18"/>
                      </a:lnTo>
                      <a:lnTo>
                        <a:pt x="19"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6" name="Google Shape;4176;p36"/>
                <p:cNvSpPr/>
                <p:nvPr/>
              </p:nvSpPr>
              <p:spPr>
                <a:xfrm>
                  <a:off x="6576175" y="2967675"/>
                  <a:ext cx="42200" cy="42175"/>
                </a:xfrm>
                <a:custGeom>
                  <a:rect b="b" l="l" r="r" t="t"/>
                  <a:pathLst>
                    <a:path extrusionOk="0" h="1687" w="1688">
                      <a:moveTo>
                        <a:pt x="1652" y="0"/>
                      </a:moveTo>
                      <a:lnTo>
                        <a:pt x="1" y="35"/>
                      </a:lnTo>
                      <a:lnTo>
                        <a:pt x="36" y="1687"/>
                      </a:lnTo>
                      <a:lnTo>
                        <a:pt x="1687" y="1670"/>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7" name="Google Shape;4177;p36"/>
                <p:cNvSpPr/>
                <p:nvPr/>
              </p:nvSpPr>
              <p:spPr>
                <a:xfrm>
                  <a:off x="6572675" y="2760800"/>
                  <a:ext cx="42175" cy="41750"/>
                </a:xfrm>
                <a:custGeom>
                  <a:rect b="b" l="l" r="r" t="t"/>
                  <a:pathLst>
                    <a:path extrusionOk="0" h="1670" w="1687">
                      <a:moveTo>
                        <a:pt x="1652" y="1"/>
                      </a:moveTo>
                      <a:lnTo>
                        <a:pt x="0" y="17"/>
                      </a:lnTo>
                      <a:lnTo>
                        <a:pt x="35" y="1669"/>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8" name="Google Shape;4178;p36"/>
                <p:cNvSpPr/>
                <p:nvPr/>
              </p:nvSpPr>
              <p:spPr>
                <a:xfrm>
                  <a:off x="6534025" y="2927250"/>
                  <a:ext cx="42175" cy="42200"/>
                </a:xfrm>
                <a:custGeom>
                  <a:rect b="b" l="l" r="r" t="t"/>
                  <a:pathLst>
                    <a:path extrusionOk="0" h="1688" w="1687">
                      <a:moveTo>
                        <a:pt x="1652" y="1"/>
                      </a:moveTo>
                      <a:lnTo>
                        <a:pt x="0" y="19"/>
                      </a:lnTo>
                      <a:lnTo>
                        <a:pt x="35"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79" name="Google Shape;4179;p36"/>
                <p:cNvSpPr/>
                <p:nvPr/>
              </p:nvSpPr>
              <p:spPr>
                <a:xfrm>
                  <a:off x="6533125" y="2885550"/>
                  <a:ext cx="42200" cy="42200"/>
                </a:xfrm>
                <a:custGeom>
                  <a:rect b="b" l="l" r="r" t="t"/>
                  <a:pathLst>
                    <a:path extrusionOk="0" h="1688" w="1688">
                      <a:moveTo>
                        <a:pt x="1669" y="0"/>
                      </a:moveTo>
                      <a:lnTo>
                        <a:pt x="1" y="36"/>
                      </a:lnTo>
                      <a:lnTo>
                        <a:pt x="36" y="1687"/>
                      </a:lnTo>
                      <a:lnTo>
                        <a:pt x="1688" y="1669"/>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0" name="Google Shape;4180;p36"/>
                <p:cNvSpPr/>
                <p:nvPr/>
              </p:nvSpPr>
              <p:spPr>
                <a:xfrm>
                  <a:off x="6532675" y="2844250"/>
                  <a:ext cx="42200" cy="42200"/>
                </a:xfrm>
                <a:custGeom>
                  <a:rect b="b" l="l" r="r" t="t"/>
                  <a:pathLst>
                    <a:path extrusionOk="0" h="1688" w="1688">
                      <a:moveTo>
                        <a:pt x="1652" y="1"/>
                      </a:moveTo>
                      <a:lnTo>
                        <a:pt x="1" y="18"/>
                      </a:lnTo>
                      <a:lnTo>
                        <a:pt x="19"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1" name="Google Shape;4181;p36"/>
                <p:cNvSpPr/>
                <p:nvPr/>
              </p:nvSpPr>
              <p:spPr>
                <a:xfrm>
                  <a:off x="6531800" y="2802525"/>
                  <a:ext cx="42200" cy="42175"/>
                </a:xfrm>
                <a:custGeom>
                  <a:rect b="b" l="l" r="r" t="t"/>
                  <a:pathLst>
                    <a:path extrusionOk="0" h="1687" w="1688">
                      <a:moveTo>
                        <a:pt x="1670" y="0"/>
                      </a:moveTo>
                      <a:lnTo>
                        <a:pt x="0" y="35"/>
                      </a:lnTo>
                      <a:lnTo>
                        <a:pt x="36" y="1687"/>
                      </a:lnTo>
                      <a:lnTo>
                        <a:pt x="1687" y="1670"/>
                      </a:lnTo>
                      <a:lnTo>
                        <a:pt x="1670"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2" name="Google Shape;4182;p36"/>
                <p:cNvSpPr/>
                <p:nvPr/>
              </p:nvSpPr>
              <p:spPr>
                <a:xfrm>
                  <a:off x="6996975" y="3333575"/>
                  <a:ext cx="42200" cy="42200"/>
                </a:xfrm>
                <a:custGeom>
                  <a:rect b="b" l="l" r="r" t="t"/>
                  <a:pathLst>
                    <a:path extrusionOk="0" h="1688" w="1688">
                      <a:moveTo>
                        <a:pt x="1652" y="1"/>
                      </a:moveTo>
                      <a:lnTo>
                        <a:pt x="1" y="36"/>
                      </a:lnTo>
                      <a:lnTo>
                        <a:pt x="36" y="1687"/>
                      </a:lnTo>
                      <a:lnTo>
                        <a:pt x="1687" y="1669"/>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3" name="Google Shape;4183;p36"/>
                <p:cNvSpPr/>
                <p:nvPr/>
              </p:nvSpPr>
              <p:spPr>
                <a:xfrm>
                  <a:off x="6987725" y="2795075"/>
                  <a:ext cx="42200" cy="42175"/>
                </a:xfrm>
                <a:custGeom>
                  <a:rect b="b" l="l" r="r" t="t"/>
                  <a:pathLst>
                    <a:path extrusionOk="0" h="1687" w="1688">
                      <a:moveTo>
                        <a:pt x="1653" y="0"/>
                      </a:moveTo>
                      <a:lnTo>
                        <a:pt x="1" y="17"/>
                      </a:lnTo>
                      <a:lnTo>
                        <a:pt x="36" y="1687"/>
                      </a:lnTo>
                      <a:lnTo>
                        <a:pt x="1688" y="1652"/>
                      </a:lnTo>
                      <a:lnTo>
                        <a:pt x="1653"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4" name="Google Shape;4184;p36"/>
                <p:cNvSpPr/>
                <p:nvPr/>
              </p:nvSpPr>
              <p:spPr>
                <a:xfrm>
                  <a:off x="7037800" y="3291825"/>
                  <a:ext cx="42200" cy="41775"/>
                </a:xfrm>
                <a:custGeom>
                  <a:rect b="b" l="l" r="r" t="t"/>
                  <a:pathLst>
                    <a:path extrusionOk="0" h="1671" w="1688">
                      <a:moveTo>
                        <a:pt x="1652" y="1"/>
                      </a:moveTo>
                      <a:lnTo>
                        <a:pt x="1" y="19"/>
                      </a:lnTo>
                      <a:lnTo>
                        <a:pt x="19" y="1671"/>
                      </a:lnTo>
                      <a:lnTo>
                        <a:pt x="1688"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5" name="Google Shape;4185;p36"/>
                <p:cNvSpPr/>
                <p:nvPr/>
              </p:nvSpPr>
              <p:spPr>
                <a:xfrm>
                  <a:off x="7028600" y="2752900"/>
                  <a:ext cx="42200" cy="42200"/>
                </a:xfrm>
                <a:custGeom>
                  <a:rect b="b" l="l" r="r" t="t"/>
                  <a:pathLst>
                    <a:path extrusionOk="0" h="1688" w="1688">
                      <a:moveTo>
                        <a:pt x="1652" y="0"/>
                      </a:moveTo>
                      <a:lnTo>
                        <a:pt x="1" y="17"/>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6" name="Google Shape;4186;p36"/>
                <p:cNvSpPr/>
                <p:nvPr/>
              </p:nvSpPr>
              <p:spPr>
                <a:xfrm>
                  <a:off x="7078225" y="3249675"/>
                  <a:ext cx="42200" cy="42175"/>
                </a:xfrm>
                <a:custGeom>
                  <a:rect b="b" l="l" r="r" t="t"/>
                  <a:pathLst>
                    <a:path extrusionOk="0" h="1687" w="1688">
                      <a:moveTo>
                        <a:pt x="1670" y="0"/>
                      </a:moveTo>
                      <a:lnTo>
                        <a:pt x="0" y="18"/>
                      </a:lnTo>
                      <a:lnTo>
                        <a:pt x="35" y="1687"/>
                      </a:lnTo>
                      <a:lnTo>
                        <a:pt x="1687" y="1652"/>
                      </a:lnTo>
                      <a:lnTo>
                        <a:pt x="1670"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7" name="Google Shape;4187;p36"/>
                <p:cNvSpPr/>
                <p:nvPr/>
              </p:nvSpPr>
              <p:spPr>
                <a:xfrm>
                  <a:off x="7069425" y="2710725"/>
                  <a:ext cx="42200" cy="42200"/>
                </a:xfrm>
                <a:custGeom>
                  <a:rect b="b" l="l" r="r" t="t"/>
                  <a:pathLst>
                    <a:path extrusionOk="0" h="1688" w="1688">
                      <a:moveTo>
                        <a:pt x="1653" y="1"/>
                      </a:moveTo>
                      <a:lnTo>
                        <a:pt x="1" y="18"/>
                      </a:lnTo>
                      <a:lnTo>
                        <a:pt x="19" y="1687"/>
                      </a:lnTo>
                      <a:lnTo>
                        <a:pt x="1688" y="1652"/>
                      </a:lnTo>
                      <a:lnTo>
                        <a:pt x="1653"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8" name="Google Shape;4188;p36"/>
                <p:cNvSpPr/>
                <p:nvPr/>
              </p:nvSpPr>
              <p:spPr>
                <a:xfrm>
                  <a:off x="7119100" y="3207500"/>
                  <a:ext cx="42175" cy="42200"/>
                </a:xfrm>
                <a:custGeom>
                  <a:rect b="b" l="l" r="r" t="t"/>
                  <a:pathLst>
                    <a:path extrusionOk="0" h="1688" w="1687">
                      <a:moveTo>
                        <a:pt x="1668" y="0"/>
                      </a:moveTo>
                      <a:lnTo>
                        <a:pt x="0" y="19"/>
                      </a:lnTo>
                      <a:lnTo>
                        <a:pt x="35" y="1687"/>
                      </a:lnTo>
                      <a:lnTo>
                        <a:pt x="1687" y="1652"/>
                      </a:lnTo>
                      <a:lnTo>
                        <a:pt x="1668"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89" name="Google Shape;4189;p36"/>
                <p:cNvSpPr/>
                <p:nvPr/>
              </p:nvSpPr>
              <p:spPr>
                <a:xfrm>
                  <a:off x="7109850" y="2668550"/>
                  <a:ext cx="42200" cy="42200"/>
                </a:xfrm>
                <a:custGeom>
                  <a:rect b="b" l="l" r="r" t="t"/>
                  <a:pathLst>
                    <a:path extrusionOk="0" h="1688" w="1688">
                      <a:moveTo>
                        <a:pt x="1670" y="1"/>
                      </a:moveTo>
                      <a:lnTo>
                        <a:pt x="0" y="36"/>
                      </a:lnTo>
                      <a:lnTo>
                        <a:pt x="36" y="1688"/>
                      </a:lnTo>
                      <a:lnTo>
                        <a:pt x="1687" y="1653"/>
                      </a:lnTo>
                      <a:lnTo>
                        <a:pt x="1670"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0" name="Google Shape;4190;p36"/>
                <p:cNvSpPr/>
                <p:nvPr/>
              </p:nvSpPr>
              <p:spPr>
                <a:xfrm>
                  <a:off x="7159925" y="3165325"/>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1" name="Google Shape;4191;p36"/>
                <p:cNvSpPr/>
                <p:nvPr/>
              </p:nvSpPr>
              <p:spPr>
                <a:xfrm>
                  <a:off x="7150725" y="2626400"/>
                  <a:ext cx="42175" cy="42175"/>
                </a:xfrm>
                <a:custGeom>
                  <a:rect b="b" l="l" r="r" t="t"/>
                  <a:pathLst>
                    <a:path extrusionOk="0" h="1687" w="1687">
                      <a:moveTo>
                        <a:pt x="1652" y="0"/>
                      </a:moveTo>
                      <a:lnTo>
                        <a:pt x="0" y="35"/>
                      </a:lnTo>
                      <a:lnTo>
                        <a:pt x="35"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2" name="Google Shape;4192;p36"/>
                <p:cNvSpPr/>
                <p:nvPr/>
              </p:nvSpPr>
              <p:spPr>
                <a:xfrm>
                  <a:off x="7200800" y="3123175"/>
                  <a:ext cx="42175" cy="42175"/>
                </a:xfrm>
                <a:custGeom>
                  <a:rect b="b" l="l" r="r" t="t"/>
                  <a:pathLst>
                    <a:path extrusionOk="0" h="1687" w="1687">
                      <a:moveTo>
                        <a:pt x="1652" y="0"/>
                      </a:moveTo>
                      <a:lnTo>
                        <a:pt x="0" y="18"/>
                      </a:lnTo>
                      <a:lnTo>
                        <a:pt x="17"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3" name="Google Shape;4193;p36"/>
                <p:cNvSpPr/>
                <p:nvPr/>
              </p:nvSpPr>
              <p:spPr>
                <a:xfrm>
                  <a:off x="7192000" y="2625525"/>
                  <a:ext cx="42200" cy="42175"/>
                </a:xfrm>
                <a:custGeom>
                  <a:rect b="b" l="l" r="r" t="t"/>
                  <a:pathLst>
                    <a:path extrusionOk="0" h="1687" w="1688">
                      <a:moveTo>
                        <a:pt x="1669" y="0"/>
                      </a:moveTo>
                      <a:lnTo>
                        <a:pt x="1" y="35"/>
                      </a:lnTo>
                      <a:lnTo>
                        <a:pt x="36" y="1687"/>
                      </a:lnTo>
                      <a:lnTo>
                        <a:pt x="1687" y="1669"/>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4" name="Google Shape;4194;p36"/>
                <p:cNvSpPr/>
                <p:nvPr/>
              </p:nvSpPr>
              <p:spPr>
                <a:xfrm>
                  <a:off x="7241200" y="3081000"/>
                  <a:ext cx="42200" cy="42200"/>
                </a:xfrm>
                <a:custGeom>
                  <a:rect b="b" l="l" r="r" t="t"/>
                  <a:pathLst>
                    <a:path extrusionOk="0" h="1688" w="1688">
                      <a:moveTo>
                        <a:pt x="1669" y="0"/>
                      </a:moveTo>
                      <a:lnTo>
                        <a:pt x="0" y="19"/>
                      </a:lnTo>
                      <a:lnTo>
                        <a:pt x="36" y="1687"/>
                      </a:lnTo>
                      <a:lnTo>
                        <a:pt x="1687" y="1652"/>
                      </a:lnTo>
                      <a:lnTo>
                        <a:pt x="1669"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5" name="Google Shape;4195;p36"/>
                <p:cNvSpPr/>
                <p:nvPr/>
              </p:nvSpPr>
              <p:spPr>
                <a:xfrm>
                  <a:off x="7233725" y="2625050"/>
                  <a:ext cx="42175" cy="42200"/>
                </a:xfrm>
                <a:custGeom>
                  <a:rect b="b" l="l" r="r" t="t"/>
                  <a:pathLst>
                    <a:path extrusionOk="0" h="1688" w="1687">
                      <a:moveTo>
                        <a:pt x="1652" y="1"/>
                      </a:moveTo>
                      <a:lnTo>
                        <a:pt x="0" y="19"/>
                      </a:lnTo>
                      <a:lnTo>
                        <a:pt x="18"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6" name="Google Shape;4196;p36"/>
                <p:cNvSpPr/>
                <p:nvPr/>
              </p:nvSpPr>
              <p:spPr>
                <a:xfrm>
                  <a:off x="7282025" y="3038825"/>
                  <a:ext cx="42200" cy="42200"/>
                </a:xfrm>
                <a:custGeom>
                  <a:rect b="b" l="l" r="r" t="t"/>
                  <a:pathLst>
                    <a:path extrusionOk="0" h="1688" w="1688">
                      <a:moveTo>
                        <a:pt x="1671" y="1"/>
                      </a:moveTo>
                      <a:lnTo>
                        <a:pt x="1" y="19"/>
                      </a:lnTo>
                      <a:lnTo>
                        <a:pt x="36" y="1687"/>
                      </a:lnTo>
                      <a:lnTo>
                        <a:pt x="1687" y="1652"/>
                      </a:lnTo>
                      <a:lnTo>
                        <a:pt x="1671"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7" name="Google Shape;4197;p36"/>
                <p:cNvSpPr/>
                <p:nvPr/>
              </p:nvSpPr>
              <p:spPr>
                <a:xfrm>
                  <a:off x="7275875" y="2665925"/>
                  <a:ext cx="42200" cy="41725"/>
                </a:xfrm>
                <a:custGeom>
                  <a:rect b="b" l="l" r="r" t="t"/>
                  <a:pathLst>
                    <a:path extrusionOk="0" h="1669" w="1688">
                      <a:moveTo>
                        <a:pt x="1652" y="1"/>
                      </a:moveTo>
                      <a:lnTo>
                        <a:pt x="1" y="17"/>
                      </a:lnTo>
                      <a:lnTo>
                        <a:pt x="19" y="1669"/>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8" name="Google Shape;4198;p36"/>
                <p:cNvSpPr/>
                <p:nvPr/>
              </p:nvSpPr>
              <p:spPr>
                <a:xfrm>
                  <a:off x="7322900" y="2996650"/>
                  <a:ext cx="42200" cy="42200"/>
                </a:xfrm>
                <a:custGeom>
                  <a:rect b="b" l="l" r="r" t="t"/>
                  <a:pathLst>
                    <a:path extrusionOk="0" h="1688" w="1688">
                      <a:moveTo>
                        <a:pt x="1652" y="1"/>
                      </a:moveTo>
                      <a:lnTo>
                        <a:pt x="0" y="19"/>
                      </a:lnTo>
                      <a:lnTo>
                        <a:pt x="36" y="1688"/>
                      </a:lnTo>
                      <a:lnTo>
                        <a:pt x="1687" y="1652"/>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199" name="Google Shape;4199;p36"/>
                <p:cNvSpPr/>
                <p:nvPr/>
              </p:nvSpPr>
              <p:spPr>
                <a:xfrm>
                  <a:off x="7318050" y="2706325"/>
                  <a:ext cx="42200" cy="42200"/>
                </a:xfrm>
                <a:custGeom>
                  <a:rect b="b" l="l" r="r" t="t"/>
                  <a:pathLst>
                    <a:path extrusionOk="0" h="1688" w="1688">
                      <a:moveTo>
                        <a:pt x="1652" y="1"/>
                      </a:moveTo>
                      <a:lnTo>
                        <a:pt x="0" y="36"/>
                      </a:lnTo>
                      <a:lnTo>
                        <a:pt x="19" y="1688"/>
                      </a:lnTo>
                      <a:lnTo>
                        <a:pt x="1687" y="1669"/>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0" name="Google Shape;4200;p36"/>
                <p:cNvSpPr/>
                <p:nvPr/>
              </p:nvSpPr>
              <p:spPr>
                <a:xfrm>
                  <a:off x="7363725" y="2954500"/>
                  <a:ext cx="42200" cy="42175"/>
                </a:xfrm>
                <a:custGeom>
                  <a:rect b="b" l="l" r="r" t="t"/>
                  <a:pathLst>
                    <a:path extrusionOk="0" h="1687" w="1688">
                      <a:moveTo>
                        <a:pt x="1652" y="0"/>
                      </a:moveTo>
                      <a:lnTo>
                        <a:pt x="1" y="18"/>
                      </a:lnTo>
                      <a:lnTo>
                        <a:pt x="19"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1" name="Google Shape;4201;p36"/>
                <p:cNvSpPr/>
                <p:nvPr/>
              </p:nvSpPr>
              <p:spPr>
                <a:xfrm>
                  <a:off x="7360225" y="2747175"/>
                  <a:ext cx="42175" cy="42175"/>
                </a:xfrm>
                <a:custGeom>
                  <a:rect b="b" l="l" r="r" t="t"/>
                  <a:pathLst>
                    <a:path extrusionOk="0" h="1687" w="1687">
                      <a:moveTo>
                        <a:pt x="1652" y="0"/>
                      </a:moveTo>
                      <a:lnTo>
                        <a:pt x="0" y="35"/>
                      </a:lnTo>
                      <a:lnTo>
                        <a:pt x="18" y="1687"/>
                      </a:lnTo>
                      <a:lnTo>
                        <a:pt x="1687" y="1652"/>
                      </a:lnTo>
                      <a:lnTo>
                        <a:pt x="1652" y="0"/>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2" name="Google Shape;4202;p36"/>
                <p:cNvSpPr/>
                <p:nvPr/>
              </p:nvSpPr>
              <p:spPr>
                <a:xfrm>
                  <a:off x="7404150" y="2912325"/>
                  <a:ext cx="42175" cy="42200"/>
                </a:xfrm>
                <a:custGeom>
                  <a:rect b="b" l="l" r="r" t="t"/>
                  <a:pathLst>
                    <a:path extrusionOk="0" h="1688" w="1687">
                      <a:moveTo>
                        <a:pt x="1670" y="1"/>
                      </a:moveTo>
                      <a:lnTo>
                        <a:pt x="0" y="19"/>
                      </a:lnTo>
                      <a:lnTo>
                        <a:pt x="35" y="1687"/>
                      </a:lnTo>
                      <a:lnTo>
                        <a:pt x="1687" y="1652"/>
                      </a:lnTo>
                      <a:lnTo>
                        <a:pt x="1670"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3" name="Google Shape;4203;p36"/>
                <p:cNvSpPr/>
                <p:nvPr/>
              </p:nvSpPr>
              <p:spPr>
                <a:xfrm>
                  <a:off x="7403725" y="2871025"/>
                  <a:ext cx="42175" cy="41775"/>
                </a:xfrm>
                <a:custGeom>
                  <a:rect b="b" l="l" r="r" t="t"/>
                  <a:pathLst>
                    <a:path extrusionOk="0" h="1671" w="1687">
                      <a:moveTo>
                        <a:pt x="1652" y="1"/>
                      </a:moveTo>
                      <a:lnTo>
                        <a:pt x="0" y="19"/>
                      </a:lnTo>
                      <a:lnTo>
                        <a:pt x="17" y="1671"/>
                      </a:lnTo>
                      <a:lnTo>
                        <a:pt x="1687"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4" name="Google Shape;4204;p36"/>
                <p:cNvSpPr/>
                <p:nvPr/>
              </p:nvSpPr>
              <p:spPr>
                <a:xfrm>
                  <a:off x="7402850" y="2829325"/>
                  <a:ext cx="42175" cy="42200"/>
                </a:xfrm>
                <a:custGeom>
                  <a:rect b="b" l="l" r="r" t="t"/>
                  <a:pathLst>
                    <a:path extrusionOk="0" h="1688" w="1687">
                      <a:moveTo>
                        <a:pt x="1669" y="1"/>
                      </a:moveTo>
                      <a:lnTo>
                        <a:pt x="0" y="36"/>
                      </a:lnTo>
                      <a:lnTo>
                        <a:pt x="35" y="1687"/>
                      </a:lnTo>
                      <a:lnTo>
                        <a:pt x="1687" y="1669"/>
                      </a:lnTo>
                      <a:lnTo>
                        <a:pt x="1669"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5" name="Google Shape;4205;p36"/>
                <p:cNvSpPr/>
                <p:nvPr/>
              </p:nvSpPr>
              <p:spPr>
                <a:xfrm>
                  <a:off x="7402375" y="2788025"/>
                  <a:ext cx="42200" cy="42200"/>
                </a:xfrm>
                <a:custGeom>
                  <a:rect b="b" l="l" r="r" t="t"/>
                  <a:pathLst>
                    <a:path extrusionOk="0" h="1688" w="1688">
                      <a:moveTo>
                        <a:pt x="1652" y="1"/>
                      </a:moveTo>
                      <a:lnTo>
                        <a:pt x="1" y="18"/>
                      </a:lnTo>
                      <a:lnTo>
                        <a:pt x="19" y="1688"/>
                      </a:lnTo>
                      <a:lnTo>
                        <a:pt x="1688" y="1653"/>
                      </a:lnTo>
                      <a:lnTo>
                        <a:pt x="1652" y="1"/>
                      </a:lnTo>
                      <a:close/>
                    </a:path>
                  </a:pathLst>
                </a:custGeom>
                <a:solidFill>
                  <a:schemeClr val="dk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grpSp>
          <p:sp>
            <p:nvSpPr>
              <p:cNvPr id="4206" name="Google Shape;4206;p36"/>
              <p:cNvSpPr/>
              <p:nvPr/>
            </p:nvSpPr>
            <p:spPr>
              <a:xfrm>
                <a:off x="7362850" y="2912775"/>
                <a:ext cx="42200" cy="42200"/>
              </a:xfrm>
              <a:custGeom>
                <a:rect b="b" l="l" r="r" t="t"/>
                <a:pathLst>
                  <a:path extrusionOk="0" h="1688" w="1688">
                    <a:moveTo>
                      <a:pt x="1670" y="1"/>
                    </a:moveTo>
                    <a:lnTo>
                      <a:pt x="1" y="36"/>
                    </a:lnTo>
                    <a:lnTo>
                      <a:pt x="36" y="1687"/>
                    </a:lnTo>
                    <a:lnTo>
                      <a:pt x="1687" y="1669"/>
                    </a:lnTo>
                    <a:lnTo>
                      <a:pt x="1670"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7" name="Google Shape;4207;p36"/>
              <p:cNvSpPr/>
              <p:nvPr/>
            </p:nvSpPr>
            <p:spPr>
              <a:xfrm>
                <a:off x="7362425" y="2871500"/>
                <a:ext cx="42200" cy="42175"/>
              </a:xfrm>
              <a:custGeom>
                <a:rect b="b" l="l" r="r" t="t"/>
                <a:pathLst>
                  <a:path extrusionOk="0" h="1687" w="1688">
                    <a:moveTo>
                      <a:pt x="1652" y="0"/>
                    </a:moveTo>
                    <a:lnTo>
                      <a:pt x="1" y="35"/>
                    </a:lnTo>
                    <a:lnTo>
                      <a:pt x="18" y="1687"/>
                    </a:lnTo>
                    <a:lnTo>
                      <a:pt x="1687"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8" name="Google Shape;4208;p36"/>
              <p:cNvSpPr/>
              <p:nvPr/>
            </p:nvSpPr>
            <p:spPr>
              <a:xfrm>
                <a:off x="7361550" y="2830200"/>
                <a:ext cx="42200" cy="42200"/>
              </a:xfrm>
              <a:custGeom>
                <a:rect b="b" l="l" r="r" t="t"/>
                <a:pathLst>
                  <a:path extrusionOk="0" h="1688" w="1688">
                    <a:moveTo>
                      <a:pt x="1652" y="1"/>
                    </a:moveTo>
                    <a:lnTo>
                      <a:pt x="1" y="18"/>
                    </a:lnTo>
                    <a:lnTo>
                      <a:pt x="36"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09" name="Google Shape;4209;p36"/>
              <p:cNvSpPr/>
              <p:nvPr/>
            </p:nvSpPr>
            <p:spPr>
              <a:xfrm>
                <a:off x="7360675" y="2788450"/>
                <a:ext cx="42200" cy="42200"/>
              </a:xfrm>
              <a:custGeom>
                <a:rect b="b" l="l" r="r" t="t"/>
                <a:pathLst>
                  <a:path extrusionOk="0" h="1688" w="1688">
                    <a:moveTo>
                      <a:pt x="1669" y="1"/>
                    </a:moveTo>
                    <a:lnTo>
                      <a:pt x="0" y="36"/>
                    </a:lnTo>
                    <a:lnTo>
                      <a:pt x="36" y="1688"/>
                    </a:lnTo>
                    <a:lnTo>
                      <a:pt x="1687" y="1671"/>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0" name="Google Shape;4210;p36"/>
              <p:cNvSpPr/>
              <p:nvPr/>
            </p:nvSpPr>
            <p:spPr>
              <a:xfrm>
                <a:off x="7322025" y="2954950"/>
                <a:ext cx="42175" cy="42200"/>
              </a:xfrm>
              <a:custGeom>
                <a:rect b="b" l="l" r="r" t="t"/>
                <a:pathLst>
                  <a:path extrusionOk="0" h="1688" w="1687">
                    <a:moveTo>
                      <a:pt x="1669" y="0"/>
                    </a:moveTo>
                    <a:lnTo>
                      <a:pt x="0" y="36"/>
                    </a:lnTo>
                    <a:lnTo>
                      <a:pt x="35" y="1687"/>
                    </a:lnTo>
                    <a:lnTo>
                      <a:pt x="1687" y="1669"/>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1" name="Google Shape;4211;p36"/>
              <p:cNvSpPr/>
              <p:nvPr/>
            </p:nvSpPr>
            <p:spPr>
              <a:xfrm>
                <a:off x="7321575" y="2913650"/>
                <a:ext cx="42175" cy="42200"/>
              </a:xfrm>
              <a:custGeom>
                <a:rect b="b" l="l" r="r" t="t"/>
                <a:pathLst>
                  <a:path extrusionOk="0" h="1688" w="1687">
                    <a:moveTo>
                      <a:pt x="1652" y="1"/>
                    </a:moveTo>
                    <a:lnTo>
                      <a:pt x="0" y="36"/>
                    </a:lnTo>
                    <a:lnTo>
                      <a:pt x="18" y="1688"/>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2" name="Google Shape;4212;p36"/>
              <p:cNvSpPr/>
              <p:nvPr/>
            </p:nvSpPr>
            <p:spPr>
              <a:xfrm>
                <a:off x="7320675" y="2872375"/>
                <a:ext cx="42200" cy="42200"/>
              </a:xfrm>
              <a:custGeom>
                <a:rect b="b" l="l" r="r" t="t"/>
                <a:pathLst>
                  <a:path extrusionOk="0" h="1688" w="1688">
                    <a:moveTo>
                      <a:pt x="1671" y="0"/>
                    </a:moveTo>
                    <a:lnTo>
                      <a:pt x="1" y="17"/>
                    </a:lnTo>
                    <a:lnTo>
                      <a:pt x="36" y="1687"/>
                    </a:lnTo>
                    <a:lnTo>
                      <a:pt x="1688"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3" name="Google Shape;4213;p36"/>
              <p:cNvSpPr/>
              <p:nvPr/>
            </p:nvSpPr>
            <p:spPr>
              <a:xfrm>
                <a:off x="7320275" y="2830625"/>
                <a:ext cx="42175" cy="42200"/>
              </a:xfrm>
              <a:custGeom>
                <a:rect b="b" l="l" r="r" t="t"/>
                <a:pathLst>
                  <a:path extrusionOk="0" h="1688" w="1687">
                    <a:moveTo>
                      <a:pt x="1652" y="1"/>
                    </a:moveTo>
                    <a:lnTo>
                      <a:pt x="0" y="36"/>
                    </a:lnTo>
                    <a:lnTo>
                      <a:pt x="17"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4" name="Google Shape;4214;p36"/>
              <p:cNvSpPr/>
              <p:nvPr/>
            </p:nvSpPr>
            <p:spPr>
              <a:xfrm>
                <a:off x="7319375" y="2789325"/>
                <a:ext cx="42200" cy="42200"/>
              </a:xfrm>
              <a:custGeom>
                <a:rect b="b" l="l" r="r" t="t"/>
                <a:pathLst>
                  <a:path extrusionOk="0" h="1688" w="1688">
                    <a:moveTo>
                      <a:pt x="1652" y="1"/>
                    </a:moveTo>
                    <a:lnTo>
                      <a:pt x="1" y="36"/>
                    </a:lnTo>
                    <a:lnTo>
                      <a:pt x="36" y="1688"/>
                    </a:lnTo>
                    <a:lnTo>
                      <a:pt x="1688"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5" name="Google Shape;4215;p36"/>
              <p:cNvSpPr/>
              <p:nvPr/>
            </p:nvSpPr>
            <p:spPr>
              <a:xfrm>
                <a:off x="7318500" y="2748050"/>
                <a:ext cx="42200" cy="42200"/>
              </a:xfrm>
              <a:custGeom>
                <a:rect b="b" l="l" r="r" t="t"/>
                <a:pathLst>
                  <a:path extrusionOk="0" h="1688" w="1688">
                    <a:moveTo>
                      <a:pt x="1669" y="0"/>
                    </a:moveTo>
                    <a:lnTo>
                      <a:pt x="1" y="19"/>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6" name="Google Shape;4216;p36"/>
              <p:cNvSpPr/>
              <p:nvPr/>
            </p:nvSpPr>
            <p:spPr>
              <a:xfrm>
                <a:off x="7281600" y="2997125"/>
                <a:ext cx="42200" cy="42175"/>
              </a:xfrm>
              <a:custGeom>
                <a:rect b="b" l="l" r="r" t="t"/>
                <a:pathLst>
                  <a:path extrusionOk="0" h="1687" w="1688">
                    <a:moveTo>
                      <a:pt x="1652" y="0"/>
                    </a:moveTo>
                    <a:lnTo>
                      <a:pt x="1" y="35"/>
                    </a:lnTo>
                    <a:lnTo>
                      <a:pt x="18" y="1687"/>
                    </a:lnTo>
                    <a:lnTo>
                      <a:pt x="1688" y="1669"/>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7" name="Google Shape;4217;p36"/>
              <p:cNvSpPr/>
              <p:nvPr/>
            </p:nvSpPr>
            <p:spPr>
              <a:xfrm>
                <a:off x="7280725" y="2955825"/>
                <a:ext cx="42200" cy="42200"/>
              </a:xfrm>
              <a:custGeom>
                <a:rect b="b" l="l" r="r" t="t"/>
                <a:pathLst>
                  <a:path extrusionOk="0" h="1688" w="1688">
                    <a:moveTo>
                      <a:pt x="1652" y="1"/>
                    </a:moveTo>
                    <a:lnTo>
                      <a:pt x="1" y="36"/>
                    </a:lnTo>
                    <a:lnTo>
                      <a:pt x="36"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8" name="Google Shape;4218;p36"/>
              <p:cNvSpPr/>
              <p:nvPr/>
            </p:nvSpPr>
            <p:spPr>
              <a:xfrm>
                <a:off x="7279850" y="2914550"/>
                <a:ext cx="42200" cy="42175"/>
              </a:xfrm>
              <a:custGeom>
                <a:rect b="b" l="l" r="r" t="t"/>
                <a:pathLst>
                  <a:path extrusionOk="0" h="1687" w="1688">
                    <a:moveTo>
                      <a:pt x="1669" y="0"/>
                    </a:moveTo>
                    <a:lnTo>
                      <a:pt x="1" y="17"/>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19" name="Google Shape;4219;p36"/>
              <p:cNvSpPr/>
              <p:nvPr/>
            </p:nvSpPr>
            <p:spPr>
              <a:xfrm>
                <a:off x="7279400" y="2872800"/>
                <a:ext cx="42175" cy="42175"/>
              </a:xfrm>
              <a:custGeom>
                <a:rect b="b" l="l" r="r" t="t"/>
                <a:pathLst>
                  <a:path extrusionOk="0" h="1687" w="1687">
                    <a:moveTo>
                      <a:pt x="1652" y="0"/>
                    </a:moveTo>
                    <a:lnTo>
                      <a:pt x="0" y="35"/>
                    </a:lnTo>
                    <a:lnTo>
                      <a:pt x="19"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0" name="Google Shape;4220;p36"/>
              <p:cNvSpPr/>
              <p:nvPr/>
            </p:nvSpPr>
            <p:spPr>
              <a:xfrm>
                <a:off x="7278525" y="2831500"/>
                <a:ext cx="42175" cy="42200"/>
              </a:xfrm>
              <a:custGeom>
                <a:rect b="b" l="l" r="r" t="t"/>
                <a:pathLst>
                  <a:path extrusionOk="0" h="1688" w="1687">
                    <a:moveTo>
                      <a:pt x="1670" y="1"/>
                    </a:moveTo>
                    <a:lnTo>
                      <a:pt x="0" y="36"/>
                    </a:lnTo>
                    <a:lnTo>
                      <a:pt x="35"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1" name="Google Shape;4221;p36"/>
              <p:cNvSpPr/>
              <p:nvPr/>
            </p:nvSpPr>
            <p:spPr>
              <a:xfrm>
                <a:off x="7278100" y="2790225"/>
                <a:ext cx="42175" cy="42175"/>
              </a:xfrm>
              <a:custGeom>
                <a:rect b="b" l="l" r="r" t="t"/>
                <a:pathLst>
                  <a:path extrusionOk="0" h="1687" w="1687">
                    <a:moveTo>
                      <a:pt x="1652" y="0"/>
                    </a:moveTo>
                    <a:lnTo>
                      <a:pt x="0" y="18"/>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2" name="Google Shape;4222;p36"/>
              <p:cNvSpPr/>
              <p:nvPr/>
            </p:nvSpPr>
            <p:spPr>
              <a:xfrm>
                <a:off x="7277225" y="2748500"/>
                <a:ext cx="42175" cy="42200"/>
              </a:xfrm>
              <a:custGeom>
                <a:rect b="b" l="l" r="r" t="t"/>
                <a:pathLst>
                  <a:path extrusionOk="0" h="1688" w="1687">
                    <a:moveTo>
                      <a:pt x="1652" y="1"/>
                    </a:moveTo>
                    <a:lnTo>
                      <a:pt x="0" y="36"/>
                    </a:lnTo>
                    <a:lnTo>
                      <a:pt x="35"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3" name="Google Shape;4223;p36"/>
              <p:cNvSpPr/>
              <p:nvPr/>
            </p:nvSpPr>
            <p:spPr>
              <a:xfrm>
                <a:off x="7276350" y="2707225"/>
                <a:ext cx="42175" cy="42175"/>
              </a:xfrm>
              <a:custGeom>
                <a:rect b="b" l="l" r="r" t="t"/>
                <a:pathLst>
                  <a:path extrusionOk="0" h="1687" w="1687">
                    <a:moveTo>
                      <a:pt x="1668" y="0"/>
                    </a:moveTo>
                    <a:lnTo>
                      <a:pt x="0" y="17"/>
                    </a:lnTo>
                    <a:lnTo>
                      <a:pt x="35" y="1687"/>
                    </a:lnTo>
                    <a:lnTo>
                      <a:pt x="1687" y="1652"/>
                    </a:lnTo>
                    <a:lnTo>
                      <a:pt x="1668"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4" name="Google Shape;4224;p36"/>
              <p:cNvSpPr/>
              <p:nvPr/>
            </p:nvSpPr>
            <p:spPr>
              <a:xfrm>
                <a:off x="7240750" y="3039275"/>
                <a:ext cx="42175" cy="42200"/>
              </a:xfrm>
              <a:custGeom>
                <a:rect b="b" l="l" r="r" t="t"/>
                <a:pathLst>
                  <a:path extrusionOk="0" h="1688" w="1687">
                    <a:moveTo>
                      <a:pt x="1652" y="1"/>
                    </a:moveTo>
                    <a:lnTo>
                      <a:pt x="0" y="36"/>
                    </a:lnTo>
                    <a:lnTo>
                      <a:pt x="18" y="1688"/>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5" name="Google Shape;4225;p36"/>
              <p:cNvSpPr/>
              <p:nvPr/>
            </p:nvSpPr>
            <p:spPr>
              <a:xfrm>
                <a:off x="7239875" y="2998000"/>
                <a:ext cx="42175" cy="42200"/>
              </a:xfrm>
              <a:custGeom>
                <a:rect b="b" l="l" r="r" t="t"/>
                <a:pathLst>
                  <a:path extrusionOk="0" h="1688" w="1687">
                    <a:moveTo>
                      <a:pt x="1670" y="0"/>
                    </a:moveTo>
                    <a:lnTo>
                      <a:pt x="0" y="35"/>
                    </a:lnTo>
                    <a:lnTo>
                      <a:pt x="35" y="1687"/>
                    </a:lnTo>
                    <a:lnTo>
                      <a:pt x="1687" y="1652"/>
                    </a:lnTo>
                    <a:lnTo>
                      <a:pt x="1670"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6" name="Google Shape;4226;p36"/>
              <p:cNvSpPr/>
              <p:nvPr/>
            </p:nvSpPr>
            <p:spPr>
              <a:xfrm>
                <a:off x="7239450" y="2956700"/>
                <a:ext cx="42175" cy="42200"/>
              </a:xfrm>
              <a:custGeom>
                <a:rect b="b" l="l" r="r" t="t"/>
                <a:pathLst>
                  <a:path extrusionOk="0" h="1688" w="1687">
                    <a:moveTo>
                      <a:pt x="1652" y="1"/>
                    </a:moveTo>
                    <a:lnTo>
                      <a:pt x="0" y="18"/>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7" name="Google Shape;4227;p36"/>
              <p:cNvSpPr/>
              <p:nvPr/>
            </p:nvSpPr>
            <p:spPr>
              <a:xfrm>
                <a:off x="7238575" y="2914950"/>
                <a:ext cx="42175" cy="42200"/>
              </a:xfrm>
              <a:custGeom>
                <a:rect b="b" l="l" r="r" t="t"/>
                <a:pathLst>
                  <a:path extrusionOk="0" h="1688" w="1687">
                    <a:moveTo>
                      <a:pt x="1652" y="1"/>
                    </a:moveTo>
                    <a:lnTo>
                      <a:pt x="0" y="36"/>
                    </a:lnTo>
                    <a:lnTo>
                      <a:pt x="35"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8" name="Google Shape;4228;p36"/>
              <p:cNvSpPr/>
              <p:nvPr/>
            </p:nvSpPr>
            <p:spPr>
              <a:xfrm>
                <a:off x="7237675" y="2873675"/>
                <a:ext cx="42200" cy="42200"/>
              </a:xfrm>
              <a:custGeom>
                <a:rect b="b" l="l" r="r" t="t"/>
                <a:pathLst>
                  <a:path extrusionOk="0" h="1688" w="1688">
                    <a:moveTo>
                      <a:pt x="1669" y="0"/>
                    </a:moveTo>
                    <a:lnTo>
                      <a:pt x="1" y="36"/>
                    </a:lnTo>
                    <a:lnTo>
                      <a:pt x="36" y="1687"/>
                    </a:lnTo>
                    <a:lnTo>
                      <a:pt x="1688"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29" name="Google Shape;4229;p36"/>
              <p:cNvSpPr/>
              <p:nvPr/>
            </p:nvSpPr>
            <p:spPr>
              <a:xfrm>
                <a:off x="7237225" y="2832375"/>
                <a:ext cx="42200" cy="42200"/>
              </a:xfrm>
              <a:custGeom>
                <a:rect b="b" l="l" r="r" t="t"/>
                <a:pathLst>
                  <a:path extrusionOk="0" h="1688" w="1688">
                    <a:moveTo>
                      <a:pt x="1652" y="1"/>
                    </a:moveTo>
                    <a:lnTo>
                      <a:pt x="1" y="19"/>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0" name="Google Shape;4230;p36"/>
              <p:cNvSpPr/>
              <p:nvPr/>
            </p:nvSpPr>
            <p:spPr>
              <a:xfrm>
                <a:off x="7236350" y="2790675"/>
                <a:ext cx="42200" cy="42200"/>
              </a:xfrm>
              <a:custGeom>
                <a:rect b="b" l="l" r="r" t="t"/>
                <a:pathLst>
                  <a:path extrusionOk="0" h="1688" w="1688">
                    <a:moveTo>
                      <a:pt x="1670" y="0"/>
                    </a:moveTo>
                    <a:lnTo>
                      <a:pt x="0" y="36"/>
                    </a:lnTo>
                    <a:lnTo>
                      <a:pt x="36" y="1687"/>
                    </a:lnTo>
                    <a:lnTo>
                      <a:pt x="1687" y="1669"/>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1" name="Google Shape;4231;p36"/>
              <p:cNvSpPr/>
              <p:nvPr/>
            </p:nvSpPr>
            <p:spPr>
              <a:xfrm>
                <a:off x="7235925" y="2749375"/>
                <a:ext cx="42200" cy="42200"/>
              </a:xfrm>
              <a:custGeom>
                <a:rect b="b" l="l" r="r" t="t"/>
                <a:pathLst>
                  <a:path extrusionOk="0" h="1688" w="1688">
                    <a:moveTo>
                      <a:pt x="1652" y="1"/>
                    </a:moveTo>
                    <a:lnTo>
                      <a:pt x="1" y="18"/>
                    </a:lnTo>
                    <a:lnTo>
                      <a:pt x="17"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2" name="Google Shape;4232;p36"/>
              <p:cNvSpPr/>
              <p:nvPr/>
            </p:nvSpPr>
            <p:spPr>
              <a:xfrm>
                <a:off x="7235050" y="2707625"/>
                <a:ext cx="42200" cy="42200"/>
              </a:xfrm>
              <a:custGeom>
                <a:rect b="b" l="l" r="r" t="t"/>
                <a:pathLst>
                  <a:path extrusionOk="0" h="1688" w="1688">
                    <a:moveTo>
                      <a:pt x="1652" y="1"/>
                    </a:moveTo>
                    <a:lnTo>
                      <a:pt x="0" y="36"/>
                    </a:lnTo>
                    <a:lnTo>
                      <a:pt x="36"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3" name="Google Shape;4233;p36"/>
              <p:cNvSpPr/>
              <p:nvPr/>
            </p:nvSpPr>
            <p:spPr>
              <a:xfrm>
                <a:off x="7234175" y="2666350"/>
                <a:ext cx="42175" cy="42200"/>
              </a:xfrm>
              <a:custGeom>
                <a:rect b="b" l="l" r="r" t="t"/>
                <a:pathLst>
                  <a:path extrusionOk="0" h="1688" w="1687">
                    <a:moveTo>
                      <a:pt x="1669" y="0"/>
                    </a:moveTo>
                    <a:lnTo>
                      <a:pt x="0" y="36"/>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4" name="Google Shape;4234;p36"/>
              <p:cNvSpPr/>
              <p:nvPr/>
            </p:nvSpPr>
            <p:spPr>
              <a:xfrm>
                <a:off x="7199900" y="3081450"/>
                <a:ext cx="42200" cy="42200"/>
              </a:xfrm>
              <a:custGeom>
                <a:rect b="b" l="l" r="r" t="t"/>
                <a:pathLst>
                  <a:path extrusionOk="0" h="1688" w="1688">
                    <a:moveTo>
                      <a:pt x="1652" y="1"/>
                    </a:moveTo>
                    <a:lnTo>
                      <a:pt x="1" y="36"/>
                    </a:lnTo>
                    <a:lnTo>
                      <a:pt x="36" y="1687"/>
                    </a:lnTo>
                    <a:lnTo>
                      <a:pt x="1688"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5" name="Google Shape;4235;p36"/>
              <p:cNvSpPr/>
              <p:nvPr/>
            </p:nvSpPr>
            <p:spPr>
              <a:xfrm>
                <a:off x="7199450" y="3040175"/>
                <a:ext cx="41775" cy="42175"/>
              </a:xfrm>
              <a:custGeom>
                <a:rect b="b" l="l" r="r" t="t"/>
                <a:pathLst>
                  <a:path extrusionOk="0" h="1687" w="1671">
                    <a:moveTo>
                      <a:pt x="1652" y="0"/>
                    </a:moveTo>
                    <a:lnTo>
                      <a:pt x="1" y="35"/>
                    </a:lnTo>
                    <a:lnTo>
                      <a:pt x="19" y="1687"/>
                    </a:lnTo>
                    <a:lnTo>
                      <a:pt x="1670"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6" name="Google Shape;4236;p36"/>
              <p:cNvSpPr/>
              <p:nvPr/>
            </p:nvSpPr>
            <p:spPr>
              <a:xfrm>
                <a:off x="7198575" y="2998875"/>
                <a:ext cx="42200" cy="42200"/>
              </a:xfrm>
              <a:custGeom>
                <a:rect b="b" l="l" r="r" t="t"/>
                <a:pathLst>
                  <a:path extrusionOk="0" h="1688" w="1688">
                    <a:moveTo>
                      <a:pt x="1652" y="0"/>
                    </a:moveTo>
                    <a:lnTo>
                      <a:pt x="0" y="17"/>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7" name="Google Shape;4237;p36"/>
              <p:cNvSpPr/>
              <p:nvPr/>
            </p:nvSpPr>
            <p:spPr>
              <a:xfrm>
                <a:off x="7197700" y="2957125"/>
                <a:ext cx="42175" cy="42200"/>
              </a:xfrm>
              <a:custGeom>
                <a:rect b="b" l="l" r="r" t="t"/>
                <a:pathLst>
                  <a:path extrusionOk="0" h="1688" w="1687">
                    <a:moveTo>
                      <a:pt x="1670" y="1"/>
                    </a:moveTo>
                    <a:lnTo>
                      <a:pt x="0" y="36"/>
                    </a:lnTo>
                    <a:lnTo>
                      <a:pt x="35" y="1687"/>
                    </a:lnTo>
                    <a:lnTo>
                      <a:pt x="1687" y="1670"/>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8" name="Google Shape;4238;p36"/>
              <p:cNvSpPr/>
              <p:nvPr/>
            </p:nvSpPr>
            <p:spPr>
              <a:xfrm>
                <a:off x="7197275" y="2915850"/>
                <a:ext cx="42200" cy="42175"/>
              </a:xfrm>
              <a:custGeom>
                <a:rect b="b" l="l" r="r" t="t"/>
                <a:pathLst>
                  <a:path extrusionOk="0" h="1687" w="1688">
                    <a:moveTo>
                      <a:pt x="1652" y="0"/>
                    </a:moveTo>
                    <a:lnTo>
                      <a:pt x="0"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39" name="Google Shape;4239;p36"/>
              <p:cNvSpPr/>
              <p:nvPr/>
            </p:nvSpPr>
            <p:spPr>
              <a:xfrm>
                <a:off x="7196400" y="2874550"/>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0" name="Google Shape;4240;p36"/>
              <p:cNvSpPr/>
              <p:nvPr/>
            </p:nvSpPr>
            <p:spPr>
              <a:xfrm>
                <a:off x="7195950" y="2832850"/>
                <a:ext cx="41750" cy="42175"/>
              </a:xfrm>
              <a:custGeom>
                <a:rect b="b" l="l" r="r" t="t"/>
                <a:pathLst>
                  <a:path extrusionOk="0" h="1687" w="1670">
                    <a:moveTo>
                      <a:pt x="1652" y="0"/>
                    </a:moveTo>
                    <a:lnTo>
                      <a:pt x="0" y="35"/>
                    </a:lnTo>
                    <a:lnTo>
                      <a:pt x="18" y="1687"/>
                    </a:lnTo>
                    <a:lnTo>
                      <a:pt x="1670"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1" name="Google Shape;4241;p36"/>
              <p:cNvSpPr/>
              <p:nvPr/>
            </p:nvSpPr>
            <p:spPr>
              <a:xfrm>
                <a:off x="7195050" y="2791550"/>
                <a:ext cx="42200" cy="42200"/>
              </a:xfrm>
              <a:custGeom>
                <a:rect b="b" l="l" r="r" t="t"/>
                <a:pathLst>
                  <a:path extrusionOk="0" h="1688" w="1688">
                    <a:moveTo>
                      <a:pt x="1652" y="1"/>
                    </a:moveTo>
                    <a:lnTo>
                      <a:pt x="1" y="17"/>
                    </a:lnTo>
                    <a:lnTo>
                      <a:pt x="36"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2" name="Google Shape;4242;p36"/>
              <p:cNvSpPr/>
              <p:nvPr/>
            </p:nvSpPr>
            <p:spPr>
              <a:xfrm>
                <a:off x="7194175" y="2749800"/>
                <a:ext cx="42200" cy="42200"/>
              </a:xfrm>
              <a:custGeom>
                <a:rect b="b" l="l" r="r" t="t"/>
                <a:pathLst>
                  <a:path extrusionOk="0" h="1688" w="1688">
                    <a:moveTo>
                      <a:pt x="1671" y="1"/>
                    </a:moveTo>
                    <a:lnTo>
                      <a:pt x="1" y="36"/>
                    </a:lnTo>
                    <a:lnTo>
                      <a:pt x="36" y="1687"/>
                    </a:lnTo>
                    <a:lnTo>
                      <a:pt x="1687" y="1671"/>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3" name="Google Shape;4243;p36"/>
              <p:cNvSpPr/>
              <p:nvPr/>
            </p:nvSpPr>
            <p:spPr>
              <a:xfrm>
                <a:off x="7193750" y="2708525"/>
                <a:ext cx="42200" cy="42175"/>
              </a:xfrm>
              <a:custGeom>
                <a:rect b="b" l="l" r="r" t="t"/>
                <a:pathLst>
                  <a:path extrusionOk="0" h="1687" w="1688">
                    <a:moveTo>
                      <a:pt x="1652" y="0"/>
                    </a:moveTo>
                    <a:lnTo>
                      <a:pt x="1" y="35"/>
                    </a:lnTo>
                    <a:lnTo>
                      <a:pt x="18"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4" name="Google Shape;4244;p36"/>
              <p:cNvSpPr/>
              <p:nvPr/>
            </p:nvSpPr>
            <p:spPr>
              <a:xfrm>
                <a:off x="7192875" y="2667225"/>
                <a:ext cx="42200" cy="42200"/>
              </a:xfrm>
              <a:custGeom>
                <a:rect b="b" l="l" r="r" t="t"/>
                <a:pathLst>
                  <a:path extrusionOk="0" h="1688" w="1688">
                    <a:moveTo>
                      <a:pt x="1652" y="1"/>
                    </a:moveTo>
                    <a:lnTo>
                      <a:pt x="1" y="19"/>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5" name="Google Shape;4245;p36"/>
              <p:cNvSpPr/>
              <p:nvPr/>
            </p:nvSpPr>
            <p:spPr>
              <a:xfrm>
                <a:off x="7159050" y="3123625"/>
                <a:ext cx="42175" cy="42175"/>
              </a:xfrm>
              <a:custGeom>
                <a:rect b="b" l="l" r="r" t="t"/>
                <a:pathLst>
                  <a:path extrusionOk="0" h="1687" w="1687">
                    <a:moveTo>
                      <a:pt x="1670" y="0"/>
                    </a:moveTo>
                    <a:lnTo>
                      <a:pt x="0" y="35"/>
                    </a:lnTo>
                    <a:lnTo>
                      <a:pt x="35" y="1687"/>
                    </a:lnTo>
                    <a:lnTo>
                      <a:pt x="1687" y="1669"/>
                    </a:lnTo>
                    <a:lnTo>
                      <a:pt x="1670"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6" name="Google Shape;4246;p36"/>
              <p:cNvSpPr/>
              <p:nvPr/>
            </p:nvSpPr>
            <p:spPr>
              <a:xfrm>
                <a:off x="7158625" y="3082325"/>
                <a:ext cx="42175" cy="42200"/>
              </a:xfrm>
              <a:custGeom>
                <a:rect b="b" l="l" r="r" t="t"/>
                <a:pathLst>
                  <a:path extrusionOk="0" h="1688" w="1687">
                    <a:moveTo>
                      <a:pt x="1652" y="1"/>
                    </a:moveTo>
                    <a:lnTo>
                      <a:pt x="0" y="36"/>
                    </a:lnTo>
                    <a:lnTo>
                      <a:pt x="17"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7" name="Google Shape;4247;p36"/>
              <p:cNvSpPr/>
              <p:nvPr/>
            </p:nvSpPr>
            <p:spPr>
              <a:xfrm>
                <a:off x="7157750" y="3041050"/>
                <a:ext cx="42175" cy="42175"/>
              </a:xfrm>
              <a:custGeom>
                <a:rect b="b" l="l" r="r" t="t"/>
                <a:pathLst>
                  <a:path extrusionOk="0" h="1687" w="1687">
                    <a:moveTo>
                      <a:pt x="1669" y="0"/>
                    </a:moveTo>
                    <a:lnTo>
                      <a:pt x="0" y="17"/>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8" name="Google Shape;4248;p36"/>
              <p:cNvSpPr/>
              <p:nvPr/>
            </p:nvSpPr>
            <p:spPr>
              <a:xfrm>
                <a:off x="7157275" y="2999300"/>
                <a:ext cx="42200" cy="42200"/>
              </a:xfrm>
              <a:custGeom>
                <a:rect b="b" l="l" r="r" t="t"/>
                <a:pathLst>
                  <a:path extrusionOk="0" h="1688" w="1688">
                    <a:moveTo>
                      <a:pt x="1652" y="0"/>
                    </a:moveTo>
                    <a:lnTo>
                      <a:pt x="1" y="35"/>
                    </a:lnTo>
                    <a:lnTo>
                      <a:pt x="19" y="1687"/>
                    </a:lnTo>
                    <a:lnTo>
                      <a:pt x="1688"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49" name="Google Shape;4249;p36"/>
              <p:cNvSpPr/>
              <p:nvPr/>
            </p:nvSpPr>
            <p:spPr>
              <a:xfrm>
                <a:off x="7156400" y="2958000"/>
                <a:ext cx="42200" cy="42200"/>
              </a:xfrm>
              <a:custGeom>
                <a:rect b="b" l="l" r="r" t="t"/>
                <a:pathLst>
                  <a:path extrusionOk="0" h="1688" w="1688">
                    <a:moveTo>
                      <a:pt x="1652" y="1"/>
                    </a:moveTo>
                    <a:lnTo>
                      <a:pt x="1" y="19"/>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0" name="Google Shape;4250;p36"/>
              <p:cNvSpPr/>
              <p:nvPr/>
            </p:nvSpPr>
            <p:spPr>
              <a:xfrm>
                <a:off x="7155525" y="2916725"/>
                <a:ext cx="42200" cy="41775"/>
              </a:xfrm>
              <a:custGeom>
                <a:rect b="b" l="l" r="r" t="t"/>
                <a:pathLst>
                  <a:path extrusionOk="0" h="1671" w="1688">
                    <a:moveTo>
                      <a:pt x="1670" y="0"/>
                    </a:moveTo>
                    <a:lnTo>
                      <a:pt x="1" y="18"/>
                    </a:lnTo>
                    <a:lnTo>
                      <a:pt x="36" y="1670"/>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1" name="Google Shape;4251;p36"/>
              <p:cNvSpPr/>
              <p:nvPr/>
            </p:nvSpPr>
            <p:spPr>
              <a:xfrm>
                <a:off x="7155100" y="2875000"/>
                <a:ext cx="42200" cy="42200"/>
              </a:xfrm>
              <a:custGeom>
                <a:rect b="b" l="l" r="r" t="t"/>
                <a:pathLst>
                  <a:path extrusionOk="0" h="1688" w="1688">
                    <a:moveTo>
                      <a:pt x="1652" y="1"/>
                    </a:moveTo>
                    <a:lnTo>
                      <a:pt x="1" y="36"/>
                    </a:lnTo>
                    <a:lnTo>
                      <a:pt x="18"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2" name="Google Shape;4252;p36"/>
              <p:cNvSpPr/>
              <p:nvPr/>
            </p:nvSpPr>
            <p:spPr>
              <a:xfrm>
                <a:off x="7154225" y="2833725"/>
                <a:ext cx="42200" cy="42175"/>
              </a:xfrm>
              <a:custGeom>
                <a:rect b="b" l="l" r="r" t="t"/>
                <a:pathLst>
                  <a:path extrusionOk="0" h="1687" w="1688">
                    <a:moveTo>
                      <a:pt x="1669" y="0"/>
                    </a:moveTo>
                    <a:lnTo>
                      <a:pt x="1" y="17"/>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3" name="Google Shape;4253;p36"/>
              <p:cNvSpPr/>
              <p:nvPr/>
            </p:nvSpPr>
            <p:spPr>
              <a:xfrm>
                <a:off x="7153775" y="2791975"/>
                <a:ext cx="42200" cy="42200"/>
              </a:xfrm>
              <a:custGeom>
                <a:rect b="b" l="l" r="r" t="t"/>
                <a:pathLst>
                  <a:path extrusionOk="0" h="1688" w="1688">
                    <a:moveTo>
                      <a:pt x="1652" y="0"/>
                    </a:moveTo>
                    <a:lnTo>
                      <a:pt x="0" y="36"/>
                    </a:lnTo>
                    <a:lnTo>
                      <a:pt x="19"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4" name="Google Shape;4254;p36"/>
              <p:cNvSpPr/>
              <p:nvPr/>
            </p:nvSpPr>
            <p:spPr>
              <a:xfrm>
                <a:off x="7152900" y="2750675"/>
                <a:ext cx="42175" cy="42200"/>
              </a:xfrm>
              <a:custGeom>
                <a:rect b="b" l="l" r="r" t="t"/>
                <a:pathLst>
                  <a:path extrusionOk="0" h="1688" w="1687">
                    <a:moveTo>
                      <a:pt x="1652" y="1"/>
                    </a:moveTo>
                    <a:lnTo>
                      <a:pt x="0" y="36"/>
                    </a:lnTo>
                    <a:lnTo>
                      <a:pt x="35"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5" name="Google Shape;4255;p36"/>
              <p:cNvSpPr/>
              <p:nvPr/>
            </p:nvSpPr>
            <p:spPr>
              <a:xfrm>
                <a:off x="7152025" y="2709400"/>
                <a:ext cx="42175" cy="42175"/>
              </a:xfrm>
              <a:custGeom>
                <a:rect b="b" l="l" r="r" t="t"/>
                <a:pathLst>
                  <a:path extrusionOk="0" h="1687" w="1687">
                    <a:moveTo>
                      <a:pt x="1670" y="0"/>
                    </a:moveTo>
                    <a:lnTo>
                      <a:pt x="0" y="19"/>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6" name="Google Shape;4256;p36"/>
              <p:cNvSpPr/>
              <p:nvPr/>
            </p:nvSpPr>
            <p:spPr>
              <a:xfrm>
                <a:off x="7151600" y="2667675"/>
                <a:ext cx="42175" cy="42200"/>
              </a:xfrm>
              <a:custGeom>
                <a:rect b="b" l="l" r="r" t="t"/>
                <a:pathLst>
                  <a:path extrusionOk="0" h="1688" w="1687">
                    <a:moveTo>
                      <a:pt x="1652" y="1"/>
                    </a:moveTo>
                    <a:lnTo>
                      <a:pt x="0" y="36"/>
                    </a:lnTo>
                    <a:lnTo>
                      <a:pt x="17" y="1688"/>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7" name="Google Shape;4257;p36"/>
              <p:cNvSpPr/>
              <p:nvPr/>
            </p:nvSpPr>
            <p:spPr>
              <a:xfrm>
                <a:off x="7118625" y="3165775"/>
                <a:ext cx="42200" cy="42200"/>
              </a:xfrm>
              <a:custGeom>
                <a:rect b="b" l="l" r="r" t="t"/>
                <a:pathLst>
                  <a:path extrusionOk="0" h="1688" w="1688">
                    <a:moveTo>
                      <a:pt x="1652" y="1"/>
                    </a:moveTo>
                    <a:lnTo>
                      <a:pt x="1" y="36"/>
                    </a:lnTo>
                    <a:lnTo>
                      <a:pt x="19" y="1688"/>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8" name="Google Shape;4258;p36"/>
              <p:cNvSpPr/>
              <p:nvPr/>
            </p:nvSpPr>
            <p:spPr>
              <a:xfrm>
                <a:off x="7117750" y="3124500"/>
                <a:ext cx="42200" cy="42200"/>
              </a:xfrm>
              <a:custGeom>
                <a:rect b="b" l="l" r="r" t="t"/>
                <a:pathLst>
                  <a:path extrusionOk="0" h="1688" w="1688">
                    <a:moveTo>
                      <a:pt x="1652" y="0"/>
                    </a:moveTo>
                    <a:lnTo>
                      <a:pt x="1" y="17"/>
                    </a:lnTo>
                    <a:lnTo>
                      <a:pt x="36" y="1687"/>
                    </a:lnTo>
                    <a:lnTo>
                      <a:pt x="1687"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59" name="Google Shape;4259;p36"/>
              <p:cNvSpPr/>
              <p:nvPr/>
            </p:nvSpPr>
            <p:spPr>
              <a:xfrm>
                <a:off x="7116875" y="3083200"/>
                <a:ext cx="42200" cy="41750"/>
              </a:xfrm>
              <a:custGeom>
                <a:rect b="b" l="l" r="r" t="t"/>
                <a:pathLst>
                  <a:path extrusionOk="0" h="1670" w="1688">
                    <a:moveTo>
                      <a:pt x="1670" y="1"/>
                    </a:moveTo>
                    <a:lnTo>
                      <a:pt x="0" y="18"/>
                    </a:lnTo>
                    <a:lnTo>
                      <a:pt x="36" y="1669"/>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0" name="Google Shape;4260;p36"/>
              <p:cNvSpPr/>
              <p:nvPr/>
            </p:nvSpPr>
            <p:spPr>
              <a:xfrm>
                <a:off x="7116450" y="3041475"/>
                <a:ext cx="42200" cy="42175"/>
              </a:xfrm>
              <a:custGeom>
                <a:rect b="b" l="l" r="r" t="t"/>
                <a:pathLst>
                  <a:path extrusionOk="0" h="1687" w="1688">
                    <a:moveTo>
                      <a:pt x="1652" y="0"/>
                    </a:moveTo>
                    <a:lnTo>
                      <a:pt x="1" y="35"/>
                    </a:lnTo>
                    <a:lnTo>
                      <a:pt x="17"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1" name="Google Shape;4261;p36"/>
              <p:cNvSpPr/>
              <p:nvPr/>
            </p:nvSpPr>
            <p:spPr>
              <a:xfrm>
                <a:off x="7115575" y="3000175"/>
                <a:ext cx="42200" cy="42200"/>
              </a:xfrm>
              <a:custGeom>
                <a:rect b="b" l="l" r="r" t="t"/>
                <a:pathLst>
                  <a:path extrusionOk="0" h="1688" w="1688">
                    <a:moveTo>
                      <a:pt x="1669" y="0"/>
                    </a:moveTo>
                    <a:lnTo>
                      <a:pt x="0" y="19"/>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2" name="Google Shape;4262;p36"/>
              <p:cNvSpPr/>
              <p:nvPr/>
            </p:nvSpPr>
            <p:spPr>
              <a:xfrm>
                <a:off x="7115125" y="2958475"/>
                <a:ext cx="42175" cy="42175"/>
              </a:xfrm>
              <a:custGeom>
                <a:rect b="b" l="l" r="r" t="t"/>
                <a:pathLst>
                  <a:path extrusionOk="0" h="1687" w="1687">
                    <a:moveTo>
                      <a:pt x="1652" y="0"/>
                    </a:moveTo>
                    <a:lnTo>
                      <a:pt x="0" y="35"/>
                    </a:lnTo>
                    <a:lnTo>
                      <a:pt x="18" y="1687"/>
                    </a:lnTo>
                    <a:lnTo>
                      <a:pt x="1687" y="1668"/>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3" name="Google Shape;4263;p36"/>
              <p:cNvSpPr/>
              <p:nvPr/>
            </p:nvSpPr>
            <p:spPr>
              <a:xfrm>
                <a:off x="7114250" y="2917175"/>
                <a:ext cx="42175" cy="42200"/>
              </a:xfrm>
              <a:custGeom>
                <a:rect b="b" l="l" r="r" t="t"/>
                <a:pathLst>
                  <a:path extrusionOk="0" h="1688" w="1687">
                    <a:moveTo>
                      <a:pt x="1652" y="0"/>
                    </a:moveTo>
                    <a:lnTo>
                      <a:pt x="0" y="36"/>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4" name="Google Shape;4264;p36"/>
              <p:cNvSpPr/>
              <p:nvPr/>
            </p:nvSpPr>
            <p:spPr>
              <a:xfrm>
                <a:off x="7113350" y="2875875"/>
                <a:ext cx="42200" cy="42200"/>
              </a:xfrm>
              <a:custGeom>
                <a:rect b="b" l="l" r="r" t="t"/>
                <a:pathLst>
                  <a:path extrusionOk="0" h="1688" w="1688">
                    <a:moveTo>
                      <a:pt x="1671" y="1"/>
                    </a:moveTo>
                    <a:lnTo>
                      <a:pt x="1" y="18"/>
                    </a:lnTo>
                    <a:lnTo>
                      <a:pt x="36" y="1688"/>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5" name="Google Shape;4265;p36"/>
              <p:cNvSpPr/>
              <p:nvPr/>
            </p:nvSpPr>
            <p:spPr>
              <a:xfrm>
                <a:off x="7112950" y="2834150"/>
                <a:ext cx="42175" cy="42175"/>
              </a:xfrm>
              <a:custGeom>
                <a:rect b="b" l="l" r="r" t="t"/>
                <a:pathLst>
                  <a:path extrusionOk="0" h="1687" w="1687">
                    <a:moveTo>
                      <a:pt x="1652" y="0"/>
                    </a:moveTo>
                    <a:lnTo>
                      <a:pt x="0" y="35"/>
                    </a:lnTo>
                    <a:lnTo>
                      <a:pt x="17"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6" name="Google Shape;4266;p36"/>
              <p:cNvSpPr/>
              <p:nvPr/>
            </p:nvSpPr>
            <p:spPr>
              <a:xfrm>
                <a:off x="7112050" y="2792850"/>
                <a:ext cx="42200" cy="42200"/>
              </a:xfrm>
              <a:custGeom>
                <a:rect b="b" l="l" r="r" t="t"/>
                <a:pathLst>
                  <a:path extrusionOk="0" h="1688" w="1688">
                    <a:moveTo>
                      <a:pt x="1669" y="1"/>
                    </a:moveTo>
                    <a:lnTo>
                      <a:pt x="1" y="36"/>
                    </a:lnTo>
                    <a:lnTo>
                      <a:pt x="36" y="1687"/>
                    </a:lnTo>
                    <a:lnTo>
                      <a:pt x="1688"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7" name="Google Shape;4267;p36"/>
              <p:cNvSpPr/>
              <p:nvPr/>
            </p:nvSpPr>
            <p:spPr>
              <a:xfrm>
                <a:off x="7111600" y="2751550"/>
                <a:ext cx="42200" cy="42200"/>
              </a:xfrm>
              <a:custGeom>
                <a:rect b="b" l="l" r="r" t="t"/>
                <a:pathLst>
                  <a:path extrusionOk="0" h="1688" w="1688">
                    <a:moveTo>
                      <a:pt x="1652" y="1"/>
                    </a:moveTo>
                    <a:lnTo>
                      <a:pt x="1" y="19"/>
                    </a:lnTo>
                    <a:lnTo>
                      <a:pt x="19" y="1688"/>
                    </a:lnTo>
                    <a:lnTo>
                      <a:pt x="1687"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8" name="Google Shape;4268;p36"/>
              <p:cNvSpPr/>
              <p:nvPr/>
            </p:nvSpPr>
            <p:spPr>
              <a:xfrm>
                <a:off x="7110725" y="2709850"/>
                <a:ext cx="42200" cy="42200"/>
              </a:xfrm>
              <a:custGeom>
                <a:rect b="b" l="l" r="r" t="t"/>
                <a:pathLst>
                  <a:path extrusionOk="0" h="1688" w="1688">
                    <a:moveTo>
                      <a:pt x="1652" y="1"/>
                    </a:moveTo>
                    <a:lnTo>
                      <a:pt x="1" y="36"/>
                    </a:lnTo>
                    <a:lnTo>
                      <a:pt x="36"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69" name="Google Shape;4269;p36"/>
              <p:cNvSpPr/>
              <p:nvPr/>
            </p:nvSpPr>
            <p:spPr>
              <a:xfrm>
                <a:off x="7077800" y="3207950"/>
                <a:ext cx="42200" cy="42200"/>
              </a:xfrm>
              <a:custGeom>
                <a:rect b="b" l="l" r="r" t="t"/>
                <a:pathLst>
                  <a:path extrusionOk="0" h="1688" w="1688">
                    <a:moveTo>
                      <a:pt x="1652" y="1"/>
                    </a:moveTo>
                    <a:lnTo>
                      <a:pt x="0" y="36"/>
                    </a:lnTo>
                    <a:lnTo>
                      <a:pt x="17" y="1687"/>
                    </a:lnTo>
                    <a:lnTo>
                      <a:pt x="1687" y="1669"/>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0" name="Google Shape;4270;p36"/>
              <p:cNvSpPr/>
              <p:nvPr/>
            </p:nvSpPr>
            <p:spPr>
              <a:xfrm>
                <a:off x="7076925" y="3166675"/>
                <a:ext cx="42175" cy="42175"/>
              </a:xfrm>
              <a:custGeom>
                <a:rect b="b" l="l" r="r" t="t"/>
                <a:pathLst>
                  <a:path extrusionOk="0" h="1687" w="1687">
                    <a:moveTo>
                      <a:pt x="1669" y="0"/>
                    </a:moveTo>
                    <a:lnTo>
                      <a:pt x="0" y="17"/>
                    </a:lnTo>
                    <a:lnTo>
                      <a:pt x="35" y="1687"/>
                    </a:lnTo>
                    <a:lnTo>
                      <a:pt x="1687" y="1652"/>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1" name="Google Shape;4271;p36"/>
              <p:cNvSpPr/>
              <p:nvPr/>
            </p:nvSpPr>
            <p:spPr>
              <a:xfrm>
                <a:off x="7076475" y="3124925"/>
                <a:ext cx="42175" cy="42175"/>
              </a:xfrm>
              <a:custGeom>
                <a:rect b="b" l="l" r="r" t="t"/>
                <a:pathLst>
                  <a:path extrusionOk="0" h="1687" w="1687">
                    <a:moveTo>
                      <a:pt x="1652" y="0"/>
                    </a:moveTo>
                    <a:lnTo>
                      <a:pt x="0" y="35"/>
                    </a:lnTo>
                    <a:lnTo>
                      <a:pt x="18"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2" name="Google Shape;4272;p36"/>
              <p:cNvSpPr/>
              <p:nvPr/>
            </p:nvSpPr>
            <p:spPr>
              <a:xfrm>
                <a:off x="7075575" y="3083625"/>
                <a:ext cx="42200" cy="42200"/>
              </a:xfrm>
              <a:custGeom>
                <a:rect b="b" l="l" r="r" t="t"/>
                <a:pathLst>
                  <a:path extrusionOk="0" h="1688" w="1688">
                    <a:moveTo>
                      <a:pt x="1652" y="1"/>
                    </a:moveTo>
                    <a:lnTo>
                      <a:pt x="1" y="36"/>
                    </a:lnTo>
                    <a:lnTo>
                      <a:pt x="36"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3" name="Google Shape;4273;p36"/>
              <p:cNvSpPr/>
              <p:nvPr/>
            </p:nvSpPr>
            <p:spPr>
              <a:xfrm>
                <a:off x="7074700" y="3042350"/>
                <a:ext cx="42200" cy="42175"/>
              </a:xfrm>
              <a:custGeom>
                <a:rect b="b" l="l" r="r" t="t"/>
                <a:pathLst>
                  <a:path extrusionOk="0" h="1687" w="1688">
                    <a:moveTo>
                      <a:pt x="1671" y="0"/>
                    </a:moveTo>
                    <a:lnTo>
                      <a:pt x="1" y="18"/>
                    </a:lnTo>
                    <a:lnTo>
                      <a:pt x="36" y="1687"/>
                    </a:lnTo>
                    <a:lnTo>
                      <a:pt x="1687"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4" name="Google Shape;4274;p36"/>
              <p:cNvSpPr/>
              <p:nvPr/>
            </p:nvSpPr>
            <p:spPr>
              <a:xfrm>
                <a:off x="7074275" y="3000625"/>
                <a:ext cx="42200" cy="42200"/>
              </a:xfrm>
              <a:custGeom>
                <a:rect b="b" l="l" r="r" t="t"/>
                <a:pathLst>
                  <a:path extrusionOk="0" h="1688" w="1688">
                    <a:moveTo>
                      <a:pt x="1652" y="1"/>
                    </a:moveTo>
                    <a:lnTo>
                      <a:pt x="1" y="36"/>
                    </a:lnTo>
                    <a:lnTo>
                      <a:pt x="18" y="1687"/>
                    </a:lnTo>
                    <a:lnTo>
                      <a:pt x="1688"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5" name="Google Shape;4275;p36"/>
              <p:cNvSpPr/>
              <p:nvPr/>
            </p:nvSpPr>
            <p:spPr>
              <a:xfrm>
                <a:off x="7073400" y="2959350"/>
                <a:ext cx="42200" cy="42175"/>
              </a:xfrm>
              <a:custGeom>
                <a:rect b="b" l="l" r="r" t="t"/>
                <a:pathLst>
                  <a:path extrusionOk="0" h="1687" w="1688">
                    <a:moveTo>
                      <a:pt x="1669" y="0"/>
                    </a:moveTo>
                    <a:lnTo>
                      <a:pt x="1" y="35"/>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6" name="Google Shape;4276;p36"/>
              <p:cNvSpPr/>
              <p:nvPr/>
            </p:nvSpPr>
            <p:spPr>
              <a:xfrm>
                <a:off x="7072950" y="2918050"/>
                <a:ext cx="42200" cy="42200"/>
              </a:xfrm>
              <a:custGeom>
                <a:rect b="b" l="l" r="r" t="t"/>
                <a:pathLst>
                  <a:path extrusionOk="0" h="1688" w="1688">
                    <a:moveTo>
                      <a:pt x="1652" y="1"/>
                    </a:moveTo>
                    <a:lnTo>
                      <a:pt x="0" y="17"/>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7" name="Google Shape;4277;p36"/>
              <p:cNvSpPr/>
              <p:nvPr/>
            </p:nvSpPr>
            <p:spPr>
              <a:xfrm>
                <a:off x="7072075" y="2876300"/>
                <a:ext cx="42200" cy="42200"/>
              </a:xfrm>
              <a:custGeom>
                <a:rect b="b" l="l" r="r" t="t"/>
                <a:pathLst>
                  <a:path extrusionOk="0" h="1688" w="1688">
                    <a:moveTo>
                      <a:pt x="1652" y="1"/>
                    </a:moveTo>
                    <a:lnTo>
                      <a:pt x="0" y="36"/>
                    </a:lnTo>
                    <a:lnTo>
                      <a:pt x="35" y="1687"/>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8" name="Google Shape;4278;p36"/>
              <p:cNvSpPr/>
              <p:nvPr/>
            </p:nvSpPr>
            <p:spPr>
              <a:xfrm>
                <a:off x="7071200" y="2835025"/>
                <a:ext cx="42175" cy="42175"/>
              </a:xfrm>
              <a:custGeom>
                <a:rect b="b" l="l" r="r" t="t"/>
                <a:pathLst>
                  <a:path extrusionOk="0" h="1687" w="1687">
                    <a:moveTo>
                      <a:pt x="1670" y="0"/>
                    </a:moveTo>
                    <a:lnTo>
                      <a:pt x="0" y="35"/>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79" name="Google Shape;4279;p36"/>
              <p:cNvSpPr/>
              <p:nvPr/>
            </p:nvSpPr>
            <p:spPr>
              <a:xfrm>
                <a:off x="7070775" y="2793725"/>
                <a:ext cx="42200" cy="42200"/>
              </a:xfrm>
              <a:custGeom>
                <a:rect b="b" l="l" r="r" t="t"/>
                <a:pathLst>
                  <a:path extrusionOk="0" h="1688" w="1688">
                    <a:moveTo>
                      <a:pt x="1652" y="1"/>
                    </a:moveTo>
                    <a:lnTo>
                      <a:pt x="0" y="19"/>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0" name="Google Shape;4280;p36"/>
              <p:cNvSpPr/>
              <p:nvPr/>
            </p:nvSpPr>
            <p:spPr>
              <a:xfrm>
                <a:off x="7069900" y="2752025"/>
                <a:ext cx="42175" cy="42175"/>
              </a:xfrm>
              <a:custGeom>
                <a:rect b="b" l="l" r="r" t="t"/>
                <a:pathLst>
                  <a:path extrusionOk="0" h="1687" w="1687">
                    <a:moveTo>
                      <a:pt x="1669" y="0"/>
                    </a:moveTo>
                    <a:lnTo>
                      <a:pt x="0" y="35"/>
                    </a:lnTo>
                    <a:lnTo>
                      <a:pt x="35" y="1687"/>
                    </a:lnTo>
                    <a:lnTo>
                      <a:pt x="1687" y="1669"/>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1" name="Google Shape;4281;p36"/>
              <p:cNvSpPr/>
              <p:nvPr/>
            </p:nvSpPr>
            <p:spPr>
              <a:xfrm>
                <a:off x="7036925" y="3250125"/>
                <a:ext cx="42200" cy="42200"/>
              </a:xfrm>
              <a:custGeom>
                <a:rect b="b" l="l" r="r" t="t"/>
                <a:pathLst>
                  <a:path extrusionOk="0" h="1688" w="1688">
                    <a:moveTo>
                      <a:pt x="1652" y="0"/>
                    </a:moveTo>
                    <a:lnTo>
                      <a:pt x="1" y="36"/>
                    </a:lnTo>
                    <a:lnTo>
                      <a:pt x="36" y="1687"/>
                    </a:lnTo>
                    <a:lnTo>
                      <a:pt x="1687" y="1669"/>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2" name="Google Shape;4282;p36"/>
              <p:cNvSpPr/>
              <p:nvPr/>
            </p:nvSpPr>
            <p:spPr>
              <a:xfrm>
                <a:off x="7036500" y="3208825"/>
                <a:ext cx="41750" cy="42200"/>
              </a:xfrm>
              <a:custGeom>
                <a:rect b="b" l="l" r="r" t="t"/>
                <a:pathLst>
                  <a:path extrusionOk="0" h="1688" w="1670">
                    <a:moveTo>
                      <a:pt x="1652" y="1"/>
                    </a:moveTo>
                    <a:lnTo>
                      <a:pt x="1" y="18"/>
                    </a:lnTo>
                    <a:lnTo>
                      <a:pt x="18" y="1688"/>
                    </a:lnTo>
                    <a:lnTo>
                      <a:pt x="1669"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3" name="Google Shape;4283;p36"/>
              <p:cNvSpPr/>
              <p:nvPr/>
            </p:nvSpPr>
            <p:spPr>
              <a:xfrm>
                <a:off x="7035625" y="3167075"/>
                <a:ext cx="42200" cy="42200"/>
              </a:xfrm>
              <a:custGeom>
                <a:rect b="b" l="l" r="r" t="t"/>
                <a:pathLst>
                  <a:path extrusionOk="0" h="1688" w="1688">
                    <a:moveTo>
                      <a:pt x="1652" y="1"/>
                    </a:moveTo>
                    <a:lnTo>
                      <a:pt x="1" y="36"/>
                    </a:lnTo>
                    <a:lnTo>
                      <a:pt x="36"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4" name="Google Shape;4284;p36"/>
              <p:cNvSpPr/>
              <p:nvPr/>
            </p:nvSpPr>
            <p:spPr>
              <a:xfrm>
                <a:off x="7034750" y="3125800"/>
                <a:ext cx="42200" cy="42200"/>
              </a:xfrm>
              <a:custGeom>
                <a:rect b="b" l="l" r="r" t="t"/>
                <a:pathLst>
                  <a:path extrusionOk="0" h="1688" w="1688">
                    <a:moveTo>
                      <a:pt x="1669" y="0"/>
                    </a:moveTo>
                    <a:lnTo>
                      <a:pt x="1" y="36"/>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5" name="Google Shape;4285;p36"/>
              <p:cNvSpPr/>
              <p:nvPr/>
            </p:nvSpPr>
            <p:spPr>
              <a:xfrm>
                <a:off x="7034300" y="3084500"/>
                <a:ext cx="42200" cy="42200"/>
              </a:xfrm>
              <a:custGeom>
                <a:rect b="b" l="l" r="r" t="t"/>
                <a:pathLst>
                  <a:path extrusionOk="0" h="1688" w="1688">
                    <a:moveTo>
                      <a:pt x="1652" y="1"/>
                    </a:moveTo>
                    <a:lnTo>
                      <a:pt x="0" y="19"/>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6" name="Google Shape;4286;p36"/>
              <p:cNvSpPr/>
              <p:nvPr/>
            </p:nvSpPr>
            <p:spPr>
              <a:xfrm>
                <a:off x="7033425" y="3042800"/>
                <a:ext cx="42175" cy="42200"/>
              </a:xfrm>
              <a:custGeom>
                <a:rect b="b" l="l" r="r" t="t"/>
                <a:pathLst>
                  <a:path extrusionOk="0" h="1688" w="1687">
                    <a:moveTo>
                      <a:pt x="1652" y="0"/>
                    </a:moveTo>
                    <a:lnTo>
                      <a:pt x="0" y="36"/>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7" name="Google Shape;4287;p36"/>
              <p:cNvSpPr/>
              <p:nvPr/>
            </p:nvSpPr>
            <p:spPr>
              <a:xfrm>
                <a:off x="7033000" y="3001500"/>
                <a:ext cx="41725" cy="42200"/>
              </a:xfrm>
              <a:custGeom>
                <a:rect b="b" l="l" r="r" t="t"/>
                <a:pathLst>
                  <a:path extrusionOk="0" h="1688" w="1669">
                    <a:moveTo>
                      <a:pt x="1652" y="1"/>
                    </a:moveTo>
                    <a:lnTo>
                      <a:pt x="0" y="36"/>
                    </a:lnTo>
                    <a:lnTo>
                      <a:pt x="17" y="1688"/>
                    </a:lnTo>
                    <a:lnTo>
                      <a:pt x="1669"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8" name="Google Shape;4288;p36"/>
              <p:cNvSpPr/>
              <p:nvPr/>
            </p:nvSpPr>
            <p:spPr>
              <a:xfrm>
                <a:off x="7032125" y="2960225"/>
                <a:ext cx="42175" cy="42200"/>
              </a:xfrm>
              <a:custGeom>
                <a:rect b="b" l="l" r="r" t="t"/>
                <a:pathLst>
                  <a:path extrusionOk="0" h="1688" w="1687">
                    <a:moveTo>
                      <a:pt x="1652" y="0"/>
                    </a:moveTo>
                    <a:lnTo>
                      <a:pt x="0" y="17"/>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89" name="Google Shape;4289;p36"/>
              <p:cNvSpPr/>
              <p:nvPr/>
            </p:nvSpPr>
            <p:spPr>
              <a:xfrm>
                <a:off x="7031250" y="2918475"/>
                <a:ext cx="42175" cy="42200"/>
              </a:xfrm>
              <a:custGeom>
                <a:rect b="b" l="l" r="r" t="t"/>
                <a:pathLst>
                  <a:path extrusionOk="0" h="1688" w="1687">
                    <a:moveTo>
                      <a:pt x="1668" y="0"/>
                    </a:moveTo>
                    <a:lnTo>
                      <a:pt x="0" y="36"/>
                    </a:lnTo>
                    <a:lnTo>
                      <a:pt x="35" y="1687"/>
                    </a:lnTo>
                    <a:lnTo>
                      <a:pt x="1687" y="1670"/>
                    </a:lnTo>
                    <a:lnTo>
                      <a:pt x="1668"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0" name="Google Shape;4290;p36"/>
              <p:cNvSpPr/>
              <p:nvPr/>
            </p:nvSpPr>
            <p:spPr>
              <a:xfrm>
                <a:off x="7030775" y="2877175"/>
                <a:ext cx="42200" cy="42200"/>
              </a:xfrm>
              <a:custGeom>
                <a:rect b="b" l="l" r="r" t="t"/>
                <a:pathLst>
                  <a:path extrusionOk="0" h="1688" w="1688">
                    <a:moveTo>
                      <a:pt x="1652" y="1"/>
                    </a:moveTo>
                    <a:lnTo>
                      <a:pt x="1" y="36"/>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1" name="Google Shape;4291;p36"/>
              <p:cNvSpPr/>
              <p:nvPr/>
            </p:nvSpPr>
            <p:spPr>
              <a:xfrm>
                <a:off x="7029900" y="2835900"/>
                <a:ext cx="42200" cy="42200"/>
              </a:xfrm>
              <a:custGeom>
                <a:rect b="b" l="l" r="r" t="t"/>
                <a:pathLst>
                  <a:path extrusionOk="0" h="1688" w="1688">
                    <a:moveTo>
                      <a:pt x="1652" y="0"/>
                    </a:moveTo>
                    <a:lnTo>
                      <a:pt x="1" y="19"/>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2" name="Google Shape;4292;p36"/>
              <p:cNvSpPr/>
              <p:nvPr/>
            </p:nvSpPr>
            <p:spPr>
              <a:xfrm>
                <a:off x="7029025" y="2794175"/>
                <a:ext cx="42200" cy="42200"/>
              </a:xfrm>
              <a:custGeom>
                <a:rect b="b" l="l" r="r" t="t"/>
                <a:pathLst>
                  <a:path extrusionOk="0" h="1688" w="1688">
                    <a:moveTo>
                      <a:pt x="1670" y="1"/>
                    </a:moveTo>
                    <a:lnTo>
                      <a:pt x="1" y="36"/>
                    </a:lnTo>
                    <a:lnTo>
                      <a:pt x="36" y="1688"/>
                    </a:lnTo>
                    <a:lnTo>
                      <a:pt x="1687" y="1669"/>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3" name="Google Shape;4293;p36"/>
              <p:cNvSpPr/>
              <p:nvPr/>
            </p:nvSpPr>
            <p:spPr>
              <a:xfrm>
                <a:off x="6996100" y="3292300"/>
                <a:ext cx="42200" cy="42175"/>
              </a:xfrm>
              <a:custGeom>
                <a:rect b="b" l="l" r="r" t="t"/>
                <a:pathLst>
                  <a:path extrusionOk="0" h="1687" w="1688">
                    <a:moveTo>
                      <a:pt x="1669" y="0"/>
                    </a:moveTo>
                    <a:lnTo>
                      <a:pt x="0" y="35"/>
                    </a:lnTo>
                    <a:lnTo>
                      <a:pt x="36" y="1687"/>
                    </a:lnTo>
                    <a:lnTo>
                      <a:pt x="1687" y="1652"/>
                    </a:lnTo>
                    <a:lnTo>
                      <a:pt x="1669"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4" name="Google Shape;4294;p36"/>
              <p:cNvSpPr/>
              <p:nvPr/>
            </p:nvSpPr>
            <p:spPr>
              <a:xfrm>
                <a:off x="6995650" y="3251000"/>
                <a:ext cx="42175" cy="42200"/>
              </a:xfrm>
              <a:custGeom>
                <a:rect b="b" l="l" r="r" t="t"/>
                <a:pathLst>
                  <a:path extrusionOk="0" h="1688" w="1687">
                    <a:moveTo>
                      <a:pt x="1652" y="1"/>
                    </a:moveTo>
                    <a:lnTo>
                      <a:pt x="0" y="17"/>
                    </a:lnTo>
                    <a:lnTo>
                      <a:pt x="18" y="1687"/>
                    </a:lnTo>
                    <a:lnTo>
                      <a:pt x="1687" y="1652"/>
                    </a:lnTo>
                    <a:lnTo>
                      <a:pt x="1652" y="1"/>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5" name="Google Shape;4295;p36"/>
              <p:cNvSpPr/>
              <p:nvPr/>
            </p:nvSpPr>
            <p:spPr>
              <a:xfrm>
                <a:off x="6994775" y="3209250"/>
                <a:ext cx="42175" cy="42200"/>
              </a:xfrm>
              <a:custGeom>
                <a:rect b="b" l="l" r="r" t="t"/>
                <a:pathLst>
                  <a:path extrusionOk="0" h="1688" w="1687">
                    <a:moveTo>
                      <a:pt x="1670" y="1"/>
                    </a:moveTo>
                    <a:lnTo>
                      <a:pt x="0" y="36"/>
                    </a:lnTo>
                    <a:lnTo>
                      <a:pt x="35" y="1687"/>
                    </a:lnTo>
                    <a:lnTo>
                      <a:pt x="1687" y="1671"/>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6" name="Google Shape;4296;p36"/>
              <p:cNvSpPr/>
              <p:nvPr/>
            </p:nvSpPr>
            <p:spPr>
              <a:xfrm>
                <a:off x="6994350" y="3167975"/>
                <a:ext cx="42175" cy="42175"/>
              </a:xfrm>
              <a:custGeom>
                <a:rect b="b" l="l" r="r" t="t"/>
                <a:pathLst>
                  <a:path extrusionOk="0" h="1687" w="1687">
                    <a:moveTo>
                      <a:pt x="1652" y="0"/>
                    </a:moveTo>
                    <a:lnTo>
                      <a:pt x="0"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7" name="Google Shape;4297;p36"/>
              <p:cNvSpPr/>
              <p:nvPr/>
            </p:nvSpPr>
            <p:spPr>
              <a:xfrm>
                <a:off x="6993475" y="3126675"/>
                <a:ext cx="42175" cy="42200"/>
              </a:xfrm>
              <a:custGeom>
                <a:rect b="b" l="l" r="r" t="t"/>
                <a:pathLst>
                  <a:path extrusionOk="0" h="1688" w="1687">
                    <a:moveTo>
                      <a:pt x="1652" y="1"/>
                    </a:moveTo>
                    <a:lnTo>
                      <a:pt x="0" y="19"/>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8" name="Google Shape;4298;p36"/>
              <p:cNvSpPr/>
              <p:nvPr/>
            </p:nvSpPr>
            <p:spPr>
              <a:xfrm>
                <a:off x="6992575" y="3084975"/>
                <a:ext cx="42200" cy="42175"/>
              </a:xfrm>
              <a:custGeom>
                <a:rect b="b" l="l" r="r" t="t"/>
                <a:pathLst>
                  <a:path extrusionOk="0" h="1687" w="1688">
                    <a:moveTo>
                      <a:pt x="1669" y="0"/>
                    </a:moveTo>
                    <a:lnTo>
                      <a:pt x="1" y="35"/>
                    </a:lnTo>
                    <a:lnTo>
                      <a:pt x="36" y="1687"/>
                    </a:lnTo>
                    <a:lnTo>
                      <a:pt x="1688" y="1669"/>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299" name="Google Shape;4299;p36"/>
              <p:cNvSpPr/>
              <p:nvPr/>
            </p:nvSpPr>
            <p:spPr>
              <a:xfrm>
                <a:off x="6992125" y="3043675"/>
                <a:ext cx="42200" cy="42200"/>
              </a:xfrm>
              <a:custGeom>
                <a:rect b="b" l="l" r="r" t="t"/>
                <a:pathLst>
                  <a:path extrusionOk="0" h="1688" w="1688">
                    <a:moveTo>
                      <a:pt x="1652" y="1"/>
                    </a:moveTo>
                    <a:lnTo>
                      <a:pt x="1" y="36"/>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0" name="Google Shape;4300;p36"/>
              <p:cNvSpPr/>
              <p:nvPr/>
            </p:nvSpPr>
            <p:spPr>
              <a:xfrm>
                <a:off x="6991250" y="3002400"/>
                <a:ext cx="42200" cy="42175"/>
              </a:xfrm>
              <a:custGeom>
                <a:rect b="b" l="l" r="r" t="t"/>
                <a:pathLst>
                  <a:path extrusionOk="0" h="1687" w="1688">
                    <a:moveTo>
                      <a:pt x="1670" y="0"/>
                    </a:moveTo>
                    <a:lnTo>
                      <a:pt x="1" y="17"/>
                    </a:lnTo>
                    <a:lnTo>
                      <a:pt x="36"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1" name="Google Shape;4301;p36"/>
              <p:cNvSpPr/>
              <p:nvPr/>
            </p:nvSpPr>
            <p:spPr>
              <a:xfrm>
                <a:off x="6990825" y="2960650"/>
                <a:ext cx="42200" cy="42175"/>
              </a:xfrm>
              <a:custGeom>
                <a:rect b="b" l="l" r="r" t="t"/>
                <a:pathLst>
                  <a:path extrusionOk="0" h="1687" w="1688">
                    <a:moveTo>
                      <a:pt x="1652" y="0"/>
                    </a:moveTo>
                    <a:lnTo>
                      <a:pt x="1" y="35"/>
                    </a:lnTo>
                    <a:lnTo>
                      <a:pt x="18" y="1687"/>
                    </a:lnTo>
                    <a:lnTo>
                      <a:pt x="1687" y="1670"/>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2" name="Google Shape;4302;p36"/>
              <p:cNvSpPr/>
              <p:nvPr/>
            </p:nvSpPr>
            <p:spPr>
              <a:xfrm>
                <a:off x="6989950" y="2919350"/>
                <a:ext cx="42200" cy="42200"/>
              </a:xfrm>
              <a:custGeom>
                <a:rect b="b" l="l" r="r" t="t"/>
                <a:pathLst>
                  <a:path extrusionOk="0" h="1688" w="1688">
                    <a:moveTo>
                      <a:pt x="1652" y="1"/>
                    </a:moveTo>
                    <a:lnTo>
                      <a:pt x="1" y="36"/>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3" name="Google Shape;4303;p36"/>
              <p:cNvSpPr/>
              <p:nvPr/>
            </p:nvSpPr>
            <p:spPr>
              <a:xfrm>
                <a:off x="6989075" y="2878075"/>
                <a:ext cx="42200" cy="42175"/>
              </a:xfrm>
              <a:custGeom>
                <a:rect b="b" l="l" r="r" t="t"/>
                <a:pathLst>
                  <a:path extrusionOk="0" h="1687" w="1688">
                    <a:moveTo>
                      <a:pt x="1669" y="0"/>
                    </a:moveTo>
                    <a:lnTo>
                      <a:pt x="0" y="18"/>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4" name="Google Shape;4304;p36"/>
              <p:cNvSpPr/>
              <p:nvPr/>
            </p:nvSpPr>
            <p:spPr>
              <a:xfrm>
                <a:off x="6988625" y="2836350"/>
                <a:ext cx="42175" cy="42200"/>
              </a:xfrm>
              <a:custGeom>
                <a:rect b="b" l="l" r="r" t="t"/>
                <a:pathLst>
                  <a:path extrusionOk="0" h="1688" w="1687">
                    <a:moveTo>
                      <a:pt x="1652" y="1"/>
                    </a:moveTo>
                    <a:lnTo>
                      <a:pt x="0" y="36"/>
                    </a:lnTo>
                    <a:lnTo>
                      <a:pt x="18"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5" name="Google Shape;4305;p36"/>
              <p:cNvSpPr/>
              <p:nvPr/>
            </p:nvSpPr>
            <p:spPr>
              <a:xfrm>
                <a:off x="6954800" y="3293175"/>
                <a:ext cx="42200" cy="42175"/>
              </a:xfrm>
              <a:custGeom>
                <a:rect b="b" l="l" r="r" t="t"/>
                <a:pathLst>
                  <a:path extrusionOk="0" h="1687" w="1688">
                    <a:moveTo>
                      <a:pt x="1652" y="0"/>
                    </a:moveTo>
                    <a:lnTo>
                      <a:pt x="1" y="17"/>
                    </a:lnTo>
                    <a:lnTo>
                      <a:pt x="36" y="1687"/>
                    </a:lnTo>
                    <a:lnTo>
                      <a:pt x="1688" y="1652"/>
                    </a:lnTo>
                    <a:lnTo>
                      <a:pt x="1652" y="0"/>
                    </a:lnTo>
                    <a:close/>
                  </a:path>
                </a:pathLst>
              </a:custGeom>
              <a:solidFill>
                <a:schemeClr val="accen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6" name="Google Shape;4306;p36"/>
              <p:cNvSpPr/>
              <p:nvPr/>
            </p:nvSpPr>
            <p:spPr>
              <a:xfrm>
                <a:off x="6953925" y="3251425"/>
                <a:ext cx="42200" cy="42200"/>
              </a:xfrm>
              <a:custGeom>
                <a:rect b="b" l="l" r="r" t="t"/>
                <a:pathLst>
                  <a:path extrusionOk="0" h="1688" w="1688">
                    <a:moveTo>
                      <a:pt x="1669" y="0"/>
                    </a:moveTo>
                    <a:lnTo>
                      <a:pt x="1" y="36"/>
                    </a:lnTo>
                    <a:lnTo>
                      <a:pt x="36"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7" name="Google Shape;4307;p36"/>
              <p:cNvSpPr/>
              <p:nvPr/>
            </p:nvSpPr>
            <p:spPr>
              <a:xfrm>
                <a:off x="6953475" y="3210125"/>
                <a:ext cx="42200" cy="42200"/>
              </a:xfrm>
              <a:custGeom>
                <a:rect b="b" l="l" r="r" t="t"/>
                <a:pathLst>
                  <a:path extrusionOk="0" h="1688" w="1688">
                    <a:moveTo>
                      <a:pt x="1652" y="1"/>
                    </a:moveTo>
                    <a:lnTo>
                      <a:pt x="0" y="36"/>
                    </a:lnTo>
                    <a:lnTo>
                      <a:pt x="19"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8" name="Google Shape;4308;p36"/>
              <p:cNvSpPr/>
              <p:nvPr/>
            </p:nvSpPr>
            <p:spPr>
              <a:xfrm>
                <a:off x="6952600" y="3168850"/>
                <a:ext cx="42200" cy="42175"/>
              </a:xfrm>
              <a:custGeom>
                <a:rect b="b" l="l" r="r" t="t"/>
                <a:pathLst>
                  <a:path extrusionOk="0" h="1687" w="1688">
                    <a:moveTo>
                      <a:pt x="1670" y="0"/>
                    </a:moveTo>
                    <a:lnTo>
                      <a:pt x="0" y="19"/>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09" name="Google Shape;4309;p36"/>
              <p:cNvSpPr/>
              <p:nvPr/>
            </p:nvSpPr>
            <p:spPr>
              <a:xfrm>
                <a:off x="6952175" y="3127125"/>
                <a:ext cx="42200" cy="42200"/>
              </a:xfrm>
              <a:custGeom>
                <a:rect b="b" l="l" r="r" t="t"/>
                <a:pathLst>
                  <a:path extrusionOk="0" h="1688" w="1688">
                    <a:moveTo>
                      <a:pt x="1652" y="1"/>
                    </a:moveTo>
                    <a:lnTo>
                      <a:pt x="0" y="36"/>
                    </a:lnTo>
                    <a:lnTo>
                      <a:pt x="17" y="1688"/>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0" name="Google Shape;4310;p36"/>
              <p:cNvSpPr/>
              <p:nvPr/>
            </p:nvSpPr>
            <p:spPr>
              <a:xfrm>
                <a:off x="6951300" y="3085850"/>
                <a:ext cx="42200" cy="42175"/>
              </a:xfrm>
              <a:custGeom>
                <a:rect b="b" l="l" r="r" t="t"/>
                <a:pathLst>
                  <a:path extrusionOk="0" h="1687" w="1688">
                    <a:moveTo>
                      <a:pt x="1652" y="0"/>
                    </a:moveTo>
                    <a:lnTo>
                      <a:pt x="0" y="35"/>
                    </a:lnTo>
                    <a:lnTo>
                      <a:pt x="35"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1" name="Google Shape;4311;p36"/>
              <p:cNvSpPr/>
              <p:nvPr/>
            </p:nvSpPr>
            <p:spPr>
              <a:xfrm>
                <a:off x="6950425" y="3044550"/>
                <a:ext cx="42175" cy="42200"/>
              </a:xfrm>
              <a:custGeom>
                <a:rect b="b" l="l" r="r" t="t"/>
                <a:pathLst>
                  <a:path extrusionOk="0" h="1688" w="1687">
                    <a:moveTo>
                      <a:pt x="1669" y="1"/>
                    </a:moveTo>
                    <a:lnTo>
                      <a:pt x="0" y="18"/>
                    </a:lnTo>
                    <a:lnTo>
                      <a:pt x="35"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2" name="Google Shape;4312;p36"/>
              <p:cNvSpPr/>
              <p:nvPr/>
            </p:nvSpPr>
            <p:spPr>
              <a:xfrm>
                <a:off x="6949950" y="3002800"/>
                <a:ext cx="42200" cy="42200"/>
              </a:xfrm>
              <a:custGeom>
                <a:rect b="b" l="l" r="r" t="t"/>
                <a:pathLst>
                  <a:path extrusionOk="0" h="1688" w="1688">
                    <a:moveTo>
                      <a:pt x="1653" y="1"/>
                    </a:moveTo>
                    <a:lnTo>
                      <a:pt x="1" y="36"/>
                    </a:lnTo>
                    <a:lnTo>
                      <a:pt x="19" y="1688"/>
                    </a:lnTo>
                    <a:lnTo>
                      <a:pt x="1688" y="1671"/>
                    </a:lnTo>
                    <a:lnTo>
                      <a:pt x="1653"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3" name="Google Shape;4313;p36"/>
              <p:cNvSpPr/>
              <p:nvPr/>
            </p:nvSpPr>
            <p:spPr>
              <a:xfrm>
                <a:off x="6949075" y="2961525"/>
                <a:ext cx="42200" cy="42200"/>
              </a:xfrm>
              <a:custGeom>
                <a:rect b="b" l="l" r="r" t="t"/>
                <a:pathLst>
                  <a:path extrusionOk="0" h="1688" w="1688">
                    <a:moveTo>
                      <a:pt x="1671" y="0"/>
                    </a:moveTo>
                    <a:lnTo>
                      <a:pt x="1" y="19"/>
                    </a:lnTo>
                    <a:lnTo>
                      <a:pt x="36" y="1687"/>
                    </a:lnTo>
                    <a:lnTo>
                      <a:pt x="1688"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4" name="Google Shape;4314;p36"/>
              <p:cNvSpPr/>
              <p:nvPr/>
            </p:nvSpPr>
            <p:spPr>
              <a:xfrm>
                <a:off x="6948650" y="2920225"/>
                <a:ext cx="42200" cy="41775"/>
              </a:xfrm>
              <a:custGeom>
                <a:rect b="b" l="l" r="r" t="t"/>
                <a:pathLst>
                  <a:path extrusionOk="0" h="1671" w="1688">
                    <a:moveTo>
                      <a:pt x="1653" y="1"/>
                    </a:moveTo>
                    <a:lnTo>
                      <a:pt x="1" y="19"/>
                    </a:lnTo>
                    <a:lnTo>
                      <a:pt x="18" y="1671"/>
                    </a:lnTo>
                    <a:lnTo>
                      <a:pt x="1688" y="1652"/>
                    </a:lnTo>
                    <a:lnTo>
                      <a:pt x="1653"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5" name="Google Shape;4315;p36"/>
              <p:cNvSpPr/>
              <p:nvPr/>
            </p:nvSpPr>
            <p:spPr>
              <a:xfrm>
                <a:off x="6947775" y="2878525"/>
                <a:ext cx="42200" cy="42200"/>
              </a:xfrm>
              <a:custGeom>
                <a:rect b="b" l="l" r="r" t="t"/>
                <a:pathLst>
                  <a:path extrusionOk="0" h="1688" w="1688">
                    <a:moveTo>
                      <a:pt x="1652" y="0"/>
                    </a:moveTo>
                    <a:lnTo>
                      <a:pt x="1" y="35"/>
                    </a:lnTo>
                    <a:lnTo>
                      <a:pt x="36" y="1687"/>
                    </a:lnTo>
                    <a:lnTo>
                      <a:pt x="1688"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6" name="Google Shape;4316;p36"/>
              <p:cNvSpPr/>
              <p:nvPr/>
            </p:nvSpPr>
            <p:spPr>
              <a:xfrm>
                <a:off x="6946900" y="2837225"/>
                <a:ext cx="42200" cy="42200"/>
              </a:xfrm>
              <a:custGeom>
                <a:rect b="b" l="l" r="r" t="t"/>
                <a:pathLst>
                  <a:path extrusionOk="0" h="1688" w="1688">
                    <a:moveTo>
                      <a:pt x="1669" y="1"/>
                    </a:moveTo>
                    <a:lnTo>
                      <a:pt x="1" y="18"/>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7" name="Google Shape;4317;p36"/>
              <p:cNvSpPr/>
              <p:nvPr/>
            </p:nvSpPr>
            <p:spPr>
              <a:xfrm>
                <a:off x="6912650" y="3252300"/>
                <a:ext cx="42175" cy="42200"/>
              </a:xfrm>
              <a:custGeom>
                <a:rect b="b" l="l" r="r" t="t"/>
                <a:pathLst>
                  <a:path extrusionOk="0" h="1688" w="1687">
                    <a:moveTo>
                      <a:pt x="1652" y="1"/>
                    </a:moveTo>
                    <a:lnTo>
                      <a:pt x="0" y="36"/>
                    </a:lnTo>
                    <a:lnTo>
                      <a:pt x="35"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8" name="Google Shape;4318;p36"/>
              <p:cNvSpPr/>
              <p:nvPr/>
            </p:nvSpPr>
            <p:spPr>
              <a:xfrm>
                <a:off x="6911775" y="3211000"/>
                <a:ext cx="42175" cy="42200"/>
              </a:xfrm>
              <a:custGeom>
                <a:rect b="b" l="l" r="r" t="t"/>
                <a:pathLst>
                  <a:path extrusionOk="0" h="1688" w="1687">
                    <a:moveTo>
                      <a:pt x="1668" y="1"/>
                    </a:moveTo>
                    <a:lnTo>
                      <a:pt x="0" y="19"/>
                    </a:lnTo>
                    <a:lnTo>
                      <a:pt x="35" y="1688"/>
                    </a:lnTo>
                    <a:lnTo>
                      <a:pt x="1687" y="1653"/>
                    </a:lnTo>
                    <a:lnTo>
                      <a:pt x="1668"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19" name="Google Shape;4319;p36"/>
              <p:cNvSpPr/>
              <p:nvPr/>
            </p:nvSpPr>
            <p:spPr>
              <a:xfrm>
                <a:off x="6911300" y="3169300"/>
                <a:ext cx="42200" cy="42200"/>
              </a:xfrm>
              <a:custGeom>
                <a:rect b="b" l="l" r="r" t="t"/>
                <a:pathLst>
                  <a:path extrusionOk="0" h="1688" w="1688">
                    <a:moveTo>
                      <a:pt x="1652" y="1"/>
                    </a:moveTo>
                    <a:lnTo>
                      <a:pt x="1" y="36"/>
                    </a:lnTo>
                    <a:lnTo>
                      <a:pt x="19"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0" name="Google Shape;4320;p36"/>
              <p:cNvSpPr/>
              <p:nvPr/>
            </p:nvSpPr>
            <p:spPr>
              <a:xfrm>
                <a:off x="6910425" y="3128000"/>
                <a:ext cx="42200" cy="42200"/>
              </a:xfrm>
              <a:custGeom>
                <a:rect b="b" l="l" r="r" t="t"/>
                <a:pathLst>
                  <a:path extrusionOk="0" h="1688" w="1688">
                    <a:moveTo>
                      <a:pt x="1670" y="1"/>
                    </a:moveTo>
                    <a:lnTo>
                      <a:pt x="1" y="36"/>
                    </a:lnTo>
                    <a:lnTo>
                      <a:pt x="36" y="1688"/>
                    </a:lnTo>
                    <a:lnTo>
                      <a:pt x="1687" y="1653"/>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1" name="Google Shape;4321;p36"/>
              <p:cNvSpPr/>
              <p:nvPr/>
            </p:nvSpPr>
            <p:spPr>
              <a:xfrm>
                <a:off x="6910000" y="3086725"/>
                <a:ext cx="42200" cy="42200"/>
              </a:xfrm>
              <a:custGeom>
                <a:rect b="b" l="l" r="r" t="t"/>
                <a:pathLst>
                  <a:path extrusionOk="0" h="1688" w="1688">
                    <a:moveTo>
                      <a:pt x="1652" y="0"/>
                    </a:moveTo>
                    <a:lnTo>
                      <a:pt x="1" y="17"/>
                    </a:lnTo>
                    <a:lnTo>
                      <a:pt x="18"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2" name="Google Shape;4322;p36"/>
              <p:cNvSpPr/>
              <p:nvPr/>
            </p:nvSpPr>
            <p:spPr>
              <a:xfrm>
                <a:off x="6909125" y="3044975"/>
                <a:ext cx="42200" cy="42200"/>
              </a:xfrm>
              <a:custGeom>
                <a:rect b="b" l="l" r="r" t="t"/>
                <a:pathLst>
                  <a:path extrusionOk="0" h="1688" w="1688">
                    <a:moveTo>
                      <a:pt x="1652" y="1"/>
                    </a:moveTo>
                    <a:lnTo>
                      <a:pt x="1" y="36"/>
                    </a:lnTo>
                    <a:lnTo>
                      <a:pt x="36"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3" name="Google Shape;4323;p36"/>
              <p:cNvSpPr/>
              <p:nvPr/>
            </p:nvSpPr>
            <p:spPr>
              <a:xfrm>
                <a:off x="6908250" y="3003700"/>
                <a:ext cx="42200" cy="42175"/>
              </a:xfrm>
              <a:custGeom>
                <a:rect b="b" l="l" r="r" t="t"/>
                <a:pathLst>
                  <a:path extrusionOk="0" h="1687" w="1688">
                    <a:moveTo>
                      <a:pt x="1669" y="0"/>
                    </a:moveTo>
                    <a:lnTo>
                      <a:pt x="1" y="18"/>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4" name="Google Shape;4324;p36"/>
              <p:cNvSpPr/>
              <p:nvPr/>
            </p:nvSpPr>
            <p:spPr>
              <a:xfrm>
                <a:off x="6907800" y="2961975"/>
                <a:ext cx="42175" cy="42200"/>
              </a:xfrm>
              <a:custGeom>
                <a:rect b="b" l="l" r="r" t="t"/>
                <a:pathLst>
                  <a:path extrusionOk="0" h="1688" w="1687">
                    <a:moveTo>
                      <a:pt x="1652" y="1"/>
                    </a:moveTo>
                    <a:lnTo>
                      <a:pt x="0" y="36"/>
                    </a:lnTo>
                    <a:lnTo>
                      <a:pt x="19" y="1687"/>
                    </a:lnTo>
                    <a:lnTo>
                      <a:pt x="1687"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5" name="Google Shape;4325;p36"/>
              <p:cNvSpPr/>
              <p:nvPr/>
            </p:nvSpPr>
            <p:spPr>
              <a:xfrm>
                <a:off x="6906925" y="2920700"/>
                <a:ext cx="42175" cy="42175"/>
              </a:xfrm>
              <a:custGeom>
                <a:rect b="b" l="l" r="r" t="t"/>
                <a:pathLst>
                  <a:path extrusionOk="0" h="1687" w="1687">
                    <a:moveTo>
                      <a:pt x="1670" y="0"/>
                    </a:moveTo>
                    <a:lnTo>
                      <a:pt x="0" y="35"/>
                    </a:lnTo>
                    <a:lnTo>
                      <a:pt x="35" y="1687"/>
                    </a:lnTo>
                    <a:lnTo>
                      <a:pt x="1687" y="1652"/>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6" name="Google Shape;4326;p36"/>
              <p:cNvSpPr/>
              <p:nvPr/>
            </p:nvSpPr>
            <p:spPr>
              <a:xfrm>
                <a:off x="6906500" y="2879400"/>
                <a:ext cx="42175" cy="42200"/>
              </a:xfrm>
              <a:custGeom>
                <a:rect b="b" l="l" r="r" t="t"/>
                <a:pathLst>
                  <a:path extrusionOk="0" h="1688" w="1687">
                    <a:moveTo>
                      <a:pt x="1652" y="0"/>
                    </a:moveTo>
                    <a:lnTo>
                      <a:pt x="0" y="17"/>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7" name="Google Shape;4327;p36"/>
              <p:cNvSpPr/>
              <p:nvPr/>
            </p:nvSpPr>
            <p:spPr>
              <a:xfrm>
                <a:off x="6905625" y="2837650"/>
                <a:ext cx="42175" cy="42200"/>
              </a:xfrm>
              <a:custGeom>
                <a:rect b="b" l="l" r="r" t="t"/>
                <a:pathLst>
                  <a:path extrusionOk="0" h="1688" w="1687">
                    <a:moveTo>
                      <a:pt x="1652" y="1"/>
                    </a:moveTo>
                    <a:lnTo>
                      <a:pt x="0" y="36"/>
                    </a:lnTo>
                    <a:lnTo>
                      <a:pt x="35"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8" name="Google Shape;4328;p36"/>
              <p:cNvSpPr/>
              <p:nvPr/>
            </p:nvSpPr>
            <p:spPr>
              <a:xfrm>
                <a:off x="6904725" y="2796375"/>
                <a:ext cx="42200" cy="42175"/>
              </a:xfrm>
              <a:custGeom>
                <a:rect b="b" l="l" r="r" t="t"/>
                <a:pathLst>
                  <a:path extrusionOk="0" h="1687" w="1688">
                    <a:moveTo>
                      <a:pt x="1669" y="0"/>
                    </a:moveTo>
                    <a:lnTo>
                      <a:pt x="1" y="35"/>
                    </a:lnTo>
                    <a:lnTo>
                      <a:pt x="36" y="1687"/>
                    </a:lnTo>
                    <a:lnTo>
                      <a:pt x="1688"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29" name="Google Shape;4329;p36"/>
              <p:cNvSpPr/>
              <p:nvPr/>
            </p:nvSpPr>
            <p:spPr>
              <a:xfrm>
                <a:off x="6870475" y="3211475"/>
                <a:ext cx="42200" cy="42175"/>
              </a:xfrm>
              <a:custGeom>
                <a:rect b="b" l="l" r="r" t="t"/>
                <a:pathLst>
                  <a:path extrusionOk="0" h="1687" w="1688">
                    <a:moveTo>
                      <a:pt x="1652" y="0"/>
                    </a:moveTo>
                    <a:lnTo>
                      <a:pt x="1" y="35"/>
                    </a:lnTo>
                    <a:lnTo>
                      <a:pt x="36"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0" name="Google Shape;4330;p36"/>
              <p:cNvSpPr/>
              <p:nvPr/>
            </p:nvSpPr>
            <p:spPr>
              <a:xfrm>
                <a:off x="6869600" y="3170175"/>
                <a:ext cx="42200" cy="42200"/>
              </a:xfrm>
              <a:custGeom>
                <a:rect b="b" l="l" r="r" t="t"/>
                <a:pathLst>
                  <a:path extrusionOk="0" h="1688" w="1688">
                    <a:moveTo>
                      <a:pt x="1669" y="1"/>
                    </a:moveTo>
                    <a:lnTo>
                      <a:pt x="0" y="18"/>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1" name="Google Shape;4331;p36"/>
              <p:cNvSpPr/>
              <p:nvPr/>
            </p:nvSpPr>
            <p:spPr>
              <a:xfrm>
                <a:off x="6869150" y="3128900"/>
                <a:ext cx="42175" cy="41725"/>
              </a:xfrm>
              <a:custGeom>
                <a:rect b="b" l="l" r="r" t="t"/>
                <a:pathLst>
                  <a:path extrusionOk="0" h="1669" w="1687">
                    <a:moveTo>
                      <a:pt x="1652" y="0"/>
                    </a:moveTo>
                    <a:lnTo>
                      <a:pt x="0" y="17"/>
                    </a:lnTo>
                    <a:lnTo>
                      <a:pt x="18" y="1669"/>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2" name="Google Shape;4332;p36"/>
              <p:cNvSpPr/>
              <p:nvPr/>
            </p:nvSpPr>
            <p:spPr>
              <a:xfrm>
                <a:off x="6868250" y="3087150"/>
                <a:ext cx="42200" cy="42175"/>
              </a:xfrm>
              <a:custGeom>
                <a:rect b="b" l="l" r="r" t="t"/>
                <a:pathLst>
                  <a:path extrusionOk="0" h="1687" w="1688">
                    <a:moveTo>
                      <a:pt x="1671" y="0"/>
                    </a:moveTo>
                    <a:lnTo>
                      <a:pt x="1" y="35"/>
                    </a:lnTo>
                    <a:lnTo>
                      <a:pt x="36" y="1687"/>
                    </a:lnTo>
                    <a:lnTo>
                      <a:pt x="1688" y="1670"/>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3" name="Google Shape;4333;p36"/>
              <p:cNvSpPr/>
              <p:nvPr/>
            </p:nvSpPr>
            <p:spPr>
              <a:xfrm>
                <a:off x="6867850" y="3045850"/>
                <a:ext cx="42175" cy="42200"/>
              </a:xfrm>
              <a:custGeom>
                <a:rect b="b" l="l" r="r" t="t"/>
                <a:pathLst>
                  <a:path extrusionOk="0" h="1688" w="1687">
                    <a:moveTo>
                      <a:pt x="1652" y="1"/>
                    </a:moveTo>
                    <a:lnTo>
                      <a:pt x="0" y="19"/>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4" name="Google Shape;4334;p36"/>
              <p:cNvSpPr/>
              <p:nvPr/>
            </p:nvSpPr>
            <p:spPr>
              <a:xfrm>
                <a:off x="6866950" y="3004150"/>
                <a:ext cx="42200" cy="42175"/>
              </a:xfrm>
              <a:custGeom>
                <a:rect b="b" l="l" r="r" t="t"/>
                <a:pathLst>
                  <a:path extrusionOk="0" h="1687" w="1688">
                    <a:moveTo>
                      <a:pt x="1653" y="0"/>
                    </a:moveTo>
                    <a:lnTo>
                      <a:pt x="1" y="35"/>
                    </a:lnTo>
                    <a:lnTo>
                      <a:pt x="36" y="1687"/>
                    </a:lnTo>
                    <a:lnTo>
                      <a:pt x="1688" y="1669"/>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5" name="Google Shape;4335;p36"/>
              <p:cNvSpPr/>
              <p:nvPr/>
            </p:nvSpPr>
            <p:spPr>
              <a:xfrm>
                <a:off x="6866075" y="2962850"/>
                <a:ext cx="42200" cy="42200"/>
              </a:xfrm>
              <a:custGeom>
                <a:rect b="b" l="l" r="r" t="t"/>
                <a:pathLst>
                  <a:path extrusionOk="0" h="1688" w="1688">
                    <a:moveTo>
                      <a:pt x="1669" y="1"/>
                    </a:moveTo>
                    <a:lnTo>
                      <a:pt x="1" y="36"/>
                    </a:lnTo>
                    <a:lnTo>
                      <a:pt x="36" y="1687"/>
                    </a:lnTo>
                    <a:lnTo>
                      <a:pt x="1688"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6" name="Google Shape;4336;p36"/>
              <p:cNvSpPr/>
              <p:nvPr/>
            </p:nvSpPr>
            <p:spPr>
              <a:xfrm>
                <a:off x="6865625" y="2921575"/>
                <a:ext cx="42200" cy="42175"/>
              </a:xfrm>
              <a:custGeom>
                <a:rect b="b" l="l" r="r" t="t"/>
                <a:pathLst>
                  <a:path extrusionOk="0" h="1687" w="1688">
                    <a:moveTo>
                      <a:pt x="1652" y="0"/>
                    </a:moveTo>
                    <a:lnTo>
                      <a:pt x="1" y="17"/>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7" name="Google Shape;4337;p36"/>
              <p:cNvSpPr/>
              <p:nvPr/>
            </p:nvSpPr>
            <p:spPr>
              <a:xfrm>
                <a:off x="6864750" y="2879825"/>
                <a:ext cx="42200" cy="42200"/>
              </a:xfrm>
              <a:custGeom>
                <a:rect b="b" l="l" r="r" t="t"/>
                <a:pathLst>
                  <a:path extrusionOk="0" h="1688" w="1688">
                    <a:moveTo>
                      <a:pt x="1670" y="0"/>
                    </a:moveTo>
                    <a:lnTo>
                      <a:pt x="0" y="35"/>
                    </a:lnTo>
                    <a:lnTo>
                      <a:pt x="36" y="1687"/>
                    </a:lnTo>
                    <a:lnTo>
                      <a:pt x="1687" y="1670"/>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8" name="Google Shape;4338;p36"/>
              <p:cNvSpPr/>
              <p:nvPr/>
            </p:nvSpPr>
            <p:spPr>
              <a:xfrm>
                <a:off x="6864325" y="2838525"/>
                <a:ext cx="42200" cy="42200"/>
              </a:xfrm>
              <a:custGeom>
                <a:rect b="b" l="l" r="r" t="t"/>
                <a:pathLst>
                  <a:path extrusionOk="0" h="1688" w="1688">
                    <a:moveTo>
                      <a:pt x="1652" y="1"/>
                    </a:moveTo>
                    <a:lnTo>
                      <a:pt x="1" y="36"/>
                    </a:lnTo>
                    <a:lnTo>
                      <a:pt x="17"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39" name="Google Shape;4339;p36"/>
              <p:cNvSpPr/>
              <p:nvPr/>
            </p:nvSpPr>
            <p:spPr>
              <a:xfrm>
                <a:off x="6863450" y="2797250"/>
                <a:ext cx="42200" cy="42175"/>
              </a:xfrm>
              <a:custGeom>
                <a:rect b="b" l="l" r="r" t="t"/>
                <a:pathLst>
                  <a:path extrusionOk="0" h="1687" w="1688">
                    <a:moveTo>
                      <a:pt x="1652" y="0"/>
                    </a:moveTo>
                    <a:lnTo>
                      <a:pt x="0" y="18"/>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0" name="Google Shape;4340;p36"/>
              <p:cNvSpPr/>
              <p:nvPr/>
            </p:nvSpPr>
            <p:spPr>
              <a:xfrm>
                <a:off x="6862575" y="2755525"/>
                <a:ext cx="42175" cy="42200"/>
              </a:xfrm>
              <a:custGeom>
                <a:rect b="b" l="l" r="r" t="t"/>
                <a:pathLst>
                  <a:path extrusionOk="0" h="1688" w="1687">
                    <a:moveTo>
                      <a:pt x="1669" y="1"/>
                    </a:moveTo>
                    <a:lnTo>
                      <a:pt x="0" y="36"/>
                    </a:lnTo>
                    <a:lnTo>
                      <a:pt x="35" y="1687"/>
                    </a:lnTo>
                    <a:lnTo>
                      <a:pt x="1687"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1" name="Google Shape;4341;p36"/>
              <p:cNvSpPr/>
              <p:nvPr/>
            </p:nvSpPr>
            <p:spPr>
              <a:xfrm>
                <a:off x="6828300" y="3170600"/>
                <a:ext cx="42200" cy="42200"/>
              </a:xfrm>
              <a:custGeom>
                <a:rect b="b" l="l" r="r" t="t"/>
                <a:pathLst>
                  <a:path extrusionOk="0" h="1688" w="1688">
                    <a:moveTo>
                      <a:pt x="1652" y="1"/>
                    </a:moveTo>
                    <a:lnTo>
                      <a:pt x="1" y="36"/>
                    </a:lnTo>
                    <a:lnTo>
                      <a:pt x="36" y="1687"/>
                    </a:lnTo>
                    <a:lnTo>
                      <a:pt x="1688"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2" name="Google Shape;4342;p36"/>
              <p:cNvSpPr/>
              <p:nvPr/>
            </p:nvSpPr>
            <p:spPr>
              <a:xfrm>
                <a:off x="6827850" y="3129300"/>
                <a:ext cx="41775" cy="42200"/>
              </a:xfrm>
              <a:custGeom>
                <a:rect b="b" l="l" r="r" t="t"/>
                <a:pathLst>
                  <a:path extrusionOk="0" h="1688" w="1671">
                    <a:moveTo>
                      <a:pt x="1652" y="1"/>
                    </a:moveTo>
                    <a:lnTo>
                      <a:pt x="1" y="36"/>
                    </a:lnTo>
                    <a:lnTo>
                      <a:pt x="19" y="1688"/>
                    </a:lnTo>
                    <a:lnTo>
                      <a:pt x="1670" y="1653"/>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3" name="Google Shape;4343;p36"/>
              <p:cNvSpPr/>
              <p:nvPr/>
            </p:nvSpPr>
            <p:spPr>
              <a:xfrm>
                <a:off x="6826975" y="3088025"/>
                <a:ext cx="42200" cy="42200"/>
              </a:xfrm>
              <a:custGeom>
                <a:rect b="b" l="l" r="r" t="t"/>
                <a:pathLst>
                  <a:path extrusionOk="0" h="1688" w="1688">
                    <a:moveTo>
                      <a:pt x="1652" y="0"/>
                    </a:moveTo>
                    <a:lnTo>
                      <a:pt x="0" y="19"/>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4" name="Google Shape;4344;p36"/>
              <p:cNvSpPr/>
              <p:nvPr/>
            </p:nvSpPr>
            <p:spPr>
              <a:xfrm>
                <a:off x="6826100" y="3046325"/>
                <a:ext cx="42175" cy="42175"/>
              </a:xfrm>
              <a:custGeom>
                <a:rect b="b" l="l" r="r" t="t"/>
                <a:pathLst>
                  <a:path extrusionOk="0" h="1687" w="1687">
                    <a:moveTo>
                      <a:pt x="1670" y="0"/>
                    </a:moveTo>
                    <a:lnTo>
                      <a:pt x="0" y="35"/>
                    </a:lnTo>
                    <a:lnTo>
                      <a:pt x="35" y="1687"/>
                    </a:lnTo>
                    <a:lnTo>
                      <a:pt x="1687" y="1668"/>
                    </a:lnTo>
                    <a:lnTo>
                      <a:pt x="1670"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5" name="Google Shape;4345;p36"/>
              <p:cNvSpPr/>
              <p:nvPr/>
            </p:nvSpPr>
            <p:spPr>
              <a:xfrm>
                <a:off x="6825675" y="3005025"/>
                <a:ext cx="42200" cy="42200"/>
              </a:xfrm>
              <a:custGeom>
                <a:rect b="b" l="l" r="r" t="t"/>
                <a:pathLst>
                  <a:path extrusionOk="0" h="1688" w="1688">
                    <a:moveTo>
                      <a:pt x="1652" y="0"/>
                    </a:moveTo>
                    <a:lnTo>
                      <a:pt x="0" y="36"/>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6" name="Google Shape;4346;p36"/>
              <p:cNvSpPr/>
              <p:nvPr/>
            </p:nvSpPr>
            <p:spPr>
              <a:xfrm>
                <a:off x="6824800" y="2963725"/>
                <a:ext cx="42175" cy="42200"/>
              </a:xfrm>
              <a:custGeom>
                <a:rect b="b" l="l" r="r" t="t"/>
                <a:pathLst>
                  <a:path extrusionOk="0" h="1688" w="1687">
                    <a:moveTo>
                      <a:pt x="1652" y="1"/>
                    </a:moveTo>
                    <a:lnTo>
                      <a:pt x="0" y="18"/>
                    </a:lnTo>
                    <a:lnTo>
                      <a:pt x="35"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7" name="Google Shape;4347;p36"/>
              <p:cNvSpPr/>
              <p:nvPr/>
            </p:nvSpPr>
            <p:spPr>
              <a:xfrm>
                <a:off x="6824325" y="2922000"/>
                <a:ext cx="41775" cy="42175"/>
              </a:xfrm>
              <a:custGeom>
                <a:rect b="b" l="l" r="r" t="t"/>
                <a:pathLst>
                  <a:path extrusionOk="0" h="1687" w="1671">
                    <a:moveTo>
                      <a:pt x="1653" y="0"/>
                    </a:moveTo>
                    <a:lnTo>
                      <a:pt x="1" y="35"/>
                    </a:lnTo>
                    <a:lnTo>
                      <a:pt x="19" y="1687"/>
                    </a:lnTo>
                    <a:lnTo>
                      <a:pt x="1671" y="1670"/>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8" name="Google Shape;4348;p36"/>
              <p:cNvSpPr/>
              <p:nvPr/>
            </p:nvSpPr>
            <p:spPr>
              <a:xfrm>
                <a:off x="6823450" y="2880700"/>
                <a:ext cx="42200" cy="42200"/>
              </a:xfrm>
              <a:custGeom>
                <a:rect b="b" l="l" r="r" t="t"/>
                <a:pathLst>
                  <a:path extrusionOk="0" h="1688" w="1688">
                    <a:moveTo>
                      <a:pt x="1652" y="0"/>
                    </a:moveTo>
                    <a:lnTo>
                      <a:pt x="1" y="36"/>
                    </a:lnTo>
                    <a:lnTo>
                      <a:pt x="36"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49" name="Google Shape;4349;p36"/>
              <p:cNvSpPr/>
              <p:nvPr/>
            </p:nvSpPr>
            <p:spPr>
              <a:xfrm>
                <a:off x="6822575" y="2839400"/>
                <a:ext cx="42200" cy="42200"/>
              </a:xfrm>
              <a:custGeom>
                <a:rect b="b" l="l" r="r" t="t"/>
                <a:pathLst>
                  <a:path extrusionOk="0" h="1688" w="1688">
                    <a:moveTo>
                      <a:pt x="1671" y="1"/>
                    </a:moveTo>
                    <a:lnTo>
                      <a:pt x="1" y="19"/>
                    </a:lnTo>
                    <a:lnTo>
                      <a:pt x="36" y="1688"/>
                    </a:lnTo>
                    <a:lnTo>
                      <a:pt x="1687"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0" name="Google Shape;4350;p36"/>
              <p:cNvSpPr/>
              <p:nvPr/>
            </p:nvSpPr>
            <p:spPr>
              <a:xfrm>
                <a:off x="6822150" y="2797700"/>
                <a:ext cx="42200" cy="42200"/>
              </a:xfrm>
              <a:custGeom>
                <a:rect b="b" l="l" r="r" t="t"/>
                <a:pathLst>
                  <a:path extrusionOk="0" h="1688" w="1688">
                    <a:moveTo>
                      <a:pt x="1652" y="0"/>
                    </a:moveTo>
                    <a:lnTo>
                      <a:pt x="1" y="36"/>
                    </a:lnTo>
                    <a:lnTo>
                      <a:pt x="18" y="1687"/>
                    </a:lnTo>
                    <a:lnTo>
                      <a:pt x="1688"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1" name="Google Shape;4351;p36"/>
              <p:cNvSpPr/>
              <p:nvPr/>
            </p:nvSpPr>
            <p:spPr>
              <a:xfrm>
                <a:off x="6821275" y="2756400"/>
                <a:ext cx="42200" cy="42200"/>
              </a:xfrm>
              <a:custGeom>
                <a:rect b="b" l="l" r="r" t="t"/>
                <a:pathLst>
                  <a:path extrusionOk="0" h="1688" w="1688">
                    <a:moveTo>
                      <a:pt x="1652" y="1"/>
                    </a:moveTo>
                    <a:lnTo>
                      <a:pt x="1" y="18"/>
                    </a:lnTo>
                    <a:lnTo>
                      <a:pt x="36" y="1688"/>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2" name="Google Shape;4352;p36"/>
              <p:cNvSpPr/>
              <p:nvPr/>
            </p:nvSpPr>
            <p:spPr>
              <a:xfrm>
                <a:off x="6820400" y="2715125"/>
                <a:ext cx="42200" cy="41725"/>
              </a:xfrm>
              <a:custGeom>
                <a:rect b="b" l="l" r="r" t="t"/>
                <a:pathLst>
                  <a:path extrusionOk="0" h="1669" w="1688">
                    <a:moveTo>
                      <a:pt x="1669" y="0"/>
                    </a:moveTo>
                    <a:lnTo>
                      <a:pt x="1" y="17"/>
                    </a:lnTo>
                    <a:lnTo>
                      <a:pt x="36" y="1669"/>
                    </a:lnTo>
                    <a:lnTo>
                      <a:pt x="1687" y="1652"/>
                    </a:lnTo>
                    <a:lnTo>
                      <a:pt x="1669"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3" name="Google Shape;4353;p36"/>
              <p:cNvSpPr/>
              <p:nvPr/>
            </p:nvSpPr>
            <p:spPr>
              <a:xfrm>
                <a:off x="6786150" y="3130200"/>
                <a:ext cx="42175" cy="42175"/>
              </a:xfrm>
              <a:custGeom>
                <a:rect b="b" l="l" r="r" t="t"/>
                <a:pathLst>
                  <a:path extrusionOk="0" h="1687" w="1687">
                    <a:moveTo>
                      <a:pt x="1669" y="0"/>
                    </a:moveTo>
                    <a:lnTo>
                      <a:pt x="0" y="18"/>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4" name="Google Shape;4354;p36"/>
              <p:cNvSpPr/>
              <p:nvPr/>
            </p:nvSpPr>
            <p:spPr>
              <a:xfrm>
                <a:off x="6785675" y="3088475"/>
                <a:ext cx="42200" cy="42200"/>
              </a:xfrm>
              <a:custGeom>
                <a:rect b="b" l="l" r="r" t="t"/>
                <a:pathLst>
                  <a:path extrusionOk="0" h="1688" w="1688">
                    <a:moveTo>
                      <a:pt x="1652" y="1"/>
                    </a:moveTo>
                    <a:lnTo>
                      <a:pt x="1" y="36"/>
                    </a:lnTo>
                    <a:lnTo>
                      <a:pt x="19" y="1687"/>
                    </a:lnTo>
                    <a:lnTo>
                      <a:pt x="1688" y="1669"/>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5" name="Google Shape;4355;p36"/>
              <p:cNvSpPr/>
              <p:nvPr/>
            </p:nvSpPr>
            <p:spPr>
              <a:xfrm>
                <a:off x="6784800" y="3047200"/>
                <a:ext cx="42200" cy="42175"/>
              </a:xfrm>
              <a:custGeom>
                <a:rect b="b" l="l" r="r" t="t"/>
                <a:pathLst>
                  <a:path extrusionOk="0" h="1687" w="1688">
                    <a:moveTo>
                      <a:pt x="1652" y="0"/>
                    </a:moveTo>
                    <a:lnTo>
                      <a:pt x="1" y="35"/>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6" name="Google Shape;4356;p36"/>
              <p:cNvSpPr/>
              <p:nvPr/>
            </p:nvSpPr>
            <p:spPr>
              <a:xfrm>
                <a:off x="6783925" y="3005900"/>
                <a:ext cx="42200" cy="42200"/>
              </a:xfrm>
              <a:custGeom>
                <a:rect b="b" l="l" r="r" t="t"/>
                <a:pathLst>
                  <a:path extrusionOk="0" h="1688" w="1688">
                    <a:moveTo>
                      <a:pt x="1670" y="1"/>
                    </a:moveTo>
                    <a:lnTo>
                      <a:pt x="1" y="17"/>
                    </a:lnTo>
                    <a:lnTo>
                      <a:pt x="36"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7" name="Google Shape;4357;p36"/>
              <p:cNvSpPr/>
              <p:nvPr/>
            </p:nvSpPr>
            <p:spPr>
              <a:xfrm>
                <a:off x="6783500" y="2964150"/>
                <a:ext cx="42200" cy="42200"/>
              </a:xfrm>
              <a:custGeom>
                <a:rect b="b" l="l" r="r" t="t"/>
                <a:pathLst>
                  <a:path extrusionOk="0" h="1688" w="1688">
                    <a:moveTo>
                      <a:pt x="1652" y="1"/>
                    </a:moveTo>
                    <a:lnTo>
                      <a:pt x="1" y="36"/>
                    </a:lnTo>
                    <a:lnTo>
                      <a:pt x="18" y="1687"/>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8" name="Google Shape;4358;p36"/>
              <p:cNvSpPr/>
              <p:nvPr/>
            </p:nvSpPr>
            <p:spPr>
              <a:xfrm>
                <a:off x="6782625" y="2922875"/>
                <a:ext cx="42200" cy="42175"/>
              </a:xfrm>
              <a:custGeom>
                <a:rect b="b" l="l" r="r" t="t"/>
                <a:pathLst>
                  <a:path extrusionOk="0" h="1687" w="1688">
                    <a:moveTo>
                      <a:pt x="1669" y="0"/>
                    </a:moveTo>
                    <a:lnTo>
                      <a:pt x="1" y="35"/>
                    </a:lnTo>
                    <a:lnTo>
                      <a:pt x="36"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59" name="Google Shape;4359;p36"/>
              <p:cNvSpPr/>
              <p:nvPr/>
            </p:nvSpPr>
            <p:spPr>
              <a:xfrm>
                <a:off x="6782175" y="2881575"/>
                <a:ext cx="42175" cy="42200"/>
              </a:xfrm>
              <a:custGeom>
                <a:rect b="b" l="l" r="r" t="t"/>
                <a:pathLst>
                  <a:path extrusionOk="0" h="1688" w="1687">
                    <a:moveTo>
                      <a:pt x="1652" y="1"/>
                    </a:moveTo>
                    <a:lnTo>
                      <a:pt x="0" y="19"/>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0" name="Google Shape;4360;p36"/>
              <p:cNvSpPr/>
              <p:nvPr/>
            </p:nvSpPr>
            <p:spPr>
              <a:xfrm>
                <a:off x="6781300" y="2839875"/>
                <a:ext cx="42175" cy="42175"/>
              </a:xfrm>
              <a:custGeom>
                <a:rect b="b" l="l" r="r" t="t"/>
                <a:pathLst>
                  <a:path extrusionOk="0" h="1687" w="1687">
                    <a:moveTo>
                      <a:pt x="1652" y="0"/>
                    </a:moveTo>
                    <a:lnTo>
                      <a:pt x="0" y="35"/>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1" name="Google Shape;4361;p36"/>
              <p:cNvSpPr/>
              <p:nvPr/>
            </p:nvSpPr>
            <p:spPr>
              <a:xfrm>
                <a:off x="6780400" y="2798575"/>
                <a:ext cx="42200" cy="42200"/>
              </a:xfrm>
              <a:custGeom>
                <a:rect b="b" l="l" r="r" t="t"/>
                <a:pathLst>
                  <a:path extrusionOk="0" h="1688" w="1688">
                    <a:moveTo>
                      <a:pt x="1671" y="1"/>
                    </a:moveTo>
                    <a:lnTo>
                      <a:pt x="1" y="18"/>
                    </a:lnTo>
                    <a:lnTo>
                      <a:pt x="36" y="1687"/>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2" name="Google Shape;4362;p36"/>
              <p:cNvSpPr/>
              <p:nvPr/>
            </p:nvSpPr>
            <p:spPr>
              <a:xfrm>
                <a:off x="6780000" y="2756825"/>
                <a:ext cx="42175" cy="42200"/>
              </a:xfrm>
              <a:custGeom>
                <a:rect b="b" l="l" r="r" t="t"/>
                <a:pathLst>
                  <a:path extrusionOk="0" h="1688" w="1687">
                    <a:moveTo>
                      <a:pt x="1652" y="1"/>
                    </a:moveTo>
                    <a:lnTo>
                      <a:pt x="0" y="36"/>
                    </a:lnTo>
                    <a:lnTo>
                      <a:pt x="17" y="1688"/>
                    </a:lnTo>
                    <a:lnTo>
                      <a:pt x="1687" y="1671"/>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3" name="Google Shape;4363;p36"/>
              <p:cNvSpPr/>
              <p:nvPr/>
            </p:nvSpPr>
            <p:spPr>
              <a:xfrm>
                <a:off x="6779100" y="2715550"/>
                <a:ext cx="42200" cy="42175"/>
              </a:xfrm>
              <a:custGeom>
                <a:rect b="b" l="l" r="r" t="t"/>
                <a:pathLst>
                  <a:path extrusionOk="0" h="1687" w="1688">
                    <a:moveTo>
                      <a:pt x="1653" y="0"/>
                    </a:moveTo>
                    <a:lnTo>
                      <a:pt x="1" y="35"/>
                    </a:lnTo>
                    <a:lnTo>
                      <a:pt x="36" y="1687"/>
                    </a:lnTo>
                    <a:lnTo>
                      <a:pt x="1688" y="1652"/>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4" name="Google Shape;4364;p36"/>
              <p:cNvSpPr/>
              <p:nvPr/>
            </p:nvSpPr>
            <p:spPr>
              <a:xfrm>
                <a:off x="6778650" y="2674250"/>
                <a:ext cx="41775" cy="42200"/>
              </a:xfrm>
              <a:custGeom>
                <a:rect b="b" l="l" r="r" t="t"/>
                <a:pathLst>
                  <a:path extrusionOk="0" h="1688" w="1671">
                    <a:moveTo>
                      <a:pt x="1652" y="1"/>
                    </a:moveTo>
                    <a:lnTo>
                      <a:pt x="1" y="19"/>
                    </a:lnTo>
                    <a:lnTo>
                      <a:pt x="19" y="1687"/>
                    </a:lnTo>
                    <a:lnTo>
                      <a:pt x="1671" y="1652"/>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5" name="Google Shape;4365;p36"/>
              <p:cNvSpPr/>
              <p:nvPr/>
            </p:nvSpPr>
            <p:spPr>
              <a:xfrm>
                <a:off x="6743975" y="3089350"/>
                <a:ext cx="42200" cy="42200"/>
              </a:xfrm>
              <a:custGeom>
                <a:rect b="b" l="l" r="r" t="t"/>
                <a:pathLst>
                  <a:path extrusionOk="0" h="1688" w="1688">
                    <a:moveTo>
                      <a:pt x="1669" y="1"/>
                    </a:moveTo>
                    <a:lnTo>
                      <a:pt x="0" y="36"/>
                    </a:lnTo>
                    <a:lnTo>
                      <a:pt x="36" y="1688"/>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6" name="Google Shape;4366;p36"/>
              <p:cNvSpPr/>
              <p:nvPr/>
            </p:nvSpPr>
            <p:spPr>
              <a:xfrm>
                <a:off x="6743525" y="3048075"/>
                <a:ext cx="42175" cy="42175"/>
              </a:xfrm>
              <a:custGeom>
                <a:rect b="b" l="l" r="r" t="t"/>
                <a:pathLst>
                  <a:path extrusionOk="0" h="1687" w="1687">
                    <a:moveTo>
                      <a:pt x="1652" y="0"/>
                    </a:moveTo>
                    <a:lnTo>
                      <a:pt x="0" y="17"/>
                    </a:lnTo>
                    <a:lnTo>
                      <a:pt x="18"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7" name="Google Shape;4367;p36"/>
              <p:cNvSpPr/>
              <p:nvPr/>
            </p:nvSpPr>
            <p:spPr>
              <a:xfrm>
                <a:off x="6742625" y="3006325"/>
                <a:ext cx="42200" cy="42200"/>
              </a:xfrm>
              <a:custGeom>
                <a:rect b="b" l="l" r="r" t="t"/>
                <a:pathLst>
                  <a:path extrusionOk="0" h="1688" w="1688">
                    <a:moveTo>
                      <a:pt x="1653" y="0"/>
                    </a:moveTo>
                    <a:lnTo>
                      <a:pt x="1" y="36"/>
                    </a:lnTo>
                    <a:lnTo>
                      <a:pt x="36" y="1687"/>
                    </a:lnTo>
                    <a:lnTo>
                      <a:pt x="1688" y="1670"/>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8" name="Google Shape;4368;p36"/>
              <p:cNvSpPr/>
              <p:nvPr/>
            </p:nvSpPr>
            <p:spPr>
              <a:xfrm>
                <a:off x="6741750" y="2965025"/>
                <a:ext cx="42200" cy="42200"/>
              </a:xfrm>
              <a:custGeom>
                <a:rect b="b" l="l" r="r" t="t"/>
                <a:pathLst>
                  <a:path extrusionOk="0" h="1688" w="1688">
                    <a:moveTo>
                      <a:pt x="1671" y="1"/>
                    </a:moveTo>
                    <a:lnTo>
                      <a:pt x="1" y="19"/>
                    </a:lnTo>
                    <a:lnTo>
                      <a:pt x="36" y="1688"/>
                    </a:lnTo>
                    <a:lnTo>
                      <a:pt x="1688" y="1652"/>
                    </a:lnTo>
                    <a:lnTo>
                      <a:pt x="1671"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69" name="Google Shape;4369;p36"/>
              <p:cNvSpPr/>
              <p:nvPr/>
            </p:nvSpPr>
            <p:spPr>
              <a:xfrm>
                <a:off x="6741325" y="2923750"/>
                <a:ext cx="42200" cy="41775"/>
              </a:xfrm>
              <a:custGeom>
                <a:rect b="b" l="l" r="r" t="t"/>
                <a:pathLst>
                  <a:path extrusionOk="0" h="1671" w="1688">
                    <a:moveTo>
                      <a:pt x="1653" y="0"/>
                    </a:moveTo>
                    <a:lnTo>
                      <a:pt x="1" y="19"/>
                    </a:lnTo>
                    <a:lnTo>
                      <a:pt x="18" y="1670"/>
                    </a:lnTo>
                    <a:lnTo>
                      <a:pt x="1688" y="1652"/>
                    </a:lnTo>
                    <a:lnTo>
                      <a:pt x="1653"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0" name="Google Shape;4370;p36"/>
              <p:cNvSpPr/>
              <p:nvPr/>
            </p:nvSpPr>
            <p:spPr>
              <a:xfrm>
                <a:off x="6740450" y="2882025"/>
                <a:ext cx="42200" cy="42200"/>
              </a:xfrm>
              <a:custGeom>
                <a:rect b="b" l="l" r="r" t="t"/>
                <a:pathLst>
                  <a:path extrusionOk="0" h="1688" w="1688">
                    <a:moveTo>
                      <a:pt x="1669" y="1"/>
                    </a:moveTo>
                    <a:lnTo>
                      <a:pt x="1" y="36"/>
                    </a:lnTo>
                    <a:lnTo>
                      <a:pt x="36" y="1688"/>
                    </a:lnTo>
                    <a:lnTo>
                      <a:pt x="1688"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1" name="Google Shape;4371;p36"/>
              <p:cNvSpPr/>
              <p:nvPr/>
            </p:nvSpPr>
            <p:spPr>
              <a:xfrm>
                <a:off x="6740000" y="2840750"/>
                <a:ext cx="42200" cy="42200"/>
              </a:xfrm>
              <a:custGeom>
                <a:rect b="b" l="l" r="r" t="t"/>
                <a:pathLst>
                  <a:path extrusionOk="0" h="1688" w="1688">
                    <a:moveTo>
                      <a:pt x="1652" y="0"/>
                    </a:moveTo>
                    <a:lnTo>
                      <a:pt x="1" y="17"/>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2" name="Google Shape;4372;p36"/>
              <p:cNvSpPr/>
              <p:nvPr/>
            </p:nvSpPr>
            <p:spPr>
              <a:xfrm>
                <a:off x="6739125" y="2799000"/>
                <a:ext cx="42200" cy="42200"/>
              </a:xfrm>
              <a:custGeom>
                <a:rect b="b" l="l" r="r" t="t"/>
                <a:pathLst>
                  <a:path extrusionOk="0" h="1688" w="1688">
                    <a:moveTo>
                      <a:pt x="1652" y="1"/>
                    </a:moveTo>
                    <a:lnTo>
                      <a:pt x="0" y="36"/>
                    </a:lnTo>
                    <a:lnTo>
                      <a:pt x="36"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3" name="Google Shape;4373;p36"/>
              <p:cNvSpPr/>
              <p:nvPr/>
            </p:nvSpPr>
            <p:spPr>
              <a:xfrm>
                <a:off x="6738250" y="2757700"/>
                <a:ext cx="42175" cy="42200"/>
              </a:xfrm>
              <a:custGeom>
                <a:rect b="b" l="l" r="r" t="t"/>
                <a:pathLst>
                  <a:path extrusionOk="0" h="1688" w="1687">
                    <a:moveTo>
                      <a:pt x="1670" y="1"/>
                    </a:moveTo>
                    <a:lnTo>
                      <a:pt x="0" y="36"/>
                    </a:lnTo>
                    <a:lnTo>
                      <a:pt x="35" y="1688"/>
                    </a:lnTo>
                    <a:lnTo>
                      <a:pt x="1687" y="1653"/>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4" name="Google Shape;4374;p36"/>
              <p:cNvSpPr/>
              <p:nvPr/>
            </p:nvSpPr>
            <p:spPr>
              <a:xfrm>
                <a:off x="6737825" y="2716425"/>
                <a:ext cx="42200" cy="42200"/>
              </a:xfrm>
              <a:custGeom>
                <a:rect b="b" l="l" r="r" t="t"/>
                <a:pathLst>
                  <a:path extrusionOk="0" h="1688" w="1688">
                    <a:moveTo>
                      <a:pt x="1652" y="0"/>
                    </a:moveTo>
                    <a:lnTo>
                      <a:pt x="0" y="19"/>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5" name="Google Shape;4375;p36"/>
              <p:cNvSpPr/>
              <p:nvPr/>
            </p:nvSpPr>
            <p:spPr>
              <a:xfrm>
                <a:off x="6736950" y="2674700"/>
                <a:ext cx="42175" cy="42200"/>
              </a:xfrm>
              <a:custGeom>
                <a:rect b="b" l="l" r="r" t="t"/>
                <a:pathLst>
                  <a:path extrusionOk="0" h="1688" w="1687">
                    <a:moveTo>
                      <a:pt x="1669" y="1"/>
                    </a:moveTo>
                    <a:lnTo>
                      <a:pt x="0" y="36"/>
                    </a:lnTo>
                    <a:lnTo>
                      <a:pt x="35" y="1688"/>
                    </a:lnTo>
                    <a:lnTo>
                      <a:pt x="1687" y="1669"/>
                    </a:lnTo>
                    <a:lnTo>
                      <a:pt x="1669"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6" name="Google Shape;4376;p36"/>
              <p:cNvSpPr/>
              <p:nvPr/>
            </p:nvSpPr>
            <p:spPr>
              <a:xfrm>
                <a:off x="6701800" y="3048500"/>
                <a:ext cx="42200" cy="42175"/>
              </a:xfrm>
              <a:custGeom>
                <a:rect b="b" l="l" r="r" t="t"/>
                <a:pathLst>
                  <a:path extrusionOk="0" h="1687" w="1688">
                    <a:moveTo>
                      <a:pt x="1669" y="0"/>
                    </a:moveTo>
                    <a:lnTo>
                      <a:pt x="1" y="35"/>
                    </a:lnTo>
                    <a:lnTo>
                      <a:pt x="36"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7" name="Google Shape;4377;p36"/>
              <p:cNvSpPr/>
              <p:nvPr/>
            </p:nvSpPr>
            <p:spPr>
              <a:xfrm>
                <a:off x="6701350" y="3007200"/>
                <a:ext cx="42200" cy="42200"/>
              </a:xfrm>
              <a:custGeom>
                <a:rect b="b" l="l" r="r" t="t"/>
                <a:pathLst>
                  <a:path extrusionOk="0" h="1688" w="1688">
                    <a:moveTo>
                      <a:pt x="1652" y="1"/>
                    </a:moveTo>
                    <a:lnTo>
                      <a:pt x="0" y="19"/>
                    </a:lnTo>
                    <a:lnTo>
                      <a:pt x="19"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8" name="Google Shape;4378;p36"/>
              <p:cNvSpPr/>
              <p:nvPr/>
            </p:nvSpPr>
            <p:spPr>
              <a:xfrm>
                <a:off x="6700475" y="2965500"/>
                <a:ext cx="42175" cy="42175"/>
              </a:xfrm>
              <a:custGeom>
                <a:rect b="b" l="l" r="r" t="t"/>
                <a:pathLst>
                  <a:path extrusionOk="0" h="1687" w="1687">
                    <a:moveTo>
                      <a:pt x="1652" y="0"/>
                    </a:moveTo>
                    <a:lnTo>
                      <a:pt x="0" y="35"/>
                    </a:lnTo>
                    <a:lnTo>
                      <a:pt x="35"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79" name="Google Shape;4379;p36"/>
              <p:cNvSpPr/>
              <p:nvPr/>
            </p:nvSpPr>
            <p:spPr>
              <a:xfrm>
                <a:off x="6699600" y="2924200"/>
                <a:ext cx="42175" cy="42200"/>
              </a:xfrm>
              <a:custGeom>
                <a:rect b="b" l="l" r="r" t="t"/>
                <a:pathLst>
                  <a:path extrusionOk="0" h="1688" w="1687">
                    <a:moveTo>
                      <a:pt x="1670" y="1"/>
                    </a:moveTo>
                    <a:lnTo>
                      <a:pt x="0" y="36"/>
                    </a:lnTo>
                    <a:lnTo>
                      <a:pt x="35" y="1687"/>
                    </a:lnTo>
                    <a:lnTo>
                      <a:pt x="1687" y="1652"/>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0" name="Google Shape;4380;p36"/>
              <p:cNvSpPr/>
              <p:nvPr/>
            </p:nvSpPr>
            <p:spPr>
              <a:xfrm>
                <a:off x="6699175" y="2882925"/>
                <a:ext cx="42175" cy="42175"/>
              </a:xfrm>
              <a:custGeom>
                <a:rect b="b" l="l" r="r" t="t"/>
                <a:pathLst>
                  <a:path extrusionOk="0" h="1687" w="1687">
                    <a:moveTo>
                      <a:pt x="1652" y="0"/>
                    </a:moveTo>
                    <a:lnTo>
                      <a:pt x="0" y="17"/>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1" name="Google Shape;4381;p36"/>
              <p:cNvSpPr/>
              <p:nvPr/>
            </p:nvSpPr>
            <p:spPr>
              <a:xfrm>
                <a:off x="6698300" y="2841175"/>
                <a:ext cx="42175" cy="42175"/>
              </a:xfrm>
              <a:custGeom>
                <a:rect b="b" l="l" r="r" t="t"/>
                <a:pathLst>
                  <a:path extrusionOk="0" h="1687" w="1687">
                    <a:moveTo>
                      <a:pt x="1669" y="0"/>
                    </a:moveTo>
                    <a:lnTo>
                      <a:pt x="0" y="35"/>
                    </a:lnTo>
                    <a:lnTo>
                      <a:pt x="35" y="1687"/>
                    </a:lnTo>
                    <a:lnTo>
                      <a:pt x="1687" y="1670"/>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2" name="Google Shape;4382;p36"/>
              <p:cNvSpPr/>
              <p:nvPr/>
            </p:nvSpPr>
            <p:spPr>
              <a:xfrm>
                <a:off x="6697825" y="2799875"/>
                <a:ext cx="42200" cy="42200"/>
              </a:xfrm>
              <a:custGeom>
                <a:rect b="b" l="l" r="r" t="t"/>
                <a:pathLst>
                  <a:path extrusionOk="0" h="1688" w="1688">
                    <a:moveTo>
                      <a:pt x="1652" y="1"/>
                    </a:moveTo>
                    <a:lnTo>
                      <a:pt x="1" y="36"/>
                    </a:lnTo>
                    <a:lnTo>
                      <a:pt x="19" y="1687"/>
                    </a:lnTo>
                    <a:lnTo>
                      <a:pt x="1688"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3" name="Google Shape;4383;p36"/>
              <p:cNvSpPr/>
              <p:nvPr/>
            </p:nvSpPr>
            <p:spPr>
              <a:xfrm>
                <a:off x="6696950" y="2758600"/>
                <a:ext cx="42200" cy="42175"/>
              </a:xfrm>
              <a:custGeom>
                <a:rect b="b" l="l" r="r" t="t"/>
                <a:pathLst>
                  <a:path extrusionOk="0" h="1687" w="1688">
                    <a:moveTo>
                      <a:pt x="1652" y="0"/>
                    </a:moveTo>
                    <a:lnTo>
                      <a:pt x="1" y="18"/>
                    </a:lnTo>
                    <a:lnTo>
                      <a:pt x="36"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4" name="Google Shape;4384;p36"/>
              <p:cNvSpPr/>
              <p:nvPr/>
            </p:nvSpPr>
            <p:spPr>
              <a:xfrm>
                <a:off x="6696075" y="2716875"/>
                <a:ext cx="42200" cy="42200"/>
              </a:xfrm>
              <a:custGeom>
                <a:rect b="b" l="l" r="r" t="t"/>
                <a:pathLst>
                  <a:path extrusionOk="0" h="1688" w="1688">
                    <a:moveTo>
                      <a:pt x="1670" y="1"/>
                    </a:moveTo>
                    <a:lnTo>
                      <a:pt x="1" y="36"/>
                    </a:lnTo>
                    <a:lnTo>
                      <a:pt x="36" y="1687"/>
                    </a:lnTo>
                    <a:lnTo>
                      <a:pt x="1687" y="1669"/>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5" name="Google Shape;4385;p36"/>
              <p:cNvSpPr/>
              <p:nvPr/>
            </p:nvSpPr>
            <p:spPr>
              <a:xfrm>
                <a:off x="6695650" y="2675600"/>
                <a:ext cx="42200" cy="42175"/>
              </a:xfrm>
              <a:custGeom>
                <a:rect b="b" l="l" r="r" t="t"/>
                <a:pathLst>
                  <a:path extrusionOk="0" h="1687" w="1688">
                    <a:moveTo>
                      <a:pt x="1652" y="0"/>
                    </a:moveTo>
                    <a:lnTo>
                      <a:pt x="1" y="35"/>
                    </a:lnTo>
                    <a:lnTo>
                      <a:pt x="18" y="1687"/>
                    </a:lnTo>
                    <a:lnTo>
                      <a:pt x="1687"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6" name="Google Shape;4386;p36"/>
              <p:cNvSpPr/>
              <p:nvPr/>
            </p:nvSpPr>
            <p:spPr>
              <a:xfrm>
                <a:off x="6659625" y="3007650"/>
                <a:ext cx="42200" cy="42200"/>
              </a:xfrm>
              <a:custGeom>
                <a:rect b="b" l="l" r="r" t="t"/>
                <a:pathLst>
                  <a:path extrusionOk="0" h="1688" w="1688">
                    <a:moveTo>
                      <a:pt x="1669" y="1"/>
                    </a:moveTo>
                    <a:lnTo>
                      <a:pt x="1" y="36"/>
                    </a:lnTo>
                    <a:lnTo>
                      <a:pt x="36" y="1688"/>
                    </a:lnTo>
                    <a:lnTo>
                      <a:pt x="1688" y="1669"/>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7" name="Google Shape;4387;p36"/>
              <p:cNvSpPr/>
              <p:nvPr/>
            </p:nvSpPr>
            <p:spPr>
              <a:xfrm>
                <a:off x="6659175" y="2966375"/>
                <a:ext cx="42200" cy="42175"/>
              </a:xfrm>
              <a:custGeom>
                <a:rect b="b" l="l" r="r" t="t"/>
                <a:pathLst>
                  <a:path extrusionOk="0" h="1687" w="1688">
                    <a:moveTo>
                      <a:pt x="1652" y="0"/>
                    </a:moveTo>
                    <a:lnTo>
                      <a:pt x="1" y="35"/>
                    </a:lnTo>
                    <a:lnTo>
                      <a:pt x="19"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8" name="Google Shape;4388;p36"/>
              <p:cNvSpPr/>
              <p:nvPr/>
            </p:nvSpPr>
            <p:spPr>
              <a:xfrm>
                <a:off x="6658300" y="2925075"/>
                <a:ext cx="42200" cy="42200"/>
              </a:xfrm>
              <a:custGeom>
                <a:rect b="b" l="l" r="r" t="t"/>
                <a:pathLst>
                  <a:path extrusionOk="0" h="1688" w="1688">
                    <a:moveTo>
                      <a:pt x="1652" y="1"/>
                    </a:moveTo>
                    <a:lnTo>
                      <a:pt x="1" y="18"/>
                    </a:lnTo>
                    <a:lnTo>
                      <a:pt x="36" y="1687"/>
                    </a:lnTo>
                    <a:lnTo>
                      <a:pt x="1687" y="1652"/>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89" name="Google Shape;4389;p36"/>
              <p:cNvSpPr/>
              <p:nvPr/>
            </p:nvSpPr>
            <p:spPr>
              <a:xfrm>
                <a:off x="6657425" y="2883325"/>
                <a:ext cx="42200" cy="42200"/>
              </a:xfrm>
              <a:custGeom>
                <a:rect b="b" l="l" r="r" t="t"/>
                <a:pathLst>
                  <a:path extrusionOk="0" h="1688" w="1688">
                    <a:moveTo>
                      <a:pt x="1670" y="1"/>
                    </a:moveTo>
                    <a:lnTo>
                      <a:pt x="0" y="36"/>
                    </a:lnTo>
                    <a:lnTo>
                      <a:pt x="36" y="1688"/>
                    </a:lnTo>
                    <a:lnTo>
                      <a:pt x="1687" y="1671"/>
                    </a:lnTo>
                    <a:lnTo>
                      <a:pt x="1670"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0" name="Google Shape;4390;p36"/>
              <p:cNvSpPr/>
              <p:nvPr/>
            </p:nvSpPr>
            <p:spPr>
              <a:xfrm>
                <a:off x="6657000" y="2842050"/>
                <a:ext cx="42200" cy="42200"/>
              </a:xfrm>
              <a:custGeom>
                <a:rect b="b" l="l" r="r" t="t"/>
                <a:pathLst>
                  <a:path extrusionOk="0" h="1688" w="1688">
                    <a:moveTo>
                      <a:pt x="1652" y="0"/>
                    </a:moveTo>
                    <a:lnTo>
                      <a:pt x="1" y="35"/>
                    </a:lnTo>
                    <a:lnTo>
                      <a:pt x="17" y="1687"/>
                    </a:lnTo>
                    <a:lnTo>
                      <a:pt x="1687"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1" name="Google Shape;4391;p36"/>
              <p:cNvSpPr/>
              <p:nvPr/>
            </p:nvSpPr>
            <p:spPr>
              <a:xfrm>
                <a:off x="6656125" y="2800750"/>
                <a:ext cx="42200" cy="42200"/>
              </a:xfrm>
              <a:custGeom>
                <a:rect b="b" l="l" r="r" t="t"/>
                <a:pathLst>
                  <a:path extrusionOk="0" h="1688" w="1688">
                    <a:moveTo>
                      <a:pt x="1669" y="1"/>
                    </a:moveTo>
                    <a:lnTo>
                      <a:pt x="0" y="19"/>
                    </a:lnTo>
                    <a:lnTo>
                      <a:pt x="36" y="1687"/>
                    </a:lnTo>
                    <a:lnTo>
                      <a:pt x="1687" y="1652"/>
                    </a:lnTo>
                    <a:lnTo>
                      <a:pt x="1669"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2" name="Google Shape;4392;p36"/>
              <p:cNvSpPr/>
              <p:nvPr/>
            </p:nvSpPr>
            <p:spPr>
              <a:xfrm>
                <a:off x="6655675" y="2759050"/>
                <a:ext cx="42175" cy="42200"/>
              </a:xfrm>
              <a:custGeom>
                <a:rect b="b" l="l" r="r" t="t"/>
                <a:pathLst>
                  <a:path extrusionOk="0" h="1688" w="1687">
                    <a:moveTo>
                      <a:pt x="1652" y="0"/>
                    </a:moveTo>
                    <a:lnTo>
                      <a:pt x="0" y="35"/>
                    </a:lnTo>
                    <a:lnTo>
                      <a:pt x="18" y="1687"/>
                    </a:lnTo>
                    <a:lnTo>
                      <a:pt x="1687" y="1669"/>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3" name="Google Shape;4393;p36"/>
              <p:cNvSpPr/>
              <p:nvPr/>
            </p:nvSpPr>
            <p:spPr>
              <a:xfrm>
                <a:off x="6654800" y="2717750"/>
                <a:ext cx="42175" cy="42200"/>
              </a:xfrm>
              <a:custGeom>
                <a:rect b="b" l="l" r="r" t="t"/>
                <a:pathLst>
                  <a:path extrusionOk="0" h="1688" w="1687">
                    <a:moveTo>
                      <a:pt x="1652" y="1"/>
                    </a:moveTo>
                    <a:lnTo>
                      <a:pt x="0" y="36"/>
                    </a:lnTo>
                    <a:lnTo>
                      <a:pt x="35" y="1687"/>
                    </a:lnTo>
                    <a:lnTo>
                      <a:pt x="1687" y="1652"/>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4" name="Google Shape;4394;p36"/>
              <p:cNvSpPr/>
              <p:nvPr/>
            </p:nvSpPr>
            <p:spPr>
              <a:xfrm>
                <a:off x="6617475" y="2967250"/>
                <a:ext cx="42175" cy="42200"/>
              </a:xfrm>
              <a:custGeom>
                <a:rect b="b" l="l" r="r" t="t"/>
                <a:pathLst>
                  <a:path extrusionOk="0" h="1688" w="1687">
                    <a:moveTo>
                      <a:pt x="1669" y="0"/>
                    </a:moveTo>
                    <a:lnTo>
                      <a:pt x="0" y="17"/>
                    </a:lnTo>
                    <a:lnTo>
                      <a:pt x="35" y="1687"/>
                    </a:lnTo>
                    <a:lnTo>
                      <a:pt x="1687" y="1652"/>
                    </a:lnTo>
                    <a:lnTo>
                      <a:pt x="1669"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5" name="Google Shape;4395;p36"/>
              <p:cNvSpPr/>
              <p:nvPr/>
            </p:nvSpPr>
            <p:spPr>
              <a:xfrm>
                <a:off x="6617025" y="2925500"/>
                <a:ext cx="42175" cy="42200"/>
              </a:xfrm>
              <a:custGeom>
                <a:rect b="b" l="l" r="r" t="t"/>
                <a:pathLst>
                  <a:path extrusionOk="0" h="1688" w="1687">
                    <a:moveTo>
                      <a:pt x="1652" y="1"/>
                    </a:moveTo>
                    <a:lnTo>
                      <a:pt x="0" y="36"/>
                    </a:lnTo>
                    <a:lnTo>
                      <a:pt x="18" y="1687"/>
                    </a:lnTo>
                    <a:lnTo>
                      <a:pt x="1687" y="1670"/>
                    </a:lnTo>
                    <a:lnTo>
                      <a:pt x="1652" y="1"/>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6" name="Google Shape;4396;p36"/>
              <p:cNvSpPr/>
              <p:nvPr/>
            </p:nvSpPr>
            <p:spPr>
              <a:xfrm>
                <a:off x="6616125" y="2884225"/>
                <a:ext cx="42200" cy="42175"/>
              </a:xfrm>
              <a:custGeom>
                <a:rect b="b" l="l" r="r" t="t"/>
                <a:pathLst>
                  <a:path extrusionOk="0" h="1687" w="1688">
                    <a:moveTo>
                      <a:pt x="1652" y="0"/>
                    </a:moveTo>
                    <a:lnTo>
                      <a:pt x="1" y="35"/>
                    </a:lnTo>
                    <a:lnTo>
                      <a:pt x="36" y="1687"/>
                    </a:lnTo>
                    <a:lnTo>
                      <a:pt x="1688" y="1652"/>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7" name="Google Shape;4397;p36"/>
              <p:cNvSpPr/>
              <p:nvPr/>
            </p:nvSpPr>
            <p:spPr>
              <a:xfrm>
                <a:off x="6615250" y="2842925"/>
                <a:ext cx="42200" cy="42200"/>
              </a:xfrm>
              <a:custGeom>
                <a:rect b="b" l="l" r="r" t="t"/>
                <a:pathLst>
                  <a:path extrusionOk="0" h="1688" w="1688">
                    <a:moveTo>
                      <a:pt x="1671" y="0"/>
                    </a:moveTo>
                    <a:lnTo>
                      <a:pt x="1" y="19"/>
                    </a:lnTo>
                    <a:lnTo>
                      <a:pt x="36" y="1687"/>
                    </a:lnTo>
                    <a:lnTo>
                      <a:pt x="1687" y="1652"/>
                    </a:lnTo>
                    <a:lnTo>
                      <a:pt x="1671"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8" name="Google Shape;4398;p36"/>
              <p:cNvSpPr/>
              <p:nvPr/>
            </p:nvSpPr>
            <p:spPr>
              <a:xfrm>
                <a:off x="6614825" y="2801225"/>
                <a:ext cx="42200" cy="42175"/>
              </a:xfrm>
              <a:custGeom>
                <a:rect b="b" l="l" r="r" t="t"/>
                <a:pathLst>
                  <a:path extrusionOk="0" h="1687" w="1688">
                    <a:moveTo>
                      <a:pt x="1652" y="0"/>
                    </a:moveTo>
                    <a:lnTo>
                      <a:pt x="1" y="35"/>
                    </a:lnTo>
                    <a:lnTo>
                      <a:pt x="18" y="1687"/>
                    </a:lnTo>
                    <a:lnTo>
                      <a:pt x="1688" y="1668"/>
                    </a:lnTo>
                    <a:lnTo>
                      <a:pt x="1652" y="0"/>
                    </a:lnTo>
                    <a:close/>
                  </a:path>
                </a:pathLst>
              </a:custGeom>
              <a:solidFill>
                <a:schemeClr val="lt2"/>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399" name="Google Shape;4399;p36"/>
              <p:cNvSpPr/>
              <p:nvPr/>
            </p:nvSpPr>
            <p:spPr>
              <a:xfrm>
                <a:off x="6613950" y="2759925"/>
                <a:ext cx="42200" cy="42200"/>
              </a:xfrm>
              <a:custGeom>
                <a:rect b="b" l="l" r="r" t="t"/>
                <a:pathLst>
                  <a:path extrusionOk="0" h="1688" w="1688">
                    <a:moveTo>
                      <a:pt x="1669" y="0"/>
                    </a:moveTo>
                    <a:lnTo>
                      <a:pt x="1" y="36"/>
                    </a:lnTo>
                    <a:lnTo>
                      <a:pt x="36" y="1687"/>
                    </a:lnTo>
                    <a:lnTo>
                      <a:pt x="1687" y="1652"/>
                    </a:lnTo>
                    <a:lnTo>
                      <a:pt x="1669"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400" name="Google Shape;4400;p36"/>
              <p:cNvSpPr/>
              <p:nvPr/>
            </p:nvSpPr>
            <p:spPr>
              <a:xfrm>
                <a:off x="6575300" y="2926375"/>
                <a:ext cx="42200" cy="42200"/>
              </a:xfrm>
              <a:custGeom>
                <a:rect b="b" l="l" r="r" t="t"/>
                <a:pathLst>
                  <a:path extrusionOk="0" h="1688" w="1688">
                    <a:moveTo>
                      <a:pt x="1669" y="1"/>
                    </a:moveTo>
                    <a:lnTo>
                      <a:pt x="1" y="36"/>
                    </a:lnTo>
                    <a:lnTo>
                      <a:pt x="36" y="1687"/>
                    </a:lnTo>
                    <a:lnTo>
                      <a:pt x="1687" y="1652"/>
                    </a:lnTo>
                    <a:lnTo>
                      <a:pt x="1669"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401" name="Google Shape;4401;p36"/>
              <p:cNvSpPr/>
              <p:nvPr/>
            </p:nvSpPr>
            <p:spPr>
              <a:xfrm>
                <a:off x="6574850" y="2885100"/>
                <a:ext cx="42175" cy="42175"/>
              </a:xfrm>
              <a:custGeom>
                <a:rect b="b" l="l" r="r" t="t"/>
                <a:pathLst>
                  <a:path extrusionOk="0" h="1687" w="1687">
                    <a:moveTo>
                      <a:pt x="1652" y="0"/>
                    </a:moveTo>
                    <a:lnTo>
                      <a:pt x="0" y="18"/>
                    </a:lnTo>
                    <a:lnTo>
                      <a:pt x="19" y="1687"/>
                    </a:lnTo>
                    <a:lnTo>
                      <a:pt x="1687"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402" name="Google Shape;4402;p36"/>
              <p:cNvSpPr/>
              <p:nvPr/>
            </p:nvSpPr>
            <p:spPr>
              <a:xfrm>
                <a:off x="6573975" y="2843375"/>
                <a:ext cx="42175" cy="42200"/>
              </a:xfrm>
              <a:custGeom>
                <a:rect b="b" l="l" r="r" t="t"/>
                <a:pathLst>
                  <a:path extrusionOk="0" h="1688" w="1687">
                    <a:moveTo>
                      <a:pt x="1652" y="1"/>
                    </a:moveTo>
                    <a:lnTo>
                      <a:pt x="0" y="36"/>
                    </a:lnTo>
                    <a:lnTo>
                      <a:pt x="35" y="1687"/>
                    </a:lnTo>
                    <a:lnTo>
                      <a:pt x="1687" y="1669"/>
                    </a:lnTo>
                    <a:lnTo>
                      <a:pt x="1652" y="1"/>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sp>
            <p:nvSpPr>
              <p:cNvPr id="4403" name="Google Shape;4403;p36"/>
              <p:cNvSpPr/>
              <p:nvPr/>
            </p:nvSpPr>
            <p:spPr>
              <a:xfrm>
                <a:off x="6573550" y="2802100"/>
                <a:ext cx="41725" cy="42175"/>
              </a:xfrm>
              <a:custGeom>
                <a:rect b="b" l="l" r="r" t="t"/>
                <a:pathLst>
                  <a:path extrusionOk="0" h="1687" w="1669">
                    <a:moveTo>
                      <a:pt x="1652" y="0"/>
                    </a:moveTo>
                    <a:lnTo>
                      <a:pt x="0" y="17"/>
                    </a:lnTo>
                    <a:lnTo>
                      <a:pt x="17" y="1687"/>
                    </a:lnTo>
                    <a:lnTo>
                      <a:pt x="1669" y="1652"/>
                    </a:lnTo>
                    <a:lnTo>
                      <a:pt x="1652" y="0"/>
                    </a:lnTo>
                    <a:close/>
                  </a:path>
                </a:pathLst>
              </a:custGeom>
              <a:solidFill>
                <a:schemeClr val="lt1"/>
              </a:solidFill>
              <a:ln>
                <a:noFill/>
              </a:ln>
            </p:spPr>
            <p:txBody>
              <a:bodyPr anchorCtr="0" anchor="ctr" bIns="33475" lIns="33475" spcFirstLastPara="1" rIns="33475" wrap="square" tIns="33475">
                <a:noAutofit/>
              </a:bodyPr>
              <a:lstStyle/>
              <a:p>
                <a:pPr indent="0" lvl="0" marL="0" rtl="0" algn="l">
                  <a:spcBef>
                    <a:spcPts val="0"/>
                  </a:spcBef>
                  <a:spcAft>
                    <a:spcPts val="0"/>
                  </a:spcAft>
                  <a:buNone/>
                </a:pPr>
                <a:r>
                  <a:t/>
                </a:r>
                <a:endParaRPr/>
              </a:p>
            </p:txBody>
          </p:sp>
        </p:grpSp>
      </p:grpSp>
      <p:grpSp>
        <p:nvGrpSpPr>
          <p:cNvPr id="4404" name="Google Shape;4404;p36"/>
          <p:cNvGrpSpPr/>
          <p:nvPr/>
        </p:nvGrpSpPr>
        <p:grpSpPr>
          <a:xfrm>
            <a:off x="7003509" y="3116630"/>
            <a:ext cx="1102135" cy="1151137"/>
            <a:chOff x="6751625" y="2401775"/>
            <a:chExt cx="975599" cy="1018976"/>
          </a:xfrm>
        </p:grpSpPr>
        <p:grpSp>
          <p:nvGrpSpPr>
            <p:cNvPr id="4405" name="Google Shape;4405;p36"/>
            <p:cNvGrpSpPr/>
            <p:nvPr/>
          </p:nvGrpSpPr>
          <p:grpSpPr>
            <a:xfrm>
              <a:off x="6848718" y="2590691"/>
              <a:ext cx="780782" cy="810942"/>
              <a:chOff x="4992275" y="2417675"/>
              <a:chExt cx="384300" cy="399125"/>
            </a:xfrm>
          </p:grpSpPr>
          <p:sp>
            <p:nvSpPr>
              <p:cNvPr id="4406" name="Google Shape;4406;p36"/>
              <p:cNvSpPr/>
              <p:nvPr/>
            </p:nvSpPr>
            <p:spPr>
              <a:xfrm>
                <a:off x="4992275" y="2417675"/>
                <a:ext cx="384300" cy="21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36"/>
              <p:cNvSpPr/>
              <p:nvPr/>
            </p:nvSpPr>
            <p:spPr>
              <a:xfrm>
                <a:off x="5016150" y="2597500"/>
                <a:ext cx="337200" cy="21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8" name="Google Shape;4408;p36"/>
            <p:cNvGrpSpPr/>
            <p:nvPr/>
          </p:nvGrpSpPr>
          <p:grpSpPr>
            <a:xfrm>
              <a:off x="6829797" y="2426816"/>
              <a:ext cx="799677" cy="776489"/>
              <a:chOff x="6829797" y="2426816"/>
              <a:chExt cx="799677" cy="776489"/>
            </a:xfrm>
          </p:grpSpPr>
          <p:sp>
            <p:nvSpPr>
              <p:cNvPr id="4409" name="Google Shape;4409;p36"/>
              <p:cNvSpPr/>
              <p:nvPr/>
            </p:nvSpPr>
            <p:spPr>
              <a:xfrm>
                <a:off x="6829797" y="2426816"/>
                <a:ext cx="799677" cy="436837"/>
              </a:xfrm>
              <a:custGeom>
                <a:rect b="b" l="l" r="r" t="t"/>
                <a:pathLst>
                  <a:path extrusionOk="0" h="8600" w="15744">
                    <a:moveTo>
                      <a:pt x="385" y="1"/>
                    </a:moveTo>
                    <a:lnTo>
                      <a:pt x="385" y="1912"/>
                    </a:lnTo>
                    <a:lnTo>
                      <a:pt x="2310" y="1912"/>
                    </a:lnTo>
                    <a:lnTo>
                      <a:pt x="2310" y="4306"/>
                    </a:lnTo>
                    <a:lnTo>
                      <a:pt x="1348" y="4306"/>
                    </a:lnTo>
                    <a:lnTo>
                      <a:pt x="1348" y="5256"/>
                    </a:lnTo>
                    <a:lnTo>
                      <a:pt x="1348" y="7169"/>
                    </a:lnTo>
                    <a:lnTo>
                      <a:pt x="1" y="7169"/>
                    </a:lnTo>
                    <a:lnTo>
                      <a:pt x="1" y="8599"/>
                    </a:lnTo>
                    <a:lnTo>
                      <a:pt x="2947" y="8599"/>
                    </a:lnTo>
                    <a:lnTo>
                      <a:pt x="2947" y="7746"/>
                    </a:lnTo>
                    <a:lnTo>
                      <a:pt x="6303" y="7746"/>
                    </a:lnTo>
                    <a:lnTo>
                      <a:pt x="6303" y="6218"/>
                    </a:lnTo>
                    <a:lnTo>
                      <a:pt x="7746" y="6218"/>
                    </a:lnTo>
                    <a:lnTo>
                      <a:pt x="7746" y="5256"/>
                    </a:lnTo>
                    <a:lnTo>
                      <a:pt x="9345" y="5256"/>
                    </a:lnTo>
                    <a:lnTo>
                      <a:pt x="9345" y="4306"/>
                    </a:lnTo>
                    <a:lnTo>
                      <a:pt x="13506" y="4306"/>
                    </a:lnTo>
                    <a:lnTo>
                      <a:pt x="13506" y="2393"/>
                    </a:lnTo>
                    <a:lnTo>
                      <a:pt x="15743" y="2393"/>
                    </a:lnTo>
                    <a:lnTo>
                      <a:pt x="15743" y="1"/>
                    </a:lnTo>
                    <a:lnTo>
                      <a:pt x="12352" y="1"/>
                    </a:lnTo>
                    <a:lnTo>
                      <a:pt x="12352" y="963"/>
                    </a:lnTo>
                    <a:lnTo>
                      <a:pt x="11269" y="963"/>
                    </a:lnTo>
                    <a:lnTo>
                      <a:pt x="11269" y="2875"/>
                    </a:lnTo>
                    <a:lnTo>
                      <a:pt x="4871" y="2875"/>
                    </a:lnTo>
                    <a:lnTo>
                      <a:pt x="4871" y="963"/>
                    </a:lnTo>
                    <a:lnTo>
                      <a:pt x="3909" y="963"/>
                    </a:lnTo>
                    <a:lnTo>
                      <a:pt x="39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36"/>
              <p:cNvSpPr/>
              <p:nvPr/>
            </p:nvSpPr>
            <p:spPr>
              <a:xfrm>
                <a:off x="6898217" y="3033396"/>
                <a:ext cx="121597" cy="169909"/>
              </a:xfrm>
              <a:custGeom>
                <a:rect b="b" l="l" r="r" t="t"/>
                <a:pathLst>
                  <a:path extrusionOk="0" h="3345" w="2394">
                    <a:moveTo>
                      <a:pt x="1" y="1"/>
                    </a:moveTo>
                    <a:lnTo>
                      <a:pt x="1" y="3344"/>
                    </a:lnTo>
                    <a:lnTo>
                      <a:pt x="482" y="3344"/>
                    </a:lnTo>
                    <a:lnTo>
                      <a:pt x="482" y="2804"/>
                    </a:lnTo>
                    <a:lnTo>
                      <a:pt x="1119" y="2804"/>
                    </a:lnTo>
                    <a:lnTo>
                      <a:pt x="1119" y="2395"/>
                    </a:lnTo>
                    <a:lnTo>
                      <a:pt x="1119" y="1914"/>
                    </a:lnTo>
                    <a:lnTo>
                      <a:pt x="1600" y="1914"/>
                    </a:lnTo>
                    <a:lnTo>
                      <a:pt x="1600" y="1433"/>
                    </a:lnTo>
                    <a:lnTo>
                      <a:pt x="2393" y="1433"/>
                    </a:lnTo>
                    <a:lnTo>
                      <a:pt x="2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36"/>
              <p:cNvSpPr/>
              <p:nvPr/>
            </p:nvSpPr>
            <p:spPr>
              <a:xfrm>
                <a:off x="7459033" y="3033396"/>
                <a:ext cx="121597" cy="169909"/>
              </a:xfrm>
              <a:custGeom>
                <a:rect b="b" l="l" r="r" t="t"/>
                <a:pathLst>
                  <a:path extrusionOk="0" h="3345" w="2394">
                    <a:moveTo>
                      <a:pt x="0" y="1"/>
                    </a:moveTo>
                    <a:lnTo>
                      <a:pt x="0" y="1433"/>
                    </a:lnTo>
                    <a:lnTo>
                      <a:pt x="794" y="1433"/>
                    </a:lnTo>
                    <a:lnTo>
                      <a:pt x="794" y="1914"/>
                    </a:lnTo>
                    <a:lnTo>
                      <a:pt x="1275" y="1914"/>
                    </a:lnTo>
                    <a:lnTo>
                      <a:pt x="1275" y="2395"/>
                    </a:lnTo>
                    <a:lnTo>
                      <a:pt x="1275" y="2804"/>
                    </a:lnTo>
                    <a:lnTo>
                      <a:pt x="1912" y="2804"/>
                    </a:lnTo>
                    <a:lnTo>
                      <a:pt x="1912" y="3344"/>
                    </a:lnTo>
                    <a:lnTo>
                      <a:pt x="2393" y="3344"/>
                    </a:lnTo>
                    <a:lnTo>
                      <a:pt x="23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2" name="Google Shape;4412;p36"/>
            <p:cNvGrpSpPr/>
            <p:nvPr/>
          </p:nvGrpSpPr>
          <p:grpSpPr>
            <a:xfrm>
              <a:off x="6800489" y="2498131"/>
              <a:ext cx="877869" cy="879750"/>
              <a:chOff x="6800489" y="2499502"/>
              <a:chExt cx="877869" cy="879750"/>
            </a:xfrm>
          </p:grpSpPr>
          <p:sp>
            <p:nvSpPr>
              <p:cNvPr id="4413" name="Google Shape;4413;p36"/>
              <p:cNvSpPr/>
              <p:nvPr/>
            </p:nvSpPr>
            <p:spPr>
              <a:xfrm>
                <a:off x="6800489" y="2499502"/>
                <a:ext cx="146638" cy="194291"/>
              </a:xfrm>
              <a:custGeom>
                <a:rect b="b" l="l" r="r" t="t"/>
                <a:pathLst>
                  <a:path extrusionOk="0" h="3825" w="2887">
                    <a:moveTo>
                      <a:pt x="0" y="0"/>
                    </a:moveTo>
                    <a:lnTo>
                      <a:pt x="0" y="3825"/>
                    </a:lnTo>
                    <a:lnTo>
                      <a:pt x="1925" y="3825"/>
                    </a:lnTo>
                    <a:lnTo>
                      <a:pt x="1925" y="2875"/>
                    </a:lnTo>
                    <a:lnTo>
                      <a:pt x="2887" y="2875"/>
                    </a:lnTo>
                    <a:lnTo>
                      <a:pt x="2887" y="962"/>
                    </a:lnTo>
                    <a:lnTo>
                      <a:pt x="962" y="962"/>
                    </a:lnTo>
                    <a:lnTo>
                      <a:pt x="96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36"/>
              <p:cNvSpPr/>
              <p:nvPr/>
            </p:nvSpPr>
            <p:spPr>
              <a:xfrm>
                <a:off x="7532329" y="2499502"/>
                <a:ext cx="146028" cy="194291"/>
              </a:xfrm>
              <a:custGeom>
                <a:rect b="b" l="l" r="r" t="t"/>
                <a:pathLst>
                  <a:path extrusionOk="0" h="3825" w="2875">
                    <a:moveTo>
                      <a:pt x="1912" y="0"/>
                    </a:moveTo>
                    <a:lnTo>
                      <a:pt x="1912" y="962"/>
                    </a:lnTo>
                    <a:lnTo>
                      <a:pt x="0" y="962"/>
                    </a:lnTo>
                    <a:lnTo>
                      <a:pt x="0" y="2875"/>
                    </a:lnTo>
                    <a:lnTo>
                      <a:pt x="950" y="2875"/>
                    </a:lnTo>
                    <a:lnTo>
                      <a:pt x="950" y="3825"/>
                    </a:lnTo>
                    <a:lnTo>
                      <a:pt x="2874" y="3825"/>
                    </a:lnTo>
                    <a:lnTo>
                      <a:pt x="287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36"/>
              <p:cNvSpPr/>
              <p:nvPr/>
            </p:nvSpPr>
            <p:spPr>
              <a:xfrm>
                <a:off x="6906140" y="3324851"/>
                <a:ext cx="105750" cy="54401"/>
              </a:xfrm>
              <a:custGeom>
                <a:rect b="b" l="l" r="r" t="t"/>
                <a:pathLst>
                  <a:path extrusionOk="0" h="1071" w="2082">
                    <a:moveTo>
                      <a:pt x="0" y="0"/>
                    </a:moveTo>
                    <a:lnTo>
                      <a:pt x="0" y="1070"/>
                    </a:lnTo>
                    <a:lnTo>
                      <a:pt x="2082" y="1070"/>
                    </a:lnTo>
                    <a:lnTo>
                      <a:pt x="208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36"/>
              <p:cNvSpPr/>
              <p:nvPr/>
            </p:nvSpPr>
            <p:spPr>
              <a:xfrm>
                <a:off x="7471224" y="3324851"/>
                <a:ext cx="105699" cy="54401"/>
              </a:xfrm>
              <a:custGeom>
                <a:rect b="b" l="l" r="r" t="t"/>
                <a:pathLst>
                  <a:path extrusionOk="0" h="1071" w="2081">
                    <a:moveTo>
                      <a:pt x="1" y="0"/>
                    </a:moveTo>
                    <a:lnTo>
                      <a:pt x="1" y="1070"/>
                    </a:lnTo>
                    <a:lnTo>
                      <a:pt x="2081" y="1070"/>
                    </a:lnTo>
                    <a:lnTo>
                      <a:pt x="208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17" name="Google Shape;4417;p36"/>
            <p:cNvSpPr/>
            <p:nvPr/>
          </p:nvSpPr>
          <p:spPr>
            <a:xfrm>
              <a:off x="7096161" y="2450029"/>
              <a:ext cx="286520" cy="291411"/>
            </a:xfrm>
            <a:custGeom>
              <a:rect b="b" l="l" r="r" t="t"/>
              <a:pathLst>
                <a:path extrusionOk="0" h="5737" w="5641">
                  <a:moveTo>
                    <a:pt x="2345" y="1"/>
                  </a:moveTo>
                  <a:lnTo>
                    <a:pt x="2345" y="963"/>
                  </a:lnTo>
                  <a:lnTo>
                    <a:pt x="1925" y="963"/>
                  </a:lnTo>
                  <a:lnTo>
                    <a:pt x="1925" y="1912"/>
                  </a:lnTo>
                  <a:lnTo>
                    <a:pt x="1444" y="1912"/>
                  </a:lnTo>
                  <a:lnTo>
                    <a:pt x="1444" y="2863"/>
                  </a:lnTo>
                  <a:lnTo>
                    <a:pt x="962" y="2863"/>
                  </a:lnTo>
                  <a:lnTo>
                    <a:pt x="962" y="3825"/>
                  </a:lnTo>
                  <a:lnTo>
                    <a:pt x="481" y="3825"/>
                  </a:lnTo>
                  <a:lnTo>
                    <a:pt x="481" y="4775"/>
                  </a:lnTo>
                  <a:lnTo>
                    <a:pt x="0" y="4775"/>
                  </a:lnTo>
                  <a:lnTo>
                    <a:pt x="0" y="5737"/>
                  </a:lnTo>
                  <a:lnTo>
                    <a:pt x="5640" y="5737"/>
                  </a:lnTo>
                  <a:lnTo>
                    <a:pt x="5640" y="4775"/>
                  </a:lnTo>
                  <a:lnTo>
                    <a:pt x="5159" y="4775"/>
                  </a:lnTo>
                  <a:lnTo>
                    <a:pt x="5159" y="3825"/>
                  </a:lnTo>
                  <a:lnTo>
                    <a:pt x="4678" y="3825"/>
                  </a:lnTo>
                  <a:lnTo>
                    <a:pt x="4678" y="2863"/>
                  </a:lnTo>
                  <a:lnTo>
                    <a:pt x="3945" y="2863"/>
                  </a:lnTo>
                  <a:lnTo>
                    <a:pt x="3945" y="1912"/>
                  </a:lnTo>
                  <a:lnTo>
                    <a:pt x="3716" y="1912"/>
                  </a:lnTo>
                  <a:lnTo>
                    <a:pt x="3716" y="963"/>
                  </a:lnTo>
                  <a:lnTo>
                    <a:pt x="3307" y="963"/>
                  </a:lnTo>
                  <a:lnTo>
                    <a:pt x="330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36"/>
            <p:cNvSpPr/>
            <p:nvPr/>
          </p:nvSpPr>
          <p:spPr>
            <a:xfrm>
              <a:off x="7102256" y="2815948"/>
              <a:ext cx="48913" cy="48306"/>
            </a:xfrm>
            <a:custGeom>
              <a:rect b="b" l="l" r="r" t="t"/>
              <a:pathLst>
                <a:path extrusionOk="0" h="951"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36"/>
            <p:cNvSpPr/>
            <p:nvPr/>
          </p:nvSpPr>
          <p:spPr>
            <a:xfrm>
              <a:off x="7102256" y="2864202"/>
              <a:ext cx="48913" cy="48966"/>
            </a:xfrm>
            <a:custGeom>
              <a:rect b="b" l="l" r="r" t="t"/>
              <a:pathLst>
                <a:path extrusionOk="0" h="964" w="963">
                  <a:moveTo>
                    <a:pt x="1" y="1"/>
                  </a:moveTo>
                  <a:lnTo>
                    <a:pt x="1"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36"/>
            <p:cNvSpPr/>
            <p:nvPr/>
          </p:nvSpPr>
          <p:spPr>
            <a:xfrm>
              <a:off x="7329509" y="2815948"/>
              <a:ext cx="48913" cy="48306"/>
            </a:xfrm>
            <a:custGeom>
              <a:rect b="b" l="l" r="r" t="t"/>
              <a:pathLst>
                <a:path extrusionOk="0" h="951"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36"/>
            <p:cNvSpPr/>
            <p:nvPr/>
          </p:nvSpPr>
          <p:spPr>
            <a:xfrm>
              <a:off x="7329509" y="2864202"/>
              <a:ext cx="48913" cy="48966"/>
            </a:xfrm>
            <a:custGeom>
              <a:rect b="b" l="l" r="r" t="t"/>
              <a:pathLst>
                <a:path extrusionOk="0" h="964" w="963">
                  <a:moveTo>
                    <a:pt x="1" y="1"/>
                  </a:moveTo>
                  <a:lnTo>
                    <a:pt x="1"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36"/>
            <p:cNvSpPr/>
            <p:nvPr/>
          </p:nvSpPr>
          <p:spPr>
            <a:xfrm>
              <a:off x="7223806" y="2883757"/>
              <a:ext cx="16558" cy="15950"/>
            </a:xfrm>
            <a:custGeom>
              <a:rect b="b" l="l" r="r" t="t"/>
              <a:pathLst>
                <a:path extrusionOk="0" h="314" w="326">
                  <a:moveTo>
                    <a:pt x="0" y="1"/>
                  </a:moveTo>
                  <a:lnTo>
                    <a:pt x="0" y="313"/>
                  </a:lnTo>
                  <a:lnTo>
                    <a:pt x="326" y="313"/>
                  </a:lnTo>
                  <a:lnTo>
                    <a:pt x="3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36"/>
            <p:cNvSpPr/>
            <p:nvPr/>
          </p:nvSpPr>
          <p:spPr>
            <a:xfrm>
              <a:off x="7288569" y="2741382"/>
              <a:ext cx="48304" cy="48357"/>
            </a:xfrm>
            <a:custGeom>
              <a:rect b="b" l="l" r="r" t="t"/>
              <a:pathLst>
                <a:path extrusionOk="0" h="952" w="951">
                  <a:moveTo>
                    <a:pt x="0" y="1"/>
                  </a:moveTo>
                  <a:lnTo>
                    <a:pt x="0" y="952"/>
                  </a:lnTo>
                  <a:lnTo>
                    <a:pt x="951" y="952"/>
                  </a:lnTo>
                  <a:lnTo>
                    <a:pt x="951"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36"/>
            <p:cNvSpPr/>
            <p:nvPr/>
          </p:nvSpPr>
          <p:spPr>
            <a:xfrm>
              <a:off x="7240314" y="2883757"/>
              <a:ext cx="16508" cy="15950"/>
            </a:xfrm>
            <a:custGeom>
              <a:rect b="b" l="l" r="r" t="t"/>
              <a:pathLst>
                <a:path extrusionOk="0" h="314" w="325">
                  <a:moveTo>
                    <a:pt x="1" y="1"/>
                  </a:moveTo>
                  <a:lnTo>
                    <a:pt x="1" y="313"/>
                  </a:lnTo>
                  <a:lnTo>
                    <a:pt x="325" y="313"/>
                  </a:lnTo>
                  <a:lnTo>
                    <a:pt x="3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5" name="Google Shape;4425;p36"/>
            <p:cNvGrpSpPr/>
            <p:nvPr/>
          </p:nvGrpSpPr>
          <p:grpSpPr>
            <a:xfrm>
              <a:off x="6751625" y="2401775"/>
              <a:ext cx="975599" cy="1018976"/>
              <a:chOff x="6751625" y="2401775"/>
              <a:chExt cx="975599" cy="1018976"/>
            </a:xfrm>
          </p:grpSpPr>
          <p:sp>
            <p:nvSpPr>
              <p:cNvPr id="4426" name="Google Shape;4426;p36"/>
              <p:cNvSpPr/>
              <p:nvPr/>
            </p:nvSpPr>
            <p:spPr>
              <a:xfrm>
                <a:off x="6751625" y="2644315"/>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36"/>
              <p:cNvSpPr/>
              <p:nvPr/>
            </p:nvSpPr>
            <p:spPr>
              <a:xfrm>
                <a:off x="6800489" y="2692519"/>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36"/>
              <p:cNvSpPr/>
              <p:nvPr/>
            </p:nvSpPr>
            <p:spPr>
              <a:xfrm>
                <a:off x="6849353" y="2692519"/>
                <a:ext cx="48913" cy="48916"/>
              </a:xfrm>
              <a:custGeom>
                <a:rect b="b" l="l" r="r" t="t"/>
                <a:pathLst>
                  <a:path extrusionOk="0" h="963" w="963">
                    <a:moveTo>
                      <a:pt x="0" y="1"/>
                    </a:moveTo>
                    <a:lnTo>
                      <a:pt x="0"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36"/>
              <p:cNvSpPr/>
              <p:nvPr/>
            </p:nvSpPr>
            <p:spPr>
              <a:xfrm>
                <a:off x="6849353" y="2741382"/>
                <a:ext cx="48913" cy="48357"/>
              </a:xfrm>
              <a:custGeom>
                <a:rect b="b" l="l" r="r" t="t"/>
                <a:pathLst>
                  <a:path extrusionOk="0" h="952" w="963">
                    <a:moveTo>
                      <a:pt x="0" y="1"/>
                    </a:moveTo>
                    <a:lnTo>
                      <a:pt x="0" y="952"/>
                    </a:lnTo>
                    <a:lnTo>
                      <a:pt x="963" y="952"/>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36"/>
              <p:cNvSpPr/>
              <p:nvPr/>
            </p:nvSpPr>
            <p:spPr>
              <a:xfrm>
                <a:off x="6800489" y="2789687"/>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36"/>
              <p:cNvSpPr/>
              <p:nvPr/>
            </p:nvSpPr>
            <p:spPr>
              <a:xfrm>
                <a:off x="6800489" y="2838551"/>
                <a:ext cx="48913" cy="48306"/>
              </a:xfrm>
              <a:custGeom>
                <a:rect b="b" l="l" r="r" t="t"/>
                <a:pathLst>
                  <a:path extrusionOk="0" h="951" w="963">
                    <a:moveTo>
                      <a:pt x="0" y="1"/>
                    </a:moveTo>
                    <a:lnTo>
                      <a:pt x="0" y="950"/>
                    </a:lnTo>
                    <a:lnTo>
                      <a:pt x="962" y="950"/>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36"/>
              <p:cNvSpPr/>
              <p:nvPr/>
            </p:nvSpPr>
            <p:spPr>
              <a:xfrm>
                <a:off x="6800489" y="2886805"/>
                <a:ext cx="48913" cy="48306"/>
              </a:xfrm>
              <a:custGeom>
                <a:rect b="b" l="l" r="r" t="t"/>
                <a:pathLst>
                  <a:path extrusionOk="0" h="951"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36"/>
              <p:cNvSpPr/>
              <p:nvPr/>
            </p:nvSpPr>
            <p:spPr>
              <a:xfrm>
                <a:off x="6800489" y="2935110"/>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36"/>
              <p:cNvSpPr/>
              <p:nvPr/>
            </p:nvSpPr>
            <p:spPr>
              <a:xfrm>
                <a:off x="6849353" y="2935110"/>
                <a:ext cx="48913" cy="48916"/>
              </a:xfrm>
              <a:custGeom>
                <a:rect b="b" l="l" r="r" t="t"/>
                <a:pathLst>
                  <a:path extrusionOk="0" h="963" w="963">
                    <a:moveTo>
                      <a:pt x="0" y="0"/>
                    </a:moveTo>
                    <a:lnTo>
                      <a:pt x="0"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36"/>
              <p:cNvSpPr/>
              <p:nvPr/>
            </p:nvSpPr>
            <p:spPr>
              <a:xfrm>
                <a:off x="6849353" y="2862373"/>
                <a:ext cx="48913" cy="48916"/>
              </a:xfrm>
              <a:custGeom>
                <a:rect b="b" l="l" r="r" t="t"/>
                <a:pathLst>
                  <a:path extrusionOk="0" h="963" w="963">
                    <a:moveTo>
                      <a:pt x="0" y="0"/>
                    </a:moveTo>
                    <a:lnTo>
                      <a:pt x="0"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36"/>
              <p:cNvSpPr/>
              <p:nvPr/>
            </p:nvSpPr>
            <p:spPr>
              <a:xfrm>
                <a:off x="6800489" y="2983974"/>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36"/>
              <p:cNvSpPr/>
              <p:nvPr/>
            </p:nvSpPr>
            <p:spPr>
              <a:xfrm>
                <a:off x="6849353" y="3032177"/>
                <a:ext cx="48913" cy="48916"/>
              </a:xfrm>
              <a:custGeom>
                <a:rect b="b" l="l" r="r" t="t"/>
                <a:pathLst>
                  <a:path extrusionOk="0" h="963" w="963">
                    <a:moveTo>
                      <a:pt x="0" y="1"/>
                    </a:moveTo>
                    <a:lnTo>
                      <a:pt x="0"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36"/>
              <p:cNvSpPr/>
              <p:nvPr/>
            </p:nvSpPr>
            <p:spPr>
              <a:xfrm>
                <a:off x="6849353" y="3081041"/>
                <a:ext cx="48913" cy="48357"/>
              </a:xfrm>
              <a:custGeom>
                <a:rect b="b" l="l" r="r" t="t"/>
                <a:pathLst>
                  <a:path extrusionOk="0" h="952" w="963">
                    <a:moveTo>
                      <a:pt x="0" y="1"/>
                    </a:moveTo>
                    <a:lnTo>
                      <a:pt x="0" y="952"/>
                    </a:lnTo>
                    <a:lnTo>
                      <a:pt x="963" y="952"/>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36"/>
              <p:cNvSpPr/>
              <p:nvPr/>
            </p:nvSpPr>
            <p:spPr>
              <a:xfrm>
                <a:off x="6849353" y="3129345"/>
                <a:ext cx="48913" cy="48916"/>
              </a:xfrm>
              <a:custGeom>
                <a:rect b="b" l="l" r="r" t="t"/>
                <a:pathLst>
                  <a:path extrusionOk="0" h="963" w="963">
                    <a:moveTo>
                      <a:pt x="0" y="1"/>
                    </a:moveTo>
                    <a:lnTo>
                      <a:pt x="0"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36"/>
              <p:cNvSpPr/>
              <p:nvPr/>
            </p:nvSpPr>
            <p:spPr>
              <a:xfrm>
                <a:off x="6849353" y="3178209"/>
                <a:ext cx="48913" cy="48306"/>
              </a:xfrm>
              <a:custGeom>
                <a:rect b="b" l="l" r="r" t="t"/>
                <a:pathLst>
                  <a:path extrusionOk="0" h="951" w="963">
                    <a:moveTo>
                      <a:pt x="0" y="1"/>
                    </a:moveTo>
                    <a:lnTo>
                      <a:pt x="0"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36"/>
              <p:cNvSpPr/>
              <p:nvPr/>
            </p:nvSpPr>
            <p:spPr>
              <a:xfrm>
                <a:off x="6849353" y="3226463"/>
                <a:ext cx="48913" cy="48916"/>
              </a:xfrm>
              <a:custGeom>
                <a:rect b="b" l="l" r="r" t="t"/>
                <a:pathLst>
                  <a:path extrusionOk="0" h="963" w="963">
                    <a:moveTo>
                      <a:pt x="0" y="0"/>
                    </a:moveTo>
                    <a:lnTo>
                      <a:pt x="0" y="963"/>
                    </a:lnTo>
                    <a:lnTo>
                      <a:pt x="963" y="963"/>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36"/>
              <p:cNvSpPr/>
              <p:nvPr/>
            </p:nvSpPr>
            <p:spPr>
              <a:xfrm>
                <a:off x="6898217" y="3275327"/>
                <a:ext cx="48913" cy="48357"/>
              </a:xfrm>
              <a:custGeom>
                <a:rect b="b" l="l" r="r" t="t"/>
                <a:pathLst>
                  <a:path extrusionOk="0" h="952" w="963">
                    <a:moveTo>
                      <a:pt x="1" y="1"/>
                    </a:moveTo>
                    <a:lnTo>
                      <a:pt x="1" y="951"/>
                    </a:lnTo>
                    <a:lnTo>
                      <a:pt x="963" y="951"/>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36"/>
              <p:cNvSpPr/>
              <p:nvPr/>
            </p:nvSpPr>
            <p:spPr>
              <a:xfrm>
                <a:off x="6857277" y="332363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36"/>
              <p:cNvSpPr/>
              <p:nvPr/>
            </p:nvSpPr>
            <p:spPr>
              <a:xfrm>
                <a:off x="6857277" y="3372495"/>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36"/>
              <p:cNvSpPr/>
              <p:nvPr/>
            </p:nvSpPr>
            <p:spPr>
              <a:xfrm>
                <a:off x="6906140" y="3372495"/>
                <a:ext cx="48913" cy="48255"/>
              </a:xfrm>
              <a:custGeom>
                <a:rect b="b" l="l" r="r" t="t"/>
                <a:pathLst>
                  <a:path extrusionOk="0" h="950" w="963">
                    <a:moveTo>
                      <a:pt x="0" y="0"/>
                    </a:moveTo>
                    <a:lnTo>
                      <a:pt x="0"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36"/>
              <p:cNvSpPr/>
              <p:nvPr/>
            </p:nvSpPr>
            <p:spPr>
              <a:xfrm>
                <a:off x="6955004" y="3372495"/>
                <a:ext cx="48913" cy="48255"/>
              </a:xfrm>
              <a:custGeom>
                <a:rect b="b" l="l" r="r" t="t"/>
                <a:pathLst>
                  <a:path extrusionOk="0" h="950" w="963">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36"/>
              <p:cNvSpPr/>
              <p:nvPr/>
            </p:nvSpPr>
            <p:spPr>
              <a:xfrm>
                <a:off x="7003868" y="3372495"/>
                <a:ext cx="48913" cy="48255"/>
              </a:xfrm>
              <a:custGeom>
                <a:rect b="b" l="l" r="r" t="t"/>
                <a:pathLst>
                  <a:path extrusionOk="0" h="950" w="963">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36"/>
              <p:cNvSpPr/>
              <p:nvPr/>
            </p:nvSpPr>
            <p:spPr>
              <a:xfrm>
                <a:off x="7052732" y="3372495"/>
                <a:ext cx="48964" cy="48255"/>
              </a:xfrm>
              <a:custGeom>
                <a:rect b="b" l="l" r="r" t="t"/>
                <a:pathLst>
                  <a:path extrusionOk="0" h="950" w="964">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36"/>
              <p:cNvSpPr/>
              <p:nvPr/>
            </p:nvSpPr>
            <p:spPr>
              <a:xfrm>
                <a:off x="7003868" y="3323632"/>
                <a:ext cx="48913" cy="48916"/>
              </a:xfrm>
              <a:custGeom>
                <a:rect b="b" l="l" r="r" t="t"/>
                <a:pathLst>
                  <a:path extrusionOk="0" h="963" w="963">
                    <a:moveTo>
                      <a:pt x="1" y="0"/>
                    </a:moveTo>
                    <a:lnTo>
                      <a:pt x="1"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36"/>
              <p:cNvSpPr/>
              <p:nvPr/>
            </p:nvSpPr>
            <p:spPr>
              <a:xfrm>
                <a:off x="7052732" y="3323632"/>
                <a:ext cx="48964" cy="48916"/>
              </a:xfrm>
              <a:custGeom>
                <a:rect b="b" l="l" r="r" t="t"/>
                <a:pathLst>
                  <a:path extrusionOk="0" h="963" w="964">
                    <a:moveTo>
                      <a:pt x="1" y="0"/>
                    </a:moveTo>
                    <a:lnTo>
                      <a:pt x="1"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36"/>
              <p:cNvSpPr/>
              <p:nvPr/>
            </p:nvSpPr>
            <p:spPr>
              <a:xfrm>
                <a:off x="7003868" y="3202031"/>
                <a:ext cx="48913" cy="48916"/>
              </a:xfrm>
              <a:custGeom>
                <a:rect b="b" l="l" r="r" t="t"/>
                <a:pathLst>
                  <a:path extrusionOk="0" h="963" w="963">
                    <a:moveTo>
                      <a:pt x="1" y="0"/>
                    </a:moveTo>
                    <a:lnTo>
                      <a:pt x="1"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36"/>
              <p:cNvSpPr/>
              <p:nvPr/>
            </p:nvSpPr>
            <p:spPr>
              <a:xfrm>
                <a:off x="6955004" y="3153777"/>
                <a:ext cx="48913" cy="48306"/>
              </a:xfrm>
              <a:custGeom>
                <a:rect b="b" l="l" r="r" t="t"/>
                <a:pathLst>
                  <a:path extrusionOk="0" h="951" w="963">
                    <a:moveTo>
                      <a:pt x="1" y="1"/>
                    </a:moveTo>
                    <a:lnTo>
                      <a:pt x="1"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36"/>
              <p:cNvSpPr/>
              <p:nvPr/>
            </p:nvSpPr>
            <p:spPr>
              <a:xfrm>
                <a:off x="7101647" y="3153777"/>
                <a:ext cx="48304" cy="48306"/>
              </a:xfrm>
              <a:custGeom>
                <a:rect b="b" l="l" r="r" t="t"/>
                <a:pathLst>
                  <a:path extrusionOk="0" h="951" w="951">
                    <a:moveTo>
                      <a:pt x="0" y="1"/>
                    </a:moveTo>
                    <a:lnTo>
                      <a:pt x="0" y="950"/>
                    </a:lnTo>
                    <a:lnTo>
                      <a:pt x="951" y="950"/>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36"/>
              <p:cNvSpPr/>
              <p:nvPr/>
            </p:nvSpPr>
            <p:spPr>
              <a:xfrm>
                <a:off x="7101647" y="3104914"/>
                <a:ext cx="48304" cy="48916"/>
              </a:xfrm>
              <a:custGeom>
                <a:rect b="b" l="l" r="r" t="t"/>
                <a:pathLst>
                  <a:path extrusionOk="0" h="963" w="951">
                    <a:moveTo>
                      <a:pt x="0" y="0"/>
                    </a:moveTo>
                    <a:lnTo>
                      <a:pt x="0" y="963"/>
                    </a:lnTo>
                    <a:lnTo>
                      <a:pt x="951" y="963"/>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36"/>
              <p:cNvSpPr/>
              <p:nvPr/>
            </p:nvSpPr>
            <p:spPr>
              <a:xfrm>
                <a:off x="7052732" y="3056609"/>
                <a:ext cx="48964" cy="48357"/>
              </a:xfrm>
              <a:custGeom>
                <a:rect b="b" l="l" r="r" t="t"/>
                <a:pathLst>
                  <a:path extrusionOk="0" h="952" w="964">
                    <a:moveTo>
                      <a:pt x="1" y="1"/>
                    </a:moveTo>
                    <a:lnTo>
                      <a:pt x="1" y="951"/>
                    </a:lnTo>
                    <a:lnTo>
                      <a:pt x="963" y="951"/>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36"/>
              <p:cNvSpPr/>
              <p:nvPr/>
            </p:nvSpPr>
            <p:spPr>
              <a:xfrm>
                <a:off x="6898217" y="3032177"/>
                <a:ext cx="48913" cy="48916"/>
              </a:xfrm>
              <a:custGeom>
                <a:rect b="b" l="l" r="r" t="t"/>
                <a:pathLst>
                  <a:path extrusionOk="0" h="963" w="963">
                    <a:moveTo>
                      <a:pt x="1" y="1"/>
                    </a:moveTo>
                    <a:lnTo>
                      <a:pt x="1"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36"/>
              <p:cNvSpPr/>
              <p:nvPr/>
            </p:nvSpPr>
            <p:spPr>
              <a:xfrm>
                <a:off x="6947080" y="3032177"/>
                <a:ext cx="48913" cy="48916"/>
              </a:xfrm>
              <a:custGeom>
                <a:rect b="b" l="l" r="r" t="t"/>
                <a:pathLst>
                  <a:path extrusionOk="0" h="963" w="963">
                    <a:moveTo>
                      <a:pt x="1" y="1"/>
                    </a:moveTo>
                    <a:lnTo>
                      <a:pt x="1"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36"/>
              <p:cNvSpPr/>
              <p:nvPr/>
            </p:nvSpPr>
            <p:spPr>
              <a:xfrm>
                <a:off x="7052732" y="3202031"/>
                <a:ext cx="48964" cy="48916"/>
              </a:xfrm>
              <a:custGeom>
                <a:rect b="b" l="l" r="r" t="t"/>
                <a:pathLst>
                  <a:path extrusionOk="0" h="963" w="964">
                    <a:moveTo>
                      <a:pt x="1" y="0"/>
                    </a:moveTo>
                    <a:lnTo>
                      <a:pt x="1"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36"/>
              <p:cNvSpPr/>
              <p:nvPr/>
            </p:nvSpPr>
            <p:spPr>
              <a:xfrm>
                <a:off x="7101647" y="3372495"/>
                <a:ext cx="48304" cy="48255"/>
              </a:xfrm>
              <a:custGeom>
                <a:rect b="b" l="l" r="r" t="t"/>
                <a:pathLst>
                  <a:path extrusionOk="0" h="950" w="951">
                    <a:moveTo>
                      <a:pt x="0" y="0"/>
                    </a:moveTo>
                    <a:lnTo>
                      <a:pt x="0" y="950"/>
                    </a:lnTo>
                    <a:lnTo>
                      <a:pt x="951" y="950"/>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36"/>
              <p:cNvSpPr/>
              <p:nvPr/>
            </p:nvSpPr>
            <p:spPr>
              <a:xfrm>
                <a:off x="7149901" y="3372495"/>
                <a:ext cx="48913" cy="48255"/>
              </a:xfrm>
              <a:custGeom>
                <a:rect b="b" l="l" r="r" t="t"/>
                <a:pathLst>
                  <a:path extrusionOk="0" h="950" w="963">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36"/>
              <p:cNvSpPr/>
              <p:nvPr/>
            </p:nvSpPr>
            <p:spPr>
              <a:xfrm>
                <a:off x="7198765" y="3372495"/>
                <a:ext cx="48913" cy="48255"/>
              </a:xfrm>
              <a:custGeom>
                <a:rect b="b" l="l" r="r" t="t"/>
                <a:pathLst>
                  <a:path extrusionOk="0" h="950" w="963">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36"/>
              <p:cNvSpPr/>
              <p:nvPr/>
            </p:nvSpPr>
            <p:spPr>
              <a:xfrm>
                <a:off x="6898217" y="3226463"/>
                <a:ext cx="48913" cy="48916"/>
              </a:xfrm>
              <a:custGeom>
                <a:rect b="b" l="l" r="r" t="t"/>
                <a:pathLst>
                  <a:path extrusionOk="0" h="963" w="963">
                    <a:moveTo>
                      <a:pt x="1" y="0"/>
                    </a:moveTo>
                    <a:lnTo>
                      <a:pt x="1" y="963"/>
                    </a:lnTo>
                    <a:lnTo>
                      <a:pt x="963" y="963"/>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36"/>
              <p:cNvSpPr/>
              <p:nvPr/>
            </p:nvSpPr>
            <p:spPr>
              <a:xfrm>
                <a:off x="6898217" y="2644315"/>
                <a:ext cx="48913" cy="48255"/>
              </a:xfrm>
              <a:custGeom>
                <a:rect b="b" l="l" r="r" t="t"/>
                <a:pathLst>
                  <a:path extrusionOk="0" h="950" w="963">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36"/>
              <p:cNvSpPr/>
              <p:nvPr/>
            </p:nvSpPr>
            <p:spPr>
              <a:xfrm>
                <a:off x="6947080" y="2595452"/>
                <a:ext cx="48913" cy="48916"/>
              </a:xfrm>
              <a:custGeom>
                <a:rect b="b" l="l" r="r" t="t"/>
                <a:pathLst>
                  <a:path extrusionOk="0" h="963" w="963">
                    <a:moveTo>
                      <a:pt x="1" y="0"/>
                    </a:moveTo>
                    <a:lnTo>
                      <a:pt x="1"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36"/>
              <p:cNvSpPr/>
              <p:nvPr/>
            </p:nvSpPr>
            <p:spPr>
              <a:xfrm>
                <a:off x="6947080" y="2547147"/>
                <a:ext cx="48913" cy="48357"/>
              </a:xfrm>
              <a:custGeom>
                <a:rect b="b" l="l" r="r" t="t"/>
                <a:pathLst>
                  <a:path extrusionOk="0" h="952"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36"/>
              <p:cNvSpPr/>
              <p:nvPr/>
            </p:nvSpPr>
            <p:spPr>
              <a:xfrm>
                <a:off x="6898217" y="2498893"/>
                <a:ext cx="48913" cy="48306"/>
              </a:xfrm>
              <a:custGeom>
                <a:rect b="b" l="l" r="r" t="t"/>
                <a:pathLst>
                  <a:path extrusionOk="0" h="951" w="963">
                    <a:moveTo>
                      <a:pt x="1" y="1"/>
                    </a:moveTo>
                    <a:lnTo>
                      <a:pt x="1"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36"/>
              <p:cNvSpPr/>
              <p:nvPr/>
            </p:nvSpPr>
            <p:spPr>
              <a:xfrm>
                <a:off x="6849353" y="2498893"/>
                <a:ext cx="48913" cy="48306"/>
              </a:xfrm>
              <a:custGeom>
                <a:rect b="b" l="l" r="r" t="t"/>
                <a:pathLst>
                  <a:path extrusionOk="0" h="951" w="963">
                    <a:moveTo>
                      <a:pt x="0" y="1"/>
                    </a:moveTo>
                    <a:lnTo>
                      <a:pt x="0"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36"/>
              <p:cNvSpPr/>
              <p:nvPr/>
            </p:nvSpPr>
            <p:spPr>
              <a:xfrm>
                <a:off x="6751625" y="259545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36"/>
              <p:cNvSpPr/>
              <p:nvPr/>
            </p:nvSpPr>
            <p:spPr>
              <a:xfrm>
                <a:off x="6751625" y="2547147"/>
                <a:ext cx="48913" cy="48357"/>
              </a:xfrm>
              <a:custGeom>
                <a:rect b="b" l="l" r="r" t="t"/>
                <a:pathLst>
                  <a:path extrusionOk="0" h="952"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36"/>
              <p:cNvSpPr/>
              <p:nvPr/>
            </p:nvSpPr>
            <p:spPr>
              <a:xfrm>
                <a:off x="6800489" y="2450029"/>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36"/>
              <p:cNvSpPr/>
              <p:nvPr/>
            </p:nvSpPr>
            <p:spPr>
              <a:xfrm>
                <a:off x="6849353" y="2401775"/>
                <a:ext cx="48913" cy="48306"/>
              </a:xfrm>
              <a:custGeom>
                <a:rect b="b" l="l" r="r" t="t"/>
                <a:pathLst>
                  <a:path extrusionOk="0" h="951" w="963">
                    <a:moveTo>
                      <a:pt x="0" y="0"/>
                    </a:moveTo>
                    <a:lnTo>
                      <a:pt x="0"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36"/>
              <p:cNvSpPr/>
              <p:nvPr/>
            </p:nvSpPr>
            <p:spPr>
              <a:xfrm>
                <a:off x="6898217" y="2401775"/>
                <a:ext cx="48913" cy="48306"/>
              </a:xfrm>
              <a:custGeom>
                <a:rect b="b" l="l" r="r" t="t"/>
                <a:pathLst>
                  <a:path extrusionOk="0" h="951"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36"/>
              <p:cNvSpPr/>
              <p:nvPr/>
            </p:nvSpPr>
            <p:spPr>
              <a:xfrm>
                <a:off x="6947080" y="2401775"/>
                <a:ext cx="48913" cy="48306"/>
              </a:xfrm>
              <a:custGeom>
                <a:rect b="b" l="l" r="r" t="t"/>
                <a:pathLst>
                  <a:path extrusionOk="0" h="951"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36"/>
              <p:cNvSpPr/>
              <p:nvPr/>
            </p:nvSpPr>
            <p:spPr>
              <a:xfrm>
                <a:off x="6995944" y="2401775"/>
                <a:ext cx="48304" cy="48306"/>
              </a:xfrm>
              <a:custGeom>
                <a:rect b="b" l="l" r="r" t="t"/>
                <a:pathLst>
                  <a:path extrusionOk="0" h="951" w="951">
                    <a:moveTo>
                      <a:pt x="1" y="0"/>
                    </a:moveTo>
                    <a:lnTo>
                      <a:pt x="1" y="951"/>
                    </a:lnTo>
                    <a:lnTo>
                      <a:pt x="951" y="951"/>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36"/>
              <p:cNvSpPr/>
              <p:nvPr/>
            </p:nvSpPr>
            <p:spPr>
              <a:xfrm>
                <a:off x="6995944" y="2450029"/>
                <a:ext cx="48304" cy="48916"/>
              </a:xfrm>
              <a:custGeom>
                <a:rect b="b" l="l" r="r" t="t"/>
                <a:pathLst>
                  <a:path extrusionOk="0" h="963" w="951">
                    <a:moveTo>
                      <a:pt x="1" y="1"/>
                    </a:moveTo>
                    <a:lnTo>
                      <a:pt x="1" y="963"/>
                    </a:lnTo>
                    <a:lnTo>
                      <a:pt x="951" y="963"/>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36"/>
              <p:cNvSpPr/>
              <p:nvPr/>
            </p:nvSpPr>
            <p:spPr>
              <a:xfrm>
                <a:off x="7044199" y="2450029"/>
                <a:ext cx="48913" cy="48916"/>
              </a:xfrm>
              <a:custGeom>
                <a:rect b="b" l="l" r="r" t="t"/>
                <a:pathLst>
                  <a:path extrusionOk="0" h="963" w="963">
                    <a:moveTo>
                      <a:pt x="1" y="1"/>
                    </a:moveTo>
                    <a:lnTo>
                      <a:pt x="1"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36"/>
              <p:cNvSpPr/>
              <p:nvPr/>
            </p:nvSpPr>
            <p:spPr>
              <a:xfrm>
                <a:off x="7044199" y="2498893"/>
                <a:ext cx="48913" cy="48306"/>
              </a:xfrm>
              <a:custGeom>
                <a:rect b="b" l="l" r="r" t="t"/>
                <a:pathLst>
                  <a:path extrusionOk="0" h="951" w="963">
                    <a:moveTo>
                      <a:pt x="1" y="1"/>
                    </a:moveTo>
                    <a:lnTo>
                      <a:pt x="1"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36"/>
              <p:cNvSpPr/>
              <p:nvPr/>
            </p:nvSpPr>
            <p:spPr>
              <a:xfrm>
                <a:off x="7044199" y="2547147"/>
                <a:ext cx="48913" cy="48357"/>
              </a:xfrm>
              <a:custGeom>
                <a:rect b="b" l="l" r="r" t="t"/>
                <a:pathLst>
                  <a:path extrusionOk="0" h="952"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36"/>
              <p:cNvSpPr/>
              <p:nvPr/>
            </p:nvSpPr>
            <p:spPr>
              <a:xfrm>
                <a:off x="7093062" y="2547147"/>
                <a:ext cx="48913" cy="48357"/>
              </a:xfrm>
              <a:custGeom>
                <a:rect b="b" l="l" r="r" t="t"/>
                <a:pathLst>
                  <a:path extrusionOk="0" h="952" w="963">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36"/>
              <p:cNvSpPr/>
              <p:nvPr/>
            </p:nvSpPr>
            <p:spPr>
              <a:xfrm>
                <a:off x="7093062" y="2741382"/>
                <a:ext cx="48913" cy="48357"/>
              </a:xfrm>
              <a:custGeom>
                <a:rect b="b" l="l" r="r" t="t"/>
                <a:pathLst>
                  <a:path extrusionOk="0" h="952" w="963">
                    <a:moveTo>
                      <a:pt x="1" y="1"/>
                    </a:moveTo>
                    <a:lnTo>
                      <a:pt x="1" y="952"/>
                    </a:lnTo>
                    <a:lnTo>
                      <a:pt x="963" y="952"/>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36"/>
              <p:cNvSpPr/>
              <p:nvPr/>
            </p:nvSpPr>
            <p:spPr>
              <a:xfrm>
                <a:off x="7047856" y="2692519"/>
                <a:ext cx="48354" cy="48916"/>
              </a:xfrm>
              <a:custGeom>
                <a:rect b="b" l="l" r="r" t="t"/>
                <a:pathLst>
                  <a:path extrusionOk="0" h="963" w="952">
                    <a:moveTo>
                      <a:pt x="1" y="1"/>
                    </a:moveTo>
                    <a:lnTo>
                      <a:pt x="1" y="963"/>
                    </a:lnTo>
                    <a:lnTo>
                      <a:pt x="951" y="963"/>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36"/>
              <p:cNvSpPr/>
              <p:nvPr/>
            </p:nvSpPr>
            <p:spPr>
              <a:xfrm>
                <a:off x="7072288" y="2644315"/>
                <a:ext cx="48354" cy="48255"/>
              </a:xfrm>
              <a:custGeom>
                <a:rect b="b" l="l" r="r" t="t"/>
                <a:pathLst>
                  <a:path extrusionOk="0" h="950" w="952">
                    <a:moveTo>
                      <a:pt x="1" y="0"/>
                    </a:moveTo>
                    <a:lnTo>
                      <a:pt x="1" y="950"/>
                    </a:lnTo>
                    <a:lnTo>
                      <a:pt x="951" y="950"/>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36"/>
              <p:cNvSpPr/>
              <p:nvPr/>
            </p:nvSpPr>
            <p:spPr>
              <a:xfrm>
                <a:off x="7096161" y="259545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36"/>
              <p:cNvSpPr/>
              <p:nvPr/>
            </p:nvSpPr>
            <p:spPr>
              <a:xfrm>
                <a:off x="7120593" y="2547147"/>
                <a:ext cx="48913" cy="48357"/>
              </a:xfrm>
              <a:custGeom>
                <a:rect b="b" l="l" r="r" t="t"/>
                <a:pathLst>
                  <a:path extrusionOk="0" h="952" w="963">
                    <a:moveTo>
                      <a:pt x="0" y="0"/>
                    </a:moveTo>
                    <a:lnTo>
                      <a:pt x="0"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36"/>
              <p:cNvSpPr/>
              <p:nvPr/>
            </p:nvSpPr>
            <p:spPr>
              <a:xfrm>
                <a:off x="7145025" y="2498893"/>
                <a:ext cx="48913" cy="48306"/>
              </a:xfrm>
              <a:custGeom>
                <a:rect b="b" l="l" r="r" t="t"/>
                <a:pathLst>
                  <a:path extrusionOk="0" h="951" w="963">
                    <a:moveTo>
                      <a:pt x="0" y="1"/>
                    </a:moveTo>
                    <a:lnTo>
                      <a:pt x="0"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36"/>
              <p:cNvSpPr/>
              <p:nvPr/>
            </p:nvSpPr>
            <p:spPr>
              <a:xfrm>
                <a:off x="7166358" y="2450029"/>
                <a:ext cx="48964" cy="48916"/>
              </a:xfrm>
              <a:custGeom>
                <a:rect b="b" l="l" r="r" t="t"/>
                <a:pathLst>
                  <a:path extrusionOk="0" h="963" w="964">
                    <a:moveTo>
                      <a:pt x="1" y="1"/>
                    </a:moveTo>
                    <a:lnTo>
                      <a:pt x="1"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36"/>
              <p:cNvSpPr/>
              <p:nvPr/>
            </p:nvSpPr>
            <p:spPr>
              <a:xfrm>
                <a:off x="7190790" y="2401775"/>
                <a:ext cx="48964" cy="48306"/>
              </a:xfrm>
              <a:custGeom>
                <a:rect b="b" l="l" r="r" t="t"/>
                <a:pathLst>
                  <a:path extrusionOk="0" h="951" w="964">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36"/>
              <p:cNvSpPr/>
              <p:nvPr/>
            </p:nvSpPr>
            <p:spPr>
              <a:xfrm>
                <a:off x="7141926" y="2741382"/>
                <a:ext cx="48913" cy="48357"/>
              </a:xfrm>
              <a:custGeom>
                <a:rect b="b" l="l" r="r" t="t"/>
                <a:pathLst>
                  <a:path extrusionOk="0" h="952" w="963">
                    <a:moveTo>
                      <a:pt x="1" y="1"/>
                    </a:moveTo>
                    <a:lnTo>
                      <a:pt x="1" y="952"/>
                    </a:lnTo>
                    <a:lnTo>
                      <a:pt x="963" y="952"/>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36"/>
              <p:cNvSpPr/>
              <p:nvPr/>
            </p:nvSpPr>
            <p:spPr>
              <a:xfrm>
                <a:off x="7190790" y="2741382"/>
                <a:ext cx="48964" cy="48357"/>
              </a:xfrm>
              <a:custGeom>
                <a:rect b="b" l="l" r="r" t="t"/>
                <a:pathLst>
                  <a:path extrusionOk="0" h="952" w="964">
                    <a:moveTo>
                      <a:pt x="1" y="1"/>
                    </a:moveTo>
                    <a:lnTo>
                      <a:pt x="1" y="952"/>
                    </a:lnTo>
                    <a:lnTo>
                      <a:pt x="963" y="952"/>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36"/>
              <p:cNvSpPr/>
              <p:nvPr/>
            </p:nvSpPr>
            <p:spPr>
              <a:xfrm>
                <a:off x="7296543" y="2547147"/>
                <a:ext cx="48913" cy="48357"/>
              </a:xfrm>
              <a:custGeom>
                <a:rect b="b" l="l" r="r" t="t"/>
                <a:pathLst>
                  <a:path extrusionOk="0" h="952"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36"/>
              <p:cNvSpPr/>
              <p:nvPr/>
            </p:nvSpPr>
            <p:spPr>
              <a:xfrm>
                <a:off x="7382639" y="2692519"/>
                <a:ext cx="48913" cy="48916"/>
              </a:xfrm>
              <a:custGeom>
                <a:rect b="b" l="l" r="r" t="t"/>
                <a:pathLst>
                  <a:path extrusionOk="0" h="963" w="963">
                    <a:moveTo>
                      <a:pt x="0" y="1"/>
                    </a:moveTo>
                    <a:lnTo>
                      <a:pt x="0"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36"/>
              <p:cNvSpPr/>
              <p:nvPr/>
            </p:nvSpPr>
            <p:spPr>
              <a:xfrm>
                <a:off x="7358207" y="2644315"/>
                <a:ext cx="48913" cy="48255"/>
              </a:xfrm>
              <a:custGeom>
                <a:rect b="b" l="l" r="r" t="t"/>
                <a:pathLst>
                  <a:path extrusionOk="0" h="950" w="963">
                    <a:moveTo>
                      <a:pt x="0" y="0"/>
                    </a:moveTo>
                    <a:lnTo>
                      <a:pt x="0"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36"/>
              <p:cNvSpPr/>
              <p:nvPr/>
            </p:nvSpPr>
            <p:spPr>
              <a:xfrm>
                <a:off x="7333775" y="259545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36"/>
              <p:cNvSpPr/>
              <p:nvPr/>
            </p:nvSpPr>
            <p:spPr>
              <a:xfrm>
                <a:off x="7284912" y="2498893"/>
                <a:ext cx="48913" cy="48306"/>
              </a:xfrm>
              <a:custGeom>
                <a:rect b="b" l="l" r="r" t="t"/>
                <a:pathLst>
                  <a:path extrusionOk="0" h="951" w="963">
                    <a:moveTo>
                      <a:pt x="0" y="1"/>
                    </a:moveTo>
                    <a:lnTo>
                      <a:pt x="0" y="950"/>
                    </a:lnTo>
                    <a:lnTo>
                      <a:pt x="962" y="950"/>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36"/>
              <p:cNvSpPr/>
              <p:nvPr/>
            </p:nvSpPr>
            <p:spPr>
              <a:xfrm>
                <a:off x="7264137" y="2450029"/>
                <a:ext cx="48304" cy="48916"/>
              </a:xfrm>
              <a:custGeom>
                <a:rect b="b" l="l" r="r" t="t"/>
                <a:pathLst>
                  <a:path extrusionOk="0" h="963" w="951">
                    <a:moveTo>
                      <a:pt x="0" y="1"/>
                    </a:moveTo>
                    <a:lnTo>
                      <a:pt x="0" y="963"/>
                    </a:lnTo>
                    <a:lnTo>
                      <a:pt x="951" y="963"/>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36"/>
              <p:cNvSpPr/>
              <p:nvPr/>
            </p:nvSpPr>
            <p:spPr>
              <a:xfrm>
                <a:off x="7239705" y="2401775"/>
                <a:ext cx="48304" cy="48306"/>
              </a:xfrm>
              <a:custGeom>
                <a:rect b="b" l="l" r="r" t="t"/>
                <a:pathLst>
                  <a:path extrusionOk="0" h="951" w="951">
                    <a:moveTo>
                      <a:pt x="0" y="0"/>
                    </a:moveTo>
                    <a:lnTo>
                      <a:pt x="0" y="951"/>
                    </a:lnTo>
                    <a:lnTo>
                      <a:pt x="951" y="951"/>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36"/>
              <p:cNvSpPr/>
              <p:nvPr/>
            </p:nvSpPr>
            <p:spPr>
              <a:xfrm>
                <a:off x="7336823" y="2741382"/>
                <a:ext cx="48964" cy="48357"/>
              </a:xfrm>
              <a:custGeom>
                <a:rect b="b" l="l" r="r" t="t"/>
                <a:pathLst>
                  <a:path extrusionOk="0" h="952" w="964">
                    <a:moveTo>
                      <a:pt x="1" y="1"/>
                    </a:moveTo>
                    <a:lnTo>
                      <a:pt x="1" y="952"/>
                    </a:lnTo>
                    <a:lnTo>
                      <a:pt x="963" y="952"/>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36"/>
              <p:cNvSpPr/>
              <p:nvPr/>
            </p:nvSpPr>
            <p:spPr>
              <a:xfrm>
                <a:off x="7239705" y="2741382"/>
                <a:ext cx="79442" cy="48357"/>
              </a:xfrm>
              <a:custGeom>
                <a:rect b="b" l="l" r="r" t="t"/>
                <a:pathLst>
                  <a:path extrusionOk="0" h="952" w="951">
                    <a:moveTo>
                      <a:pt x="0" y="1"/>
                    </a:moveTo>
                    <a:lnTo>
                      <a:pt x="0" y="952"/>
                    </a:lnTo>
                    <a:lnTo>
                      <a:pt x="951" y="952"/>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36"/>
              <p:cNvSpPr/>
              <p:nvPr/>
            </p:nvSpPr>
            <p:spPr>
              <a:xfrm>
                <a:off x="6751625" y="2498893"/>
                <a:ext cx="48913" cy="48306"/>
              </a:xfrm>
              <a:custGeom>
                <a:rect b="b" l="l" r="r" t="t"/>
                <a:pathLst>
                  <a:path extrusionOk="0" h="951" w="963">
                    <a:moveTo>
                      <a:pt x="0" y="1"/>
                    </a:moveTo>
                    <a:lnTo>
                      <a:pt x="0" y="950"/>
                    </a:lnTo>
                    <a:lnTo>
                      <a:pt x="962" y="950"/>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36"/>
              <p:cNvSpPr/>
              <p:nvPr/>
            </p:nvSpPr>
            <p:spPr>
              <a:xfrm>
                <a:off x="7678311" y="2644315"/>
                <a:ext cx="48913" cy="48255"/>
              </a:xfrm>
              <a:custGeom>
                <a:rect b="b" l="l" r="r" t="t"/>
                <a:pathLst>
                  <a:path extrusionOk="0" h="950" w="963">
                    <a:moveTo>
                      <a:pt x="0" y="0"/>
                    </a:moveTo>
                    <a:lnTo>
                      <a:pt x="0"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36"/>
              <p:cNvSpPr/>
              <p:nvPr/>
            </p:nvSpPr>
            <p:spPr>
              <a:xfrm>
                <a:off x="7629447" y="2692519"/>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36"/>
              <p:cNvSpPr/>
              <p:nvPr/>
            </p:nvSpPr>
            <p:spPr>
              <a:xfrm>
                <a:off x="7581193" y="2692519"/>
                <a:ext cx="48304" cy="48916"/>
              </a:xfrm>
              <a:custGeom>
                <a:rect b="b" l="l" r="r" t="t"/>
                <a:pathLst>
                  <a:path extrusionOk="0" h="963" w="951">
                    <a:moveTo>
                      <a:pt x="1" y="1"/>
                    </a:moveTo>
                    <a:lnTo>
                      <a:pt x="1" y="963"/>
                    </a:lnTo>
                    <a:lnTo>
                      <a:pt x="950" y="963"/>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36"/>
              <p:cNvSpPr/>
              <p:nvPr/>
            </p:nvSpPr>
            <p:spPr>
              <a:xfrm>
                <a:off x="7581193" y="2741382"/>
                <a:ext cx="48304" cy="48357"/>
              </a:xfrm>
              <a:custGeom>
                <a:rect b="b" l="l" r="r" t="t"/>
                <a:pathLst>
                  <a:path extrusionOk="0" h="952" w="951">
                    <a:moveTo>
                      <a:pt x="1" y="1"/>
                    </a:moveTo>
                    <a:lnTo>
                      <a:pt x="1" y="952"/>
                    </a:lnTo>
                    <a:lnTo>
                      <a:pt x="950" y="952"/>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36"/>
              <p:cNvSpPr/>
              <p:nvPr/>
            </p:nvSpPr>
            <p:spPr>
              <a:xfrm>
                <a:off x="7629447" y="2789687"/>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36"/>
              <p:cNvSpPr/>
              <p:nvPr/>
            </p:nvSpPr>
            <p:spPr>
              <a:xfrm>
                <a:off x="7629447" y="2838551"/>
                <a:ext cx="48913" cy="48306"/>
              </a:xfrm>
              <a:custGeom>
                <a:rect b="b" l="l" r="r" t="t"/>
                <a:pathLst>
                  <a:path extrusionOk="0" h="951" w="963">
                    <a:moveTo>
                      <a:pt x="0" y="1"/>
                    </a:moveTo>
                    <a:lnTo>
                      <a:pt x="0" y="950"/>
                    </a:lnTo>
                    <a:lnTo>
                      <a:pt x="962" y="950"/>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36"/>
              <p:cNvSpPr/>
              <p:nvPr/>
            </p:nvSpPr>
            <p:spPr>
              <a:xfrm>
                <a:off x="7629447" y="2886805"/>
                <a:ext cx="48913" cy="48306"/>
              </a:xfrm>
              <a:custGeom>
                <a:rect b="b" l="l" r="r" t="t"/>
                <a:pathLst>
                  <a:path extrusionOk="0" h="951"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36"/>
              <p:cNvSpPr/>
              <p:nvPr/>
            </p:nvSpPr>
            <p:spPr>
              <a:xfrm>
                <a:off x="7629447" y="2935110"/>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36"/>
              <p:cNvSpPr/>
              <p:nvPr/>
            </p:nvSpPr>
            <p:spPr>
              <a:xfrm>
                <a:off x="7581193" y="2935110"/>
                <a:ext cx="48304" cy="48916"/>
              </a:xfrm>
              <a:custGeom>
                <a:rect b="b" l="l" r="r" t="t"/>
                <a:pathLst>
                  <a:path extrusionOk="0" h="963" w="951">
                    <a:moveTo>
                      <a:pt x="1" y="0"/>
                    </a:moveTo>
                    <a:lnTo>
                      <a:pt x="1" y="962"/>
                    </a:lnTo>
                    <a:lnTo>
                      <a:pt x="950" y="962"/>
                    </a:lnTo>
                    <a:lnTo>
                      <a:pt x="9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36"/>
              <p:cNvSpPr/>
              <p:nvPr/>
            </p:nvSpPr>
            <p:spPr>
              <a:xfrm>
                <a:off x="7581193" y="2862373"/>
                <a:ext cx="48304" cy="48916"/>
              </a:xfrm>
              <a:custGeom>
                <a:rect b="b" l="l" r="r" t="t"/>
                <a:pathLst>
                  <a:path extrusionOk="0" h="963" w="951">
                    <a:moveTo>
                      <a:pt x="1" y="0"/>
                    </a:moveTo>
                    <a:lnTo>
                      <a:pt x="1" y="962"/>
                    </a:lnTo>
                    <a:lnTo>
                      <a:pt x="950" y="962"/>
                    </a:lnTo>
                    <a:lnTo>
                      <a:pt x="9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36"/>
              <p:cNvSpPr/>
              <p:nvPr/>
            </p:nvSpPr>
            <p:spPr>
              <a:xfrm>
                <a:off x="7629447" y="2983974"/>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36"/>
              <p:cNvSpPr/>
              <p:nvPr/>
            </p:nvSpPr>
            <p:spPr>
              <a:xfrm>
                <a:off x="7581193" y="3032177"/>
                <a:ext cx="48304" cy="48916"/>
              </a:xfrm>
              <a:custGeom>
                <a:rect b="b" l="l" r="r" t="t"/>
                <a:pathLst>
                  <a:path extrusionOk="0" h="963" w="951">
                    <a:moveTo>
                      <a:pt x="1" y="1"/>
                    </a:moveTo>
                    <a:lnTo>
                      <a:pt x="1" y="963"/>
                    </a:lnTo>
                    <a:lnTo>
                      <a:pt x="950" y="963"/>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36"/>
              <p:cNvSpPr/>
              <p:nvPr/>
            </p:nvSpPr>
            <p:spPr>
              <a:xfrm>
                <a:off x="7581193" y="3081041"/>
                <a:ext cx="48304" cy="48357"/>
              </a:xfrm>
              <a:custGeom>
                <a:rect b="b" l="l" r="r" t="t"/>
                <a:pathLst>
                  <a:path extrusionOk="0" h="952" w="951">
                    <a:moveTo>
                      <a:pt x="1" y="1"/>
                    </a:moveTo>
                    <a:lnTo>
                      <a:pt x="1" y="952"/>
                    </a:lnTo>
                    <a:lnTo>
                      <a:pt x="950" y="952"/>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36"/>
              <p:cNvSpPr/>
              <p:nvPr/>
            </p:nvSpPr>
            <p:spPr>
              <a:xfrm>
                <a:off x="7581193" y="3129345"/>
                <a:ext cx="48304" cy="48916"/>
              </a:xfrm>
              <a:custGeom>
                <a:rect b="b" l="l" r="r" t="t"/>
                <a:pathLst>
                  <a:path extrusionOk="0" h="963" w="951">
                    <a:moveTo>
                      <a:pt x="1" y="1"/>
                    </a:moveTo>
                    <a:lnTo>
                      <a:pt x="1" y="963"/>
                    </a:lnTo>
                    <a:lnTo>
                      <a:pt x="950" y="963"/>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36"/>
              <p:cNvSpPr/>
              <p:nvPr/>
            </p:nvSpPr>
            <p:spPr>
              <a:xfrm>
                <a:off x="7581193" y="3178209"/>
                <a:ext cx="48304" cy="48306"/>
              </a:xfrm>
              <a:custGeom>
                <a:rect b="b" l="l" r="r" t="t"/>
                <a:pathLst>
                  <a:path extrusionOk="0" h="951" w="951">
                    <a:moveTo>
                      <a:pt x="1" y="1"/>
                    </a:moveTo>
                    <a:lnTo>
                      <a:pt x="1" y="950"/>
                    </a:lnTo>
                    <a:lnTo>
                      <a:pt x="950" y="950"/>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36"/>
              <p:cNvSpPr/>
              <p:nvPr/>
            </p:nvSpPr>
            <p:spPr>
              <a:xfrm>
                <a:off x="7581193" y="3226463"/>
                <a:ext cx="48304" cy="48916"/>
              </a:xfrm>
              <a:custGeom>
                <a:rect b="b" l="l" r="r" t="t"/>
                <a:pathLst>
                  <a:path extrusionOk="0" h="963" w="951">
                    <a:moveTo>
                      <a:pt x="1" y="0"/>
                    </a:moveTo>
                    <a:lnTo>
                      <a:pt x="1" y="963"/>
                    </a:lnTo>
                    <a:lnTo>
                      <a:pt x="950" y="963"/>
                    </a:lnTo>
                    <a:lnTo>
                      <a:pt x="9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36"/>
              <p:cNvSpPr/>
              <p:nvPr/>
            </p:nvSpPr>
            <p:spPr>
              <a:xfrm>
                <a:off x="7532329" y="3275327"/>
                <a:ext cx="48913" cy="48357"/>
              </a:xfrm>
              <a:custGeom>
                <a:rect b="b" l="l" r="r" t="t"/>
                <a:pathLst>
                  <a:path extrusionOk="0" h="952" w="963">
                    <a:moveTo>
                      <a:pt x="0" y="1"/>
                    </a:moveTo>
                    <a:lnTo>
                      <a:pt x="0" y="951"/>
                    </a:lnTo>
                    <a:lnTo>
                      <a:pt x="963" y="951"/>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36"/>
              <p:cNvSpPr/>
              <p:nvPr/>
            </p:nvSpPr>
            <p:spPr>
              <a:xfrm>
                <a:off x="7572660" y="332363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36"/>
              <p:cNvSpPr/>
              <p:nvPr/>
            </p:nvSpPr>
            <p:spPr>
              <a:xfrm>
                <a:off x="7572660" y="3372495"/>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36"/>
              <p:cNvSpPr/>
              <p:nvPr/>
            </p:nvSpPr>
            <p:spPr>
              <a:xfrm>
                <a:off x="7523796" y="3372495"/>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36"/>
              <p:cNvSpPr/>
              <p:nvPr/>
            </p:nvSpPr>
            <p:spPr>
              <a:xfrm>
                <a:off x="7475491" y="3372495"/>
                <a:ext cx="48354" cy="48255"/>
              </a:xfrm>
              <a:custGeom>
                <a:rect b="b" l="l" r="r" t="t"/>
                <a:pathLst>
                  <a:path extrusionOk="0" h="950" w="952">
                    <a:moveTo>
                      <a:pt x="1" y="0"/>
                    </a:moveTo>
                    <a:lnTo>
                      <a:pt x="1" y="950"/>
                    </a:lnTo>
                    <a:lnTo>
                      <a:pt x="951" y="950"/>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36"/>
              <p:cNvSpPr/>
              <p:nvPr/>
            </p:nvSpPr>
            <p:spPr>
              <a:xfrm>
                <a:off x="7426627" y="3372495"/>
                <a:ext cx="48913" cy="48255"/>
              </a:xfrm>
              <a:custGeom>
                <a:rect b="b" l="l" r="r" t="t"/>
                <a:pathLst>
                  <a:path extrusionOk="0" h="950" w="963">
                    <a:moveTo>
                      <a:pt x="0" y="0"/>
                    </a:moveTo>
                    <a:lnTo>
                      <a:pt x="0"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36"/>
              <p:cNvSpPr/>
              <p:nvPr/>
            </p:nvSpPr>
            <p:spPr>
              <a:xfrm>
                <a:off x="7377763" y="3372495"/>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36"/>
              <p:cNvSpPr/>
              <p:nvPr/>
            </p:nvSpPr>
            <p:spPr>
              <a:xfrm>
                <a:off x="7426627" y="3323632"/>
                <a:ext cx="48913" cy="48916"/>
              </a:xfrm>
              <a:custGeom>
                <a:rect b="b" l="l" r="r" t="t"/>
                <a:pathLst>
                  <a:path extrusionOk="0" h="963" w="963">
                    <a:moveTo>
                      <a:pt x="0" y="0"/>
                    </a:moveTo>
                    <a:lnTo>
                      <a:pt x="0"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36"/>
              <p:cNvSpPr/>
              <p:nvPr/>
            </p:nvSpPr>
            <p:spPr>
              <a:xfrm>
                <a:off x="7377763" y="332363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36"/>
              <p:cNvSpPr/>
              <p:nvPr/>
            </p:nvSpPr>
            <p:spPr>
              <a:xfrm>
                <a:off x="7426627" y="3202031"/>
                <a:ext cx="48913" cy="48916"/>
              </a:xfrm>
              <a:custGeom>
                <a:rect b="b" l="l" r="r" t="t"/>
                <a:pathLst>
                  <a:path extrusionOk="0" h="963" w="963">
                    <a:moveTo>
                      <a:pt x="0" y="0"/>
                    </a:moveTo>
                    <a:lnTo>
                      <a:pt x="0"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36"/>
              <p:cNvSpPr/>
              <p:nvPr/>
            </p:nvSpPr>
            <p:spPr>
              <a:xfrm>
                <a:off x="7475491" y="3153777"/>
                <a:ext cx="48354" cy="48306"/>
              </a:xfrm>
              <a:custGeom>
                <a:rect b="b" l="l" r="r" t="t"/>
                <a:pathLst>
                  <a:path extrusionOk="0" h="951" w="952">
                    <a:moveTo>
                      <a:pt x="1" y="1"/>
                    </a:moveTo>
                    <a:lnTo>
                      <a:pt x="1" y="950"/>
                    </a:lnTo>
                    <a:lnTo>
                      <a:pt x="951" y="950"/>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36"/>
              <p:cNvSpPr/>
              <p:nvPr/>
            </p:nvSpPr>
            <p:spPr>
              <a:xfrm>
                <a:off x="7328899" y="3153777"/>
                <a:ext cx="48913" cy="48306"/>
              </a:xfrm>
              <a:custGeom>
                <a:rect b="b" l="l" r="r" t="t"/>
                <a:pathLst>
                  <a:path extrusionOk="0" h="951" w="963">
                    <a:moveTo>
                      <a:pt x="0" y="1"/>
                    </a:moveTo>
                    <a:lnTo>
                      <a:pt x="0" y="950"/>
                    </a:lnTo>
                    <a:lnTo>
                      <a:pt x="962" y="950"/>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36"/>
              <p:cNvSpPr/>
              <p:nvPr/>
            </p:nvSpPr>
            <p:spPr>
              <a:xfrm>
                <a:off x="7328899" y="3104914"/>
                <a:ext cx="48913" cy="48916"/>
              </a:xfrm>
              <a:custGeom>
                <a:rect b="b" l="l" r="r" t="t"/>
                <a:pathLst>
                  <a:path extrusionOk="0" h="963" w="963">
                    <a:moveTo>
                      <a:pt x="0" y="0"/>
                    </a:moveTo>
                    <a:lnTo>
                      <a:pt x="0" y="963"/>
                    </a:lnTo>
                    <a:lnTo>
                      <a:pt x="962" y="963"/>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36"/>
              <p:cNvSpPr/>
              <p:nvPr/>
            </p:nvSpPr>
            <p:spPr>
              <a:xfrm>
                <a:off x="7377763" y="3056609"/>
                <a:ext cx="48913" cy="48357"/>
              </a:xfrm>
              <a:custGeom>
                <a:rect b="b" l="l" r="r" t="t"/>
                <a:pathLst>
                  <a:path extrusionOk="0" h="952" w="963">
                    <a:moveTo>
                      <a:pt x="0" y="1"/>
                    </a:moveTo>
                    <a:lnTo>
                      <a:pt x="0" y="951"/>
                    </a:lnTo>
                    <a:lnTo>
                      <a:pt x="962" y="951"/>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36"/>
              <p:cNvSpPr/>
              <p:nvPr/>
            </p:nvSpPr>
            <p:spPr>
              <a:xfrm>
                <a:off x="7532329" y="3032177"/>
                <a:ext cx="48913" cy="48916"/>
              </a:xfrm>
              <a:custGeom>
                <a:rect b="b" l="l" r="r" t="t"/>
                <a:pathLst>
                  <a:path extrusionOk="0" h="963" w="963">
                    <a:moveTo>
                      <a:pt x="0" y="1"/>
                    </a:moveTo>
                    <a:lnTo>
                      <a:pt x="0" y="963"/>
                    </a:lnTo>
                    <a:lnTo>
                      <a:pt x="963" y="963"/>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36"/>
              <p:cNvSpPr/>
              <p:nvPr/>
            </p:nvSpPr>
            <p:spPr>
              <a:xfrm>
                <a:off x="7483465" y="3032177"/>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36"/>
              <p:cNvSpPr/>
              <p:nvPr/>
            </p:nvSpPr>
            <p:spPr>
              <a:xfrm>
                <a:off x="7377763" y="3202031"/>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36"/>
              <p:cNvSpPr/>
              <p:nvPr/>
            </p:nvSpPr>
            <p:spPr>
              <a:xfrm>
                <a:off x="7328899" y="3372495"/>
                <a:ext cx="48913" cy="48255"/>
              </a:xfrm>
              <a:custGeom>
                <a:rect b="b" l="l" r="r" t="t"/>
                <a:pathLst>
                  <a:path extrusionOk="0" h="950" w="963">
                    <a:moveTo>
                      <a:pt x="0" y="0"/>
                    </a:moveTo>
                    <a:lnTo>
                      <a:pt x="0" y="950"/>
                    </a:lnTo>
                    <a:lnTo>
                      <a:pt x="962" y="950"/>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36"/>
              <p:cNvSpPr/>
              <p:nvPr/>
            </p:nvSpPr>
            <p:spPr>
              <a:xfrm>
                <a:off x="7279985" y="3372495"/>
                <a:ext cx="48964" cy="48255"/>
              </a:xfrm>
              <a:custGeom>
                <a:rect b="b" l="l" r="r" t="t"/>
                <a:pathLst>
                  <a:path extrusionOk="0" h="950" w="964">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36"/>
              <p:cNvSpPr/>
              <p:nvPr/>
            </p:nvSpPr>
            <p:spPr>
              <a:xfrm>
                <a:off x="7231121" y="3372495"/>
                <a:ext cx="48913" cy="48255"/>
              </a:xfrm>
              <a:custGeom>
                <a:rect b="b" l="l" r="r" t="t"/>
                <a:pathLst>
                  <a:path extrusionOk="0" h="950" w="963">
                    <a:moveTo>
                      <a:pt x="1" y="0"/>
                    </a:moveTo>
                    <a:lnTo>
                      <a:pt x="1"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36"/>
              <p:cNvSpPr/>
              <p:nvPr/>
            </p:nvSpPr>
            <p:spPr>
              <a:xfrm>
                <a:off x="7532329" y="3226463"/>
                <a:ext cx="48913" cy="48916"/>
              </a:xfrm>
              <a:custGeom>
                <a:rect b="b" l="l" r="r" t="t"/>
                <a:pathLst>
                  <a:path extrusionOk="0" h="963" w="963">
                    <a:moveTo>
                      <a:pt x="0" y="0"/>
                    </a:moveTo>
                    <a:lnTo>
                      <a:pt x="0" y="963"/>
                    </a:lnTo>
                    <a:lnTo>
                      <a:pt x="963" y="963"/>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36"/>
              <p:cNvSpPr/>
              <p:nvPr/>
            </p:nvSpPr>
            <p:spPr>
              <a:xfrm>
                <a:off x="7532329" y="2644315"/>
                <a:ext cx="48913" cy="48255"/>
              </a:xfrm>
              <a:custGeom>
                <a:rect b="b" l="l" r="r" t="t"/>
                <a:pathLst>
                  <a:path extrusionOk="0" h="950" w="963">
                    <a:moveTo>
                      <a:pt x="0" y="0"/>
                    </a:moveTo>
                    <a:lnTo>
                      <a:pt x="0" y="950"/>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36"/>
              <p:cNvSpPr/>
              <p:nvPr/>
            </p:nvSpPr>
            <p:spPr>
              <a:xfrm>
                <a:off x="7483465" y="2595452"/>
                <a:ext cx="48913" cy="48916"/>
              </a:xfrm>
              <a:custGeom>
                <a:rect b="b" l="l" r="r" t="t"/>
                <a:pathLst>
                  <a:path extrusionOk="0" h="963" w="963">
                    <a:moveTo>
                      <a:pt x="0" y="0"/>
                    </a:moveTo>
                    <a:lnTo>
                      <a:pt x="0" y="962"/>
                    </a:lnTo>
                    <a:lnTo>
                      <a:pt x="962" y="962"/>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36"/>
              <p:cNvSpPr/>
              <p:nvPr/>
            </p:nvSpPr>
            <p:spPr>
              <a:xfrm>
                <a:off x="7483465" y="2547147"/>
                <a:ext cx="48913" cy="48357"/>
              </a:xfrm>
              <a:custGeom>
                <a:rect b="b" l="l" r="r" t="t"/>
                <a:pathLst>
                  <a:path extrusionOk="0" h="952"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36"/>
              <p:cNvSpPr/>
              <p:nvPr/>
            </p:nvSpPr>
            <p:spPr>
              <a:xfrm>
                <a:off x="7532329" y="2498893"/>
                <a:ext cx="48913" cy="48306"/>
              </a:xfrm>
              <a:custGeom>
                <a:rect b="b" l="l" r="r" t="t"/>
                <a:pathLst>
                  <a:path extrusionOk="0" h="951" w="963">
                    <a:moveTo>
                      <a:pt x="0" y="1"/>
                    </a:moveTo>
                    <a:lnTo>
                      <a:pt x="0"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36"/>
              <p:cNvSpPr/>
              <p:nvPr/>
            </p:nvSpPr>
            <p:spPr>
              <a:xfrm>
                <a:off x="7581193" y="2498893"/>
                <a:ext cx="48304" cy="48306"/>
              </a:xfrm>
              <a:custGeom>
                <a:rect b="b" l="l" r="r" t="t"/>
                <a:pathLst>
                  <a:path extrusionOk="0" h="951" w="951">
                    <a:moveTo>
                      <a:pt x="1" y="1"/>
                    </a:moveTo>
                    <a:lnTo>
                      <a:pt x="1" y="950"/>
                    </a:lnTo>
                    <a:lnTo>
                      <a:pt x="950" y="950"/>
                    </a:lnTo>
                    <a:lnTo>
                      <a:pt x="9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36"/>
              <p:cNvSpPr/>
              <p:nvPr/>
            </p:nvSpPr>
            <p:spPr>
              <a:xfrm>
                <a:off x="7678311" y="2595452"/>
                <a:ext cx="48913" cy="48916"/>
              </a:xfrm>
              <a:custGeom>
                <a:rect b="b" l="l" r="r" t="t"/>
                <a:pathLst>
                  <a:path extrusionOk="0" h="963" w="963">
                    <a:moveTo>
                      <a:pt x="0" y="0"/>
                    </a:moveTo>
                    <a:lnTo>
                      <a:pt x="0" y="962"/>
                    </a:lnTo>
                    <a:lnTo>
                      <a:pt x="963" y="962"/>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36"/>
              <p:cNvSpPr/>
              <p:nvPr/>
            </p:nvSpPr>
            <p:spPr>
              <a:xfrm>
                <a:off x="7678311" y="2547147"/>
                <a:ext cx="48913" cy="48357"/>
              </a:xfrm>
              <a:custGeom>
                <a:rect b="b" l="l" r="r" t="t"/>
                <a:pathLst>
                  <a:path extrusionOk="0" h="952" w="963">
                    <a:moveTo>
                      <a:pt x="0" y="0"/>
                    </a:moveTo>
                    <a:lnTo>
                      <a:pt x="0"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36"/>
              <p:cNvSpPr/>
              <p:nvPr/>
            </p:nvSpPr>
            <p:spPr>
              <a:xfrm>
                <a:off x="7629447" y="2450029"/>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36"/>
              <p:cNvSpPr/>
              <p:nvPr/>
            </p:nvSpPr>
            <p:spPr>
              <a:xfrm>
                <a:off x="7581193" y="2401775"/>
                <a:ext cx="48304" cy="48306"/>
              </a:xfrm>
              <a:custGeom>
                <a:rect b="b" l="l" r="r" t="t"/>
                <a:pathLst>
                  <a:path extrusionOk="0" h="951" w="951">
                    <a:moveTo>
                      <a:pt x="1" y="0"/>
                    </a:moveTo>
                    <a:lnTo>
                      <a:pt x="1" y="951"/>
                    </a:lnTo>
                    <a:lnTo>
                      <a:pt x="950" y="951"/>
                    </a:lnTo>
                    <a:lnTo>
                      <a:pt x="9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36"/>
              <p:cNvSpPr/>
              <p:nvPr/>
            </p:nvSpPr>
            <p:spPr>
              <a:xfrm>
                <a:off x="7532329" y="2401775"/>
                <a:ext cx="48913" cy="48306"/>
              </a:xfrm>
              <a:custGeom>
                <a:rect b="b" l="l" r="r" t="t"/>
                <a:pathLst>
                  <a:path extrusionOk="0" h="951" w="963">
                    <a:moveTo>
                      <a:pt x="0" y="0"/>
                    </a:moveTo>
                    <a:lnTo>
                      <a:pt x="0"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36"/>
              <p:cNvSpPr/>
              <p:nvPr/>
            </p:nvSpPr>
            <p:spPr>
              <a:xfrm>
                <a:off x="7483465" y="2401775"/>
                <a:ext cx="48913" cy="48306"/>
              </a:xfrm>
              <a:custGeom>
                <a:rect b="b" l="l" r="r" t="t"/>
                <a:pathLst>
                  <a:path extrusionOk="0" h="951"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36"/>
              <p:cNvSpPr/>
              <p:nvPr/>
            </p:nvSpPr>
            <p:spPr>
              <a:xfrm>
                <a:off x="7434602" y="2401775"/>
                <a:ext cx="48913" cy="48306"/>
              </a:xfrm>
              <a:custGeom>
                <a:rect b="b" l="l" r="r" t="t"/>
                <a:pathLst>
                  <a:path extrusionOk="0" h="951"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36"/>
              <p:cNvSpPr/>
              <p:nvPr/>
            </p:nvSpPr>
            <p:spPr>
              <a:xfrm>
                <a:off x="7434602" y="2450029"/>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36"/>
              <p:cNvSpPr/>
              <p:nvPr/>
            </p:nvSpPr>
            <p:spPr>
              <a:xfrm>
                <a:off x="7385738" y="2450029"/>
                <a:ext cx="48913" cy="48916"/>
              </a:xfrm>
              <a:custGeom>
                <a:rect b="b" l="l" r="r" t="t"/>
                <a:pathLst>
                  <a:path extrusionOk="0" h="963" w="963">
                    <a:moveTo>
                      <a:pt x="0" y="1"/>
                    </a:moveTo>
                    <a:lnTo>
                      <a:pt x="0" y="963"/>
                    </a:lnTo>
                    <a:lnTo>
                      <a:pt x="962" y="963"/>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36"/>
              <p:cNvSpPr/>
              <p:nvPr/>
            </p:nvSpPr>
            <p:spPr>
              <a:xfrm>
                <a:off x="7385738" y="2498893"/>
                <a:ext cx="48913" cy="48306"/>
              </a:xfrm>
              <a:custGeom>
                <a:rect b="b" l="l" r="r" t="t"/>
                <a:pathLst>
                  <a:path extrusionOk="0" h="951" w="963">
                    <a:moveTo>
                      <a:pt x="0" y="1"/>
                    </a:moveTo>
                    <a:lnTo>
                      <a:pt x="0" y="950"/>
                    </a:lnTo>
                    <a:lnTo>
                      <a:pt x="962" y="950"/>
                    </a:lnTo>
                    <a:lnTo>
                      <a:pt x="9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36"/>
              <p:cNvSpPr/>
              <p:nvPr/>
            </p:nvSpPr>
            <p:spPr>
              <a:xfrm>
                <a:off x="7385738" y="2547147"/>
                <a:ext cx="48913" cy="48357"/>
              </a:xfrm>
              <a:custGeom>
                <a:rect b="b" l="l" r="r" t="t"/>
                <a:pathLst>
                  <a:path extrusionOk="0" h="952" w="963">
                    <a:moveTo>
                      <a:pt x="0" y="0"/>
                    </a:moveTo>
                    <a:lnTo>
                      <a:pt x="0" y="951"/>
                    </a:lnTo>
                    <a:lnTo>
                      <a:pt x="962" y="951"/>
                    </a:lnTo>
                    <a:lnTo>
                      <a:pt x="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36"/>
              <p:cNvSpPr/>
              <p:nvPr/>
            </p:nvSpPr>
            <p:spPr>
              <a:xfrm>
                <a:off x="7336823" y="2547147"/>
                <a:ext cx="48964" cy="48357"/>
              </a:xfrm>
              <a:custGeom>
                <a:rect b="b" l="l" r="r" t="t"/>
                <a:pathLst>
                  <a:path extrusionOk="0" h="952" w="964">
                    <a:moveTo>
                      <a:pt x="1" y="0"/>
                    </a:moveTo>
                    <a:lnTo>
                      <a:pt x="1" y="951"/>
                    </a:lnTo>
                    <a:lnTo>
                      <a:pt x="963" y="951"/>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36"/>
              <p:cNvSpPr/>
              <p:nvPr/>
            </p:nvSpPr>
            <p:spPr>
              <a:xfrm>
                <a:off x="7678311" y="2498893"/>
                <a:ext cx="48913" cy="48306"/>
              </a:xfrm>
              <a:custGeom>
                <a:rect b="b" l="l" r="r" t="t"/>
                <a:pathLst>
                  <a:path extrusionOk="0" h="951" w="963">
                    <a:moveTo>
                      <a:pt x="0" y="1"/>
                    </a:moveTo>
                    <a:lnTo>
                      <a:pt x="0" y="950"/>
                    </a:lnTo>
                    <a:lnTo>
                      <a:pt x="963" y="950"/>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8" name="Shape 4558"/>
        <p:cNvGrpSpPr/>
        <p:nvPr/>
      </p:nvGrpSpPr>
      <p:grpSpPr>
        <a:xfrm>
          <a:off x="0" y="0"/>
          <a:ext cx="0" cy="0"/>
          <a:chOff x="0" y="0"/>
          <a:chExt cx="0" cy="0"/>
        </a:xfrm>
      </p:grpSpPr>
      <p:sp>
        <p:nvSpPr>
          <p:cNvPr id="4559" name="Google Shape;4559;p37"/>
          <p:cNvSpPr/>
          <p:nvPr/>
        </p:nvSpPr>
        <p:spPr>
          <a:xfrm>
            <a:off x="883292" y="2954278"/>
            <a:ext cx="1900500" cy="31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ess Start 2P"/>
                <a:ea typeface="Press Start 2P"/>
                <a:cs typeface="Press Start 2P"/>
                <a:sym typeface="Press Start 2P"/>
              </a:rPr>
              <a:t>Genre</a:t>
            </a:r>
            <a:endParaRPr sz="1800">
              <a:solidFill>
                <a:schemeClr val="dk1"/>
              </a:solidFill>
              <a:latin typeface="Press Start 2P"/>
              <a:ea typeface="Press Start 2P"/>
              <a:cs typeface="Press Start 2P"/>
              <a:sym typeface="Press Start 2P"/>
            </a:endParaRPr>
          </a:p>
        </p:txBody>
      </p:sp>
      <p:sp>
        <p:nvSpPr>
          <p:cNvPr id="4560" name="Google Shape;4560;p37"/>
          <p:cNvSpPr/>
          <p:nvPr/>
        </p:nvSpPr>
        <p:spPr>
          <a:xfrm>
            <a:off x="883300" y="1187500"/>
            <a:ext cx="1964700" cy="31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ess Start 2P"/>
                <a:ea typeface="Press Start 2P"/>
                <a:cs typeface="Press Start 2P"/>
                <a:sym typeface="Press Start 2P"/>
              </a:rPr>
              <a:t>Premise</a:t>
            </a:r>
            <a:endParaRPr sz="1800">
              <a:solidFill>
                <a:schemeClr val="dk1"/>
              </a:solidFill>
              <a:latin typeface="Press Start 2P"/>
              <a:ea typeface="Press Start 2P"/>
              <a:cs typeface="Press Start 2P"/>
              <a:sym typeface="Press Start 2P"/>
            </a:endParaRPr>
          </a:p>
        </p:txBody>
      </p:sp>
      <p:sp>
        <p:nvSpPr>
          <p:cNvPr id="4561" name="Google Shape;4561;p37"/>
          <p:cNvSpPr txBox="1"/>
          <p:nvPr>
            <p:ph idx="1" type="body"/>
          </p:nvPr>
        </p:nvSpPr>
        <p:spPr>
          <a:xfrm>
            <a:off x="854850" y="1088125"/>
            <a:ext cx="7209900" cy="327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ess Start 2P"/>
                <a:ea typeface="Press Start 2P"/>
                <a:cs typeface="Press Start 2P"/>
                <a:sym typeface="Press Start 2P"/>
              </a:rPr>
              <a:t>Premise</a:t>
            </a:r>
            <a:endParaRPr sz="1800">
              <a:solidFill>
                <a:schemeClr val="dk2"/>
              </a:solidFill>
              <a:latin typeface="Press Start 2P"/>
              <a:ea typeface="Press Start 2P"/>
              <a:cs typeface="Press Start 2P"/>
              <a:sym typeface="Press Start 2P"/>
            </a:endParaRPr>
          </a:p>
          <a:p>
            <a:pPr indent="-317500" lvl="0" marL="457200" rtl="0" algn="l">
              <a:spcBef>
                <a:spcPts val="0"/>
              </a:spcBef>
              <a:spcAft>
                <a:spcPts val="0"/>
              </a:spcAft>
              <a:buSzPts val="1400"/>
              <a:buChar char="●"/>
            </a:pPr>
            <a:r>
              <a:rPr lang="en" sz="1600"/>
              <a:t>a lost hamster journeys through dangerous, puzzle-filled levels to rescue his captured family</a:t>
            </a:r>
            <a:endParaRPr sz="1600"/>
          </a:p>
          <a:p>
            <a:pPr indent="-330200" lvl="0" marL="457200" rtl="0" algn="l">
              <a:spcBef>
                <a:spcPts val="0"/>
              </a:spcBef>
              <a:spcAft>
                <a:spcPts val="0"/>
              </a:spcAft>
              <a:buSzPts val="1600"/>
              <a:buChar char="●"/>
            </a:pPr>
            <a:r>
              <a:rPr lang="en" sz="1600"/>
              <a:t>Players navigate obstacles, avoid enemies, and collect keys and power-ups to progress and ultimately reunite the hamster with his family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800">
                <a:solidFill>
                  <a:schemeClr val="dk2"/>
                </a:solidFill>
                <a:latin typeface="Press Start 2P"/>
                <a:ea typeface="Press Start 2P"/>
                <a:cs typeface="Press Start 2P"/>
                <a:sym typeface="Press Start 2P"/>
              </a:rPr>
              <a:t>Genre</a:t>
            </a:r>
            <a:endParaRPr sz="1800">
              <a:solidFill>
                <a:schemeClr val="dk2"/>
              </a:solidFill>
              <a:latin typeface="Press Start 2P"/>
              <a:ea typeface="Press Start 2P"/>
              <a:cs typeface="Press Start 2P"/>
              <a:sym typeface="Press Start 2P"/>
            </a:endParaRPr>
          </a:p>
          <a:p>
            <a:pPr indent="-317500" lvl="0" marL="457200" rtl="0" algn="l">
              <a:spcBef>
                <a:spcPts val="0"/>
              </a:spcBef>
              <a:spcAft>
                <a:spcPts val="0"/>
              </a:spcAft>
              <a:buSzPts val="1400"/>
              <a:buChar char="●"/>
            </a:pPr>
            <a:r>
              <a:rPr lang="en" sz="1600"/>
              <a:t>2D Platformer, Adventure</a:t>
            </a:r>
            <a:endParaRPr sz="1600"/>
          </a:p>
          <a:p>
            <a:pPr indent="0" lvl="0" marL="0" rtl="0" algn="l">
              <a:spcBef>
                <a:spcPts val="0"/>
              </a:spcBef>
              <a:spcAft>
                <a:spcPts val="0"/>
              </a:spcAft>
              <a:buClr>
                <a:schemeClr val="hlink"/>
              </a:buClr>
              <a:buSzPts val="1100"/>
              <a:buFont typeface="Arial"/>
              <a:buNone/>
            </a:pPr>
            <a:r>
              <a:t/>
            </a:r>
            <a:endParaRPr sz="1400"/>
          </a:p>
          <a:p>
            <a:pPr indent="0" lvl="0" marL="0" rtl="0" algn="l">
              <a:spcBef>
                <a:spcPts val="0"/>
              </a:spcBef>
              <a:spcAft>
                <a:spcPts val="0"/>
              </a:spcAft>
              <a:buNone/>
            </a:pPr>
            <a:r>
              <a:t/>
            </a:r>
            <a:endParaRPr sz="1400"/>
          </a:p>
        </p:txBody>
      </p:sp>
      <p:sp>
        <p:nvSpPr>
          <p:cNvPr id="4562" name="Google Shape;4562;p3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is Hamster Homebound?</a:t>
            </a:r>
            <a:endParaRPr/>
          </a:p>
        </p:txBody>
      </p:sp>
      <p:grpSp>
        <p:nvGrpSpPr>
          <p:cNvPr id="4563" name="Google Shape;4563;p37"/>
          <p:cNvGrpSpPr/>
          <p:nvPr/>
        </p:nvGrpSpPr>
        <p:grpSpPr>
          <a:xfrm>
            <a:off x="6256270" y="3205560"/>
            <a:ext cx="259159" cy="272180"/>
            <a:chOff x="4685992" y="1362548"/>
            <a:chExt cx="720886" cy="757106"/>
          </a:xfrm>
        </p:grpSpPr>
        <p:sp>
          <p:nvSpPr>
            <p:cNvPr id="4564" name="Google Shape;4564;p37"/>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37"/>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37"/>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37"/>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37"/>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37"/>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37"/>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37"/>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37"/>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37"/>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37"/>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37"/>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37"/>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37"/>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37"/>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37"/>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37"/>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37"/>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37"/>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37"/>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37"/>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37"/>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37"/>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37"/>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37"/>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9" name="Google Shape;4589;p37"/>
          <p:cNvGrpSpPr/>
          <p:nvPr/>
        </p:nvGrpSpPr>
        <p:grpSpPr>
          <a:xfrm rot="2700000">
            <a:off x="6644508" y="1114110"/>
            <a:ext cx="124930" cy="124095"/>
            <a:chOff x="4891103" y="1571383"/>
            <a:chExt cx="347518" cy="345195"/>
          </a:xfrm>
        </p:grpSpPr>
        <p:sp>
          <p:nvSpPr>
            <p:cNvPr id="4590" name="Google Shape;4590;p37"/>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37"/>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37"/>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37"/>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37"/>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37"/>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37"/>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37"/>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37"/>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37"/>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37"/>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37"/>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37"/>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3" name="Google Shape;4603;p37"/>
          <p:cNvGrpSpPr/>
          <p:nvPr/>
        </p:nvGrpSpPr>
        <p:grpSpPr>
          <a:xfrm>
            <a:off x="7190935" y="4361040"/>
            <a:ext cx="309146" cy="170855"/>
            <a:chOff x="641500" y="4451875"/>
            <a:chExt cx="211700" cy="117000"/>
          </a:xfrm>
        </p:grpSpPr>
        <p:sp>
          <p:nvSpPr>
            <p:cNvPr id="4604" name="Google Shape;4604;p37"/>
            <p:cNvSpPr/>
            <p:nvPr/>
          </p:nvSpPr>
          <p:spPr>
            <a:xfrm>
              <a:off x="8297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37"/>
            <p:cNvSpPr/>
            <p:nvPr/>
          </p:nvSpPr>
          <p:spPr>
            <a:xfrm>
              <a:off x="829725" y="4522225"/>
              <a:ext cx="23475" cy="23200"/>
            </a:xfrm>
            <a:custGeom>
              <a:rect b="b" l="l" r="r" t="t"/>
              <a:pathLst>
                <a:path extrusionOk="0" h="928" w="939">
                  <a:moveTo>
                    <a:pt x="0" y="1"/>
                  </a:moveTo>
                  <a:lnTo>
                    <a:pt x="0" y="927"/>
                  </a:lnTo>
                  <a:lnTo>
                    <a:pt x="938" y="927"/>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37"/>
            <p:cNvSpPr/>
            <p:nvPr/>
          </p:nvSpPr>
          <p:spPr>
            <a:xfrm>
              <a:off x="806275" y="4545400"/>
              <a:ext cx="23475" cy="23475"/>
            </a:xfrm>
            <a:custGeom>
              <a:rect b="b" l="l" r="r" t="t"/>
              <a:pathLst>
                <a:path extrusionOk="0" h="939" w="939">
                  <a:moveTo>
                    <a:pt x="0" y="0"/>
                  </a:moveTo>
                  <a:lnTo>
                    <a:pt x="0" y="939"/>
                  </a:lnTo>
                  <a:lnTo>
                    <a:pt x="938" y="939"/>
                  </a:lnTo>
                  <a:lnTo>
                    <a:pt x="938"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37"/>
            <p:cNvSpPr/>
            <p:nvPr/>
          </p:nvSpPr>
          <p:spPr>
            <a:xfrm>
              <a:off x="806275"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37"/>
            <p:cNvSpPr/>
            <p:nvPr/>
          </p:nvSpPr>
          <p:spPr>
            <a:xfrm>
              <a:off x="806275"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37"/>
            <p:cNvSpPr/>
            <p:nvPr/>
          </p:nvSpPr>
          <p:spPr>
            <a:xfrm>
              <a:off x="806275"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37"/>
            <p:cNvSpPr/>
            <p:nvPr/>
          </p:nvSpPr>
          <p:spPr>
            <a:xfrm>
              <a:off x="7828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37"/>
            <p:cNvSpPr/>
            <p:nvPr/>
          </p:nvSpPr>
          <p:spPr>
            <a:xfrm>
              <a:off x="782825" y="4522225"/>
              <a:ext cx="23475" cy="23200"/>
            </a:xfrm>
            <a:custGeom>
              <a:rect b="b" l="l" r="r" t="t"/>
              <a:pathLst>
                <a:path extrusionOk="0" h="928" w="939">
                  <a:moveTo>
                    <a:pt x="0" y="1"/>
                  </a:moveTo>
                  <a:lnTo>
                    <a:pt x="0" y="927"/>
                  </a:lnTo>
                  <a:lnTo>
                    <a:pt x="938" y="927"/>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37"/>
            <p:cNvSpPr/>
            <p:nvPr/>
          </p:nvSpPr>
          <p:spPr>
            <a:xfrm>
              <a:off x="782825"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37"/>
            <p:cNvSpPr/>
            <p:nvPr/>
          </p:nvSpPr>
          <p:spPr>
            <a:xfrm>
              <a:off x="782825"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37"/>
            <p:cNvSpPr/>
            <p:nvPr/>
          </p:nvSpPr>
          <p:spPr>
            <a:xfrm>
              <a:off x="759050" y="4545400"/>
              <a:ext cx="23800" cy="23475"/>
            </a:xfrm>
            <a:custGeom>
              <a:rect b="b" l="l" r="r" t="t"/>
              <a:pathLst>
                <a:path extrusionOk="0" h="939" w="952">
                  <a:moveTo>
                    <a:pt x="1" y="0"/>
                  </a:moveTo>
                  <a:lnTo>
                    <a:pt x="1" y="939"/>
                  </a:lnTo>
                  <a:lnTo>
                    <a:pt x="951" y="939"/>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37"/>
            <p:cNvSpPr/>
            <p:nvPr/>
          </p:nvSpPr>
          <p:spPr>
            <a:xfrm>
              <a:off x="759050" y="4522225"/>
              <a:ext cx="23800" cy="23200"/>
            </a:xfrm>
            <a:custGeom>
              <a:rect b="b" l="l" r="r" t="t"/>
              <a:pathLst>
                <a:path extrusionOk="0" h="928" w="952">
                  <a:moveTo>
                    <a:pt x="1" y="1"/>
                  </a:moveTo>
                  <a:lnTo>
                    <a:pt x="1" y="927"/>
                  </a:lnTo>
                  <a:lnTo>
                    <a:pt x="951" y="927"/>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37"/>
            <p:cNvSpPr/>
            <p:nvPr/>
          </p:nvSpPr>
          <p:spPr>
            <a:xfrm>
              <a:off x="759050" y="4498775"/>
              <a:ext cx="23800" cy="23475"/>
            </a:xfrm>
            <a:custGeom>
              <a:rect b="b" l="l" r="r" t="t"/>
              <a:pathLst>
                <a:path extrusionOk="0" h="939" w="952">
                  <a:moveTo>
                    <a:pt x="1" y="1"/>
                  </a:moveTo>
                  <a:lnTo>
                    <a:pt x="1" y="939"/>
                  </a:lnTo>
                  <a:lnTo>
                    <a:pt x="951" y="939"/>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37"/>
            <p:cNvSpPr/>
            <p:nvPr/>
          </p:nvSpPr>
          <p:spPr>
            <a:xfrm>
              <a:off x="759050" y="4475325"/>
              <a:ext cx="23800" cy="23475"/>
            </a:xfrm>
            <a:custGeom>
              <a:rect b="b" l="l" r="r" t="t"/>
              <a:pathLst>
                <a:path extrusionOk="0" h="939" w="952">
                  <a:moveTo>
                    <a:pt x="1" y="1"/>
                  </a:moveTo>
                  <a:lnTo>
                    <a:pt x="1" y="939"/>
                  </a:lnTo>
                  <a:lnTo>
                    <a:pt x="951" y="939"/>
                  </a:lnTo>
                  <a:lnTo>
                    <a:pt x="951"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37"/>
            <p:cNvSpPr/>
            <p:nvPr/>
          </p:nvSpPr>
          <p:spPr>
            <a:xfrm>
              <a:off x="759050" y="4451875"/>
              <a:ext cx="23800" cy="23475"/>
            </a:xfrm>
            <a:custGeom>
              <a:rect b="b" l="l" r="r" t="t"/>
              <a:pathLst>
                <a:path extrusionOk="0" h="939" w="952">
                  <a:moveTo>
                    <a:pt x="1" y="1"/>
                  </a:moveTo>
                  <a:lnTo>
                    <a:pt x="1" y="939"/>
                  </a:lnTo>
                  <a:lnTo>
                    <a:pt x="951" y="939"/>
                  </a:lnTo>
                  <a:lnTo>
                    <a:pt x="9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37"/>
            <p:cNvSpPr/>
            <p:nvPr/>
          </p:nvSpPr>
          <p:spPr>
            <a:xfrm>
              <a:off x="735600" y="4545400"/>
              <a:ext cx="23475" cy="23475"/>
            </a:xfrm>
            <a:custGeom>
              <a:rect b="b" l="l" r="r" t="t"/>
              <a:pathLst>
                <a:path extrusionOk="0" h="939" w="939">
                  <a:moveTo>
                    <a:pt x="0" y="0"/>
                  </a:moveTo>
                  <a:lnTo>
                    <a:pt x="0" y="939"/>
                  </a:lnTo>
                  <a:lnTo>
                    <a:pt x="939" y="939"/>
                  </a:lnTo>
                  <a:lnTo>
                    <a:pt x="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37"/>
            <p:cNvSpPr/>
            <p:nvPr/>
          </p:nvSpPr>
          <p:spPr>
            <a:xfrm>
              <a:off x="735600" y="4522225"/>
              <a:ext cx="23475" cy="23200"/>
            </a:xfrm>
            <a:custGeom>
              <a:rect b="b" l="l" r="r" t="t"/>
              <a:pathLst>
                <a:path extrusionOk="0" h="928" w="939">
                  <a:moveTo>
                    <a:pt x="0" y="1"/>
                  </a:moveTo>
                  <a:lnTo>
                    <a:pt x="0" y="927"/>
                  </a:lnTo>
                  <a:lnTo>
                    <a:pt x="939" y="927"/>
                  </a:lnTo>
                  <a:lnTo>
                    <a:pt x="9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37"/>
            <p:cNvSpPr/>
            <p:nvPr/>
          </p:nvSpPr>
          <p:spPr>
            <a:xfrm>
              <a:off x="735600" y="4498775"/>
              <a:ext cx="23475" cy="23475"/>
            </a:xfrm>
            <a:custGeom>
              <a:rect b="b" l="l" r="r" t="t"/>
              <a:pathLst>
                <a:path extrusionOk="0" h="939" w="939">
                  <a:moveTo>
                    <a:pt x="0" y="1"/>
                  </a:moveTo>
                  <a:lnTo>
                    <a:pt x="0" y="939"/>
                  </a:lnTo>
                  <a:lnTo>
                    <a:pt x="939" y="939"/>
                  </a:lnTo>
                  <a:lnTo>
                    <a:pt x="939"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37"/>
            <p:cNvSpPr/>
            <p:nvPr/>
          </p:nvSpPr>
          <p:spPr>
            <a:xfrm>
              <a:off x="735600" y="4475325"/>
              <a:ext cx="23475" cy="23475"/>
            </a:xfrm>
            <a:custGeom>
              <a:rect b="b" l="l" r="r" t="t"/>
              <a:pathLst>
                <a:path extrusionOk="0" h="939" w="939">
                  <a:moveTo>
                    <a:pt x="0" y="1"/>
                  </a:moveTo>
                  <a:lnTo>
                    <a:pt x="0" y="939"/>
                  </a:lnTo>
                  <a:lnTo>
                    <a:pt x="939" y="939"/>
                  </a:lnTo>
                  <a:lnTo>
                    <a:pt x="939"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37"/>
            <p:cNvSpPr/>
            <p:nvPr/>
          </p:nvSpPr>
          <p:spPr>
            <a:xfrm>
              <a:off x="735600" y="4451875"/>
              <a:ext cx="23475" cy="23475"/>
            </a:xfrm>
            <a:custGeom>
              <a:rect b="b" l="l" r="r" t="t"/>
              <a:pathLst>
                <a:path extrusionOk="0" h="939" w="939">
                  <a:moveTo>
                    <a:pt x="0" y="1"/>
                  </a:moveTo>
                  <a:lnTo>
                    <a:pt x="0" y="939"/>
                  </a:lnTo>
                  <a:lnTo>
                    <a:pt x="939" y="939"/>
                  </a:lnTo>
                  <a:lnTo>
                    <a:pt x="9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37"/>
            <p:cNvSpPr/>
            <p:nvPr/>
          </p:nvSpPr>
          <p:spPr>
            <a:xfrm>
              <a:off x="712150"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37"/>
            <p:cNvSpPr/>
            <p:nvPr/>
          </p:nvSpPr>
          <p:spPr>
            <a:xfrm>
              <a:off x="712150"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37"/>
            <p:cNvSpPr/>
            <p:nvPr/>
          </p:nvSpPr>
          <p:spPr>
            <a:xfrm>
              <a:off x="712150" y="449877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37"/>
            <p:cNvSpPr/>
            <p:nvPr/>
          </p:nvSpPr>
          <p:spPr>
            <a:xfrm>
              <a:off x="712150"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37"/>
            <p:cNvSpPr/>
            <p:nvPr/>
          </p:nvSpPr>
          <p:spPr>
            <a:xfrm>
              <a:off x="688700" y="4545400"/>
              <a:ext cx="23475" cy="23475"/>
            </a:xfrm>
            <a:custGeom>
              <a:rect b="b" l="l" r="r" t="t"/>
              <a:pathLst>
                <a:path extrusionOk="0" h="939" w="939">
                  <a:moveTo>
                    <a:pt x="0" y="0"/>
                  </a:moveTo>
                  <a:lnTo>
                    <a:pt x="0" y="939"/>
                  </a:lnTo>
                  <a:lnTo>
                    <a:pt x="938" y="939"/>
                  </a:lnTo>
                  <a:lnTo>
                    <a:pt x="938"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37"/>
            <p:cNvSpPr/>
            <p:nvPr/>
          </p:nvSpPr>
          <p:spPr>
            <a:xfrm>
              <a:off x="688700"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37"/>
            <p:cNvSpPr/>
            <p:nvPr/>
          </p:nvSpPr>
          <p:spPr>
            <a:xfrm>
              <a:off x="688700"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37"/>
            <p:cNvSpPr/>
            <p:nvPr/>
          </p:nvSpPr>
          <p:spPr>
            <a:xfrm>
              <a:off x="688700"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37"/>
            <p:cNvSpPr/>
            <p:nvPr/>
          </p:nvSpPr>
          <p:spPr>
            <a:xfrm>
              <a:off x="664950" y="4545400"/>
              <a:ext cx="23775" cy="23475"/>
            </a:xfrm>
            <a:custGeom>
              <a:rect b="b" l="l" r="r" t="t"/>
              <a:pathLst>
                <a:path extrusionOk="0" h="939" w="951">
                  <a:moveTo>
                    <a:pt x="1" y="0"/>
                  </a:moveTo>
                  <a:lnTo>
                    <a:pt x="1" y="939"/>
                  </a:lnTo>
                  <a:lnTo>
                    <a:pt x="950" y="939"/>
                  </a:lnTo>
                  <a:lnTo>
                    <a:pt x="950"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37"/>
            <p:cNvSpPr/>
            <p:nvPr/>
          </p:nvSpPr>
          <p:spPr>
            <a:xfrm>
              <a:off x="664950" y="4522225"/>
              <a:ext cx="23775" cy="23200"/>
            </a:xfrm>
            <a:custGeom>
              <a:rect b="b" l="l" r="r" t="t"/>
              <a:pathLst>
                <a:path extrusionOk="0" h="928" w="951">
                  <a:moveTo>
                    <a:pt x="1" y="1"/>
                  </a:moveTo>
                  <a:lnTo>
                    <a:pt x="1" y="927"/>
                  </a:lnTo>
                  <a:lnTo>
                    <a:pt x="950" y="927"/>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37"/>
            <p:cNvSpPr/>
            <p:nvPr/>
          </p:nvSpPr>
          <p:spPr>
            <a:xfrm>
              <a:off x="664950" y="4498775"/>
              <a:ext cx="23775" cy="23475"/>
            </a:xfrm>
            <a:custGeom>
              <a:rect b="b" l="l" r="r" t="t"/>
              <a:pathLst>
                <a:path extrusionOk="0" h="939" w="951">
                  <a:moveTo>
                    <a:pt x="1" y="1"/>
                  </a:moveTo>
                  <a:lnTo>
                    <a:pt x="1" y="939"/>
                  </a:lnTo>
                  <a:lnTo>
                    <a:pt x="950" y="939"/>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37"/>
            <p:cNvSpPr/>
            <p:nvPr/>
          </p:nvSpPr>
          <p:spPr>
            <a:xfrm>
              <a:off x="641500" y="4545400"/>
              <a:ext cx="23475" cy="23475"/>
            </a:xfrm>
            <a:custGeom>
              <a:rect b="b" l="l" r="r" t="t"/>
              <a:pathLst>
                <a:path extrusionOk="0" h="939" w="939">
                  <a:moveTo>
                    <a:pt x="1" y="0"/>
                  </a:moveTo>
                  <a:lnTo>
                    <a:pt x="1" y="939"/>
                  </a:lnTo>
                  <a:lnTo>
                    <a:pt x="939" y="939"/>
                  </a:lnTo>
                  <a:lnTo>
                    <a:pt x="9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6" name="Google Shape;4636;p37"/>
          <p:cNvGrpSpPr/>
          <p:nvPr/>
        </p:nvGrpSpPr>
        <p:grpSpPr>
          <a:xfrm>
            <a:off x="6445048" y="3959128"/>
            <a:ext cx="523853" cy="572689"/>
            <a:chOff x="306250" y="4311475"/>
            <a:chExt cx="235450" cy="257400"/>
          </a:xfrm>
        </p:grpSpPr>
        <p:sp>
          <p:nvSpPr>
            <p:cNvPr id="4637" name="Google Shape;4637;p37"/>
            <p:cNvSpPr/>
            <p:nvPr/>
          </p:nvSpPr>
          <p:spPr>
            <a:xfrm>
              <a:off x="518225"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37"/>
            <p:cNvSpPr/>
            <p:nvPr/>
          </p:nvSpPr>
          <p:spPr>
            <a:xfrm>
              <a:off x="47100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37"/>
            <p:cNvSpPr/>
            <p:nvPr/>
          </p:nvSpPr>
          <p:spPr>
            <a:xfrm>
              <a:off x="471000" y="4404975"/>
              <a:ext cx="23475" cy="23475"/>
            </a:xfrm>
            <a:custGeom>
              <a:rect b="b" l="l" r="r" t="t"/>
              <a:pathLst>
                <a:path extrusionOk="0" h="939" w="939">
                  <a:moveTo>
                    <a:pt x="1" y="0"/>
                  </a:moveTo>
                  <a:lnTo>
                    <a:pt x="1" y="939"/>
                  </a:lnTo>
                  <a:lnTo>
                    <a:pt x="939" y="939"/>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37"/>
            <p:cNvSpPr/>
            <p:nvPr/>
          </p:nvSpPr>
          <p:spPr>
            <a:xfrm>
              <a:off x="44755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37"/>
            <p:cNvSpPr/>
            <p:nvPr/>
          </p:nvSpPr>
          <p:spPr>
            <a:xfrm>
              <a:off x="400350" y="4428425"/>
              <a:ext cx="47225" cy="46925"/>
            </a:xfrm>
            <a:custGeom>
              <a:rect b="b" l="l" r="r" t="t"/>
              <a:pathLst>
                <a:path extrusionOk="0" h="1877" w="1889">
                  <a:moveTo>
                    <a:pt x="1" y="1"/>
                  </a:moveTo>
                  <a:lnTo>
                    <a:pt x="1" y="939"/>
                  </a:lnTo>
                  <a:lnTo>
                    <a:pt x="1" y="1877"/>
                  </a:lnTo>
                  <a:lnTo>
                    <a:pt x="1889" y="1877"/>
                  </a:lnTo>
                  <a:lnTo>
                    <a:pt x="1889" y="939"/>
                  </a:lnTo>
                  <a:lnTo>
                    <a:pt x="188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37"/>
            <p:cNvSpPr/>
            <p:nvPr/>
          </p:nvSpPr>
          <p:spPr>
            <a:xfrm>
              <a:off x="400350" y="4358075"/>
              <a:ext cx="23500" cy="23475"/>
            </a:xfrm>
            <a:custGeom>
              <a:rect b="b" l="l" r="r" t="t"/>
              <a:pathLst>
                <a:path extrusionOk="0" h="939" w="940">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37"/>
            <p:cNvSpPr/>
            <p:nvPr/>
          </p:nvSpPr>
          <p:spPr>
            <a:xfrm>
              <a:off x="37690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37"/>
            <p:cNvSpPr/>
            <p:nvPr/>
          </p:nvSpPr>
          <p:spPr>
            <a:xfrm>
              <a:off x="35345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37"/>
            <p:cNvSpPr/>
            <p:nvPr/>
          </p:nvSpPr>
          <p:spPr>
            <a:xfrm>
              <a:off x="400350" y="4311475"/>
              <a:ext cx="23500" cy="23475"/>
            </a:xfrm>
            <a:custGeom>
              <a:rect b="b" l="l" r="r" t="t"/>
              <a:pathLst>
                <a:path extrusionOk="0" h="939" w="940">
                  <a:moveTo>
                    <a:pt x="1" y="1"/>
                  </a:moveTo>
                  <a:lnTo>
                    <a:pt x="1" y="939"/>
                  </a:lnTo>
                  <a:lnTo>
                    <a:pt x="939" y="939"/>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37"/>
            <p:cNvSpPr/>
            <p:nvPr/>
          </p:nvSpPr>
          <p:spPr>
            <a:xfrm>
              <a:off x="376900" y="4334925"/>
              <a:ext cx="23475" cy="23175"/>
            </a:xfrm>
            <a:custGeom>
              <a:rect b="b" l="l" r="r" t="t"/>
              <a:pathLst>
                <a:path extrusionOk="0" h="927" w="939">
                  <a:moveTo>
                    <a:pt x="1" y="1"/>
                  </a:moveTo>
                  <a:lnTo>
                    <a:pt x="1" y="926"/>
                  </a:lnTo>
                  <a:lnTo>
                    <a:pt x="939" y="926"/>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37"/>
            <p:cNvSpPr/>
            <p:nvPr/>
          </p:nvSpPr>
          <p:spPr>
            <a:xfrm>
              <a:off x="353450" y="4358075"/>
              <a:ext cx="23475" cy="23475"/>
            </a:xfrm>
            <a:custGeom>
              <a:rect b="b" l="l" r="r" t="t"/>
              <a:pathLst>
                <a:path extrusionOk="0" h="939" w="939">
                  <a:moveTo>
                    <a:pt x="1" y="0"/>
                  </a:moveTo>
                  <a:lnTo>
                    <a:pt x="1" y="938"/>
                  </a:lnTo>
                  <a:lnTo>
                    <a:pt x="939" y="938"/>
                  </a:lnTo>
                  <a:lnTo>
                    <a:pt x="939"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37"/>
            <p:cNvSpPr/>
            <p:nvPr/>
          </p:nvSpPr>
          <p:spPr>
            <a:xfrm>
              <a:off x="329700" y="4381525"/>
              <a:ext cx="23775" cy="23475"/>
            </a:xfrm>
            <a:custGeom>
              <a:rect b="b" l="l" r="r" t="t"/>
              <a:pathLst>
                <a:path extrusionOk="0" h="939" w="951">
                  <a:moveTo>
                    <a:pt x="0" y="0"/>
                  </a:moveTo>
                  <a:lnTo>
                    <a:pt x="0" y="938"/>
                  </a:lnTo>
                  <a:lnTo>
                    <a:pt x="951" y="938"/>
                  </a:lnTo>
                  <a:lnTo>
                    <a:pt x="951"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37"/>
            <p:cNvSpPr/>
            <p:nvPr/>
          </p:nvSpPr>
          <p:spPr>
            <a:xfrm>
              <a:off x="306250" y="4404975"/>
              <a:ext cx="23475" cy="93825"/>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37"/>
            <p:cNvSpPr/>
            <p:nvPr/>
          </p:nvSpPr>
          <p:spPr>
            <a:xfrm>
              <a:off x="400350" y="4498775"/>
              <a:ext cx="47225" cy="70100"/>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37"/>
            <p:cNvSpPr/>
            <p:nvPr/>
          </p:nvSpPr>
          <p:spPr>
            <a:xfrm>
              <a:off x="400350" y="4475325"/>
              <a:ext cx="47225" cy="23475"/>
            </a:xfrm>
            <a:custGeom>
              <a:rect b="b" l="l" r="r" t="t"/>
              <a:pathLst>
                <a:path extrusionOk="0" h="939" w="1889">
                  <a:moveTo>
                    <a:pt x="1" y="1"/>
                  </a:moveTo>
                  <a:lnTo>
                    <a:pt x="1" y="939"/>
                  </a:lnTo>
                  <a:lnTo>
                    <a:pt x="1889" y="939"/>
                  </a:lnTo>
                  <a:lnTo>
                    <a:pt x="188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37"/>
            <p:cNvSpPr/>
            <p:nvPr/>
          </p:nvSpPr>
          <p:spPr>
            <a:xfrm>
              <a:off x="329700" y="4311475"/>
              <a:ext cx="212000" cy="140425"/>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37"/>
            <p:cNvSpPr/>
            <p:nvPr/>
          </p:nvSpPr>
          <p:spPr>
            <a:xfrm>
              <a:off x="376900" y="4358075"/>
              <a:ext cx="23475" cy="23475"/>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4" name="Google Shape;4654;p37"/>
          <p:cNvGrpSpPr/>
          <p:nvPr/>
        </p:nvGrpSpPr>
        <p:grpSpPr>
          <a:xfrm>
            <a:off x="7625394" y="4193867"/>
            <a:ext cx="309146" cy="337966"/>
            <a:chOff x="306250" y="4311475"/>
            <a:chExt cx="235450" cy="257400"/>
          </a:xfrm>
        </p:grpSpPr>
        <p:sp>
          <p:nvSpPr>
            <p:cNvPr id="4655" name="Google Shape;4655;p37"/>
            <p:cNvSpPr/>
            <p:nvPr/>
          </p:nvSpPr>
          <p:spPr>
            <a:xfrm>
              <a:off x="518225"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37"/>
            <p:cNvSpPr/>
            <p:nvPr/>
          </p:nvSpPr>
          <p:spPr>
            <a:xfrm>
              <a:off x="47100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37"/>
            <p:cNvSpPr/>
            <p:nvPr/>
          </p:nvSpPr>
          <p:spPr>
            <a:xfrm>
              <a:off x="471000" y="4404975"/>
              <a:ext cx="23475" cy="23475"/>
            </a:xfrm>
            <a:custGeom>
              <a:rect b="b" l="l" r="r" t="t"/>
              <a:pathLst>
                <a:path extrusionOk="0" h="939" w="939">
                  <a:moveTo>
                    <a:pt x="1" y="0"/>
                  </a:moveTo>
                  <a:lnTo>
                    <a:pt x="1" y="939"/>
                  </a:lnTo>
                  <a:lnTo>
                    <a:pt x="939" y="939"/>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37"/>
            <p:cNvSpPr/>
            <p:nvPr/>
          </p:nvSpPr>
          <p:spPr>
            <a:xfrm>
              <a:off x="44755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37"/>
            <p:cNvSpPr/>
            <p:nvPr/>
          </p:nvSpPr>
          <p:spPr>
            <a:xfrm>
              <a:off x="400350" y="4428425"/>
              <a:ext cx="47225" cy="46925"/>
            </a:xfrm>
            <a:custGeom>
              <a:rect b="b" l="l" r="r" t="t"/>
              <a:pathLst>
                <a:path extrusionOk="0" h="1877" w="1889">
                  <a:moveTo>
                    <a:pt x="1" y="1"/>
                  </a:moveTo>
                  <a:lnTo>
                    <a:pt x="1" y="939"/>
                  </a:lnTo>
                  <a:lnTo>
                    <a:pt x="1" y="1877"/>
                  </a:lnTo>
                  <a:lnTo>
                    <a:pt x="1889" y="1877"/>
                  </a:lnTo>
                  <a:lnTo>
                    <a:pt x="1889" y="939"/>
                  </a:lnTo>
                  <a:lnTo>
                    <a:pt x="188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37"/>
            <p:cNvSpPr/>
            <p:nvPr/>
          </p:nvSpPr>
          <p:spPr>
            <a:xfrm>
              <a:off x="400350" y="4358075"/>
              <a:ext cx="23500" cy="23475"/>
            </a:xfrm>
            <a:custGeom>
              <a:rect b="b" l="l" r="r" t="t"/>
              <a:pathLst>
                <a:path extrusionOk="0" h="939" w="940">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37"/>
            <p:cNvSpPr/>
            <p:nvPr/>
          </p:nvSpPr>
          <p:spPr>
            <a:xfrm>
              <a:off x="37690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37"/>
            <p:cNvSpPr/>
            <p:nvPr/>
          </p:nvSpPr>
          <p:spPr>
            <a:xfrm>
              <a:off x="35345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37"/>
            <p:cNvSpPr/>
            <p:nvPr/>
          </p:nvSpPr>
          <p:spPr>
            <a:xfrm>
              <a:off x="400350" y="4311475"/>
              <a:ext cx="23500" cy="23475"/>
            </a:xfrm>
            <a:custGeom>
              <a:rect b="b" l="l" r="r" t="t"/>
              <a:pathLst>
                <a:path extrusionOk="0" h="939" w="940">
                  <a:moveTo>
                    <a:pt x="1" y="1"/>
                  </a:moveTo>
                  <a:lnTo>
                    <a:pt x="1" y="939"/>
                  </a:lnTo>
                  <a:lnTo>
                    <a:pt x="939" y="939"/>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37"/>
            <p:cNvSpPr/>
            <p:nvPr/>
          </p:nvSpPr>
          <p:spPr>
            <a:xfrm>
              <a:off x="376900" y="4334925"/>
              <a:ext cx="23475" cy="23175"/>
            </a:xfrm>
            <a:custGeom>
              <a:rect b="b" l="l" r="r" t="t"/>
              <a:pathLst>
                <a:path extrusionOk="0" h="927" w="939">
                  <a:moveTo>
                    <a:pt x="1" y="1"/>
                  </a:moveTo>
                  <a:lnTo>
                    <a:pt x="1" y="926"/>
                  </a:lnTo>
                  <a:lnTo>
                    <a:pt x="939" y="926"/>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37"/>
            <p:cNvSpPr/>
            <p:nvPr/>
          </p:nvSpPr>
          <p:spPr>
            <a:xfrm>
              <a:off x="353450" y="4358075"/>
              <a:ext cx="23475" cy="23475"/>
            </a:xfrm>
            <a:custGeom>
              <a:rect b="b" l="l" r="r" t="t"/>
              <a:pathLst>
                <a:path extrusionOk="0" h="939" w="939">
                  <a:moveTo>
                    <a:pt x="1" y="0"/>
                  </a:moveTo>
                  <a:lnTo>
                    <a:pt x="1" y="938"/>
                  </a:lnTo>
                  <a:lnTo>
                    <a:pt x="939" y="938"/>
                  </a:lnTo>
                  <a:lnTo>
                    <a:pt x="939"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37"/>
            <p:cNvSpPr/>
            <p:nvPr/>
          </p:nvSpPr>
          <p:spPr>
            <a:xfrm>
              <a:off x="329700" y="4381525"/>
              <a:ext cx="23775" cy="23475"/>
            </a:xfrm>
            <a:custGeom>
              <a:rect b="b" l="l" r="r" t="t"/>
              <a:pathLst>
                <a:path extrusionOk="0" h="939" w="951">
                  <a:moveTo>
                    <a:pt x="0" y="0"/>
                  </a:moveTo>
                  <a:lnTo>
                    <a:pt x="0" y="938"/>
                  </a:lnTo>
                  <a:lnTo>
                    <a:pt x="951" y="938"/>
                  </a:lnTo>
                  <a:lnTo>
                    <a:pt x="951"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37"/>
            <p:cNvSpPr/>
            <p:nvPr/>
          </p:nvSpPr>
          <p:spPr>
            <a:xfrm>
              <a:off x="306250" y="4404975"/>
              <a:ext cx="23475" cy="93825"/>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37"/>
            <p:cNvSpPr/>
            <p:nvPr/>
          </p:nvSpPr>
          <p:spPr>
            <a:xfrm>
              <a:off x="400350" y="4498775"/>
              <a:ext cx="47225" cy="70100"/>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37"/>
            <p:cNvSpPr/>
            <p:nvPr/>
          </p:nvSpPr>
          <p:spPr>
            <a:xfrm>
              <a:off x="400350" y="4475325"/>
              <a:ext cx="47225" cy="23475"/>
            </a:xfrm>
            <a:custGeom>
              <a:rect b="b" l="l" r="r" t="t"/>
              <a:pathLst>
                <a:path extrusionOk="0" h="939" w="1889">
                  <a:moveTo>
                    <a:pt x="1" y="1"/>
                  </a:moveTo>
                  <a:lnTo>
                    <a:pt x="1" y="939"/>
                  </a:lnTo>
                  <a:lnTo>
                    <a:pt x="1889" y="939"/>
                  </a:lnTo>
                  <a:lnTo>
                    <a:pt x="188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37"/>
            <p:cNvSpPr/>
            <p:nvPr/>
          </p:nvSpPr>
          <p:spPr>
            <a:xfrm>
              <a:off x="329700" y="4311475"/>
              <a:ext cx="212000" cy="140425"/>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37"/>
            <p:cNvSpPr/>
            <p:nvPr/>
          </p:nvSpPr>
          <p:spPr>
            <a:xfrm>
              <a:off x="376900" y="4358075"/>
              <a:ext cx="23475" cy="23475"/>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2" name="Google Shape;4672;p37"/>
          <p:cNvGrpSpPr/>
          <p:nvPr/>
        </p:nvGrpSpPr>
        <p:grpSpPr>
          <a:xfrm>
            <a:off x="7143686" y="2596026"/>
            <a:ext cx="579143" cy="516117"/>
            <a:chOff x="7878761" y="2153313"/>
            <a:chExt cx="579143" cy="516117"/>
          </a:xfrm>
        </p:grpSpPr>
        <p:grpSp>
          <p:nvGrpSpPr>
            <p:cNvPr id="4673" name="Google Shape;4673;p37"/>
            <p:cNvGrpSpPr/>
            <p:nvPr/>
          </p:nvGrpSpPr>
          <p:grpSpPr>
            <a:xfrm rot="-5400000">
              <a:off x="8040243" y="2122732"/>
              <a:ext cx="387080" cy="448243"/>
              <a:chOff x="7858018" y="1295107"/>
              <a:chExt cx="387080" cy="448243"/>
            </a:xfrm>
          </p:grpSpPr>
          <p:sp>
            <p:nvSpPr>
              <p:cNvPr id="4674" name="Google Shape;4674;p37"/>
              <p:cNvSpPr/>
              <p:nvPr/>
            </p:nvSpPr>
            <p:spPr>
              <a:xfrm>
                <a:off x="8116068" y="129510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5" name="Google Shape;4675;p37"/>
              <p:cNvGrpSpPr/>
              <p:nvPr/>
            </p:nvGrpSpPr>
            <p:grpSpPr>
              <a:xfrm>
                <a:off x="7858018" y="1481557"/>
                <a:ext cx="387080" cy="261793"/>
                <a:chOff x="7858018" y="1481557"/>
                <a:chExt cx="387080" cy="261793"/>
              </a:xfrm>
            </p:grpSpPr>
            <p:sp>
              <p:nvSpPr>
                <p:cNvPr id="4676" name="Google Shape;4676;p37"/>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37"/>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37"/>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37"/>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37"/>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81" name="Google Shape;4681;p37"/>
            <p:cNvSpPr/>
            <p:nvPr/>
          </p:nvSpPr>
          <p:spPr>
            <a:xfrm rot="-5400000">
              <a:off x="7879693" y="2281419"/>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37"/>
            <p:cNvSpPr/>
            <p:nvPr/>
          </p:nvSpPr>
          <p:spPr>
            <a:xfrm rot="-5400000">
              <a:off x="8010593" y="2539469"/>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3" name="Google Shape;4683;p37"/>
          <p:cNvGrpSpPr/>
          <p:nvPr/>
        </p:nvGrpSpPr>
        <p:grpSpPr>
          <a:xfrm rot="5400000">
            <a:off x="8064665" y="351303"/>
            <a:ext cx="309101" cy="309151"/>
            <a:chOff x="467425" y="2009500"/>
            <a:chExt cx="153950" cy="153975"/>
          </a:xfrm>
        </p:grpSpPr>
        <p:sp>
          <p:nvSpPr>
            <p:cNvPr id="4684" name="Google Shape;4684;p37"/>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37"/>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37"/>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37"/>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37"/>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37"/>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37"/>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37"/>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37"/>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37"/>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37"/>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37"/>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37"/>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37"/>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37"/>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9" name="Google Shape;4699;p37"/>
          <p:cNvGrpSpPr/>
          <p:nvPr/>
        </p:nvGrpSpPr>
        <p:grpSpPr>
          <a:xfrm>
            <a:off x="8479268" y="351328"/>
            <a:ext cx="309151" cy="309101"/>
            <a:chOff x="7709655" y="744203"/>
            <a:chExt cx="309151" cy="309101"/>
          </a:xfrm>
        </p:grpSpPr>
        <p:grpSp>
          <p:nvGrpSpPr>
            <p:cNvPr id="4700" name="Google Shape;4700;p37"/>
            <p:cNvGrpSpPr/>
            <p:nvPr/>
          </p:nvGrpSpPr>
          <p:grpSpPr>
            <a:xfrm rot="5400000">
              <a:off x="7709680" y="744178"/>
              <a:ext cx="309101" cy="309151"/>
              <a:chOff x="272300" y="2009500"/>
              <a:chExt cx="153950" cy="153975"/>
            </a:xfrm>
          </p:grpSpPr>
          <p:sp>
            <p:nvSpPr>
              <p:cNvPr id="4701" name="Google Shape;4701;p37"/>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37"/>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37"/>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37"/>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37"/>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37"/>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37"/>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37"/>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37"/>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37"/>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37"/>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37"/>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37"/>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37"/>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15" name="Google Shape;4715;p37"/>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9" name="Shape 4719"/>
        <p:cNvGrpSpPr/>
        <p:nvPr/>
      </p:nvGrpSpPr>
      <p:grpSpPr>
        <a:xfrm>
          <a:off x="0" y="0"/>
          <a:ext cx="0" cy="0"/>
          <a:chOff x="0" y="0"/>
          <a:chExt cx="0" cy="0"/>
        </a:xfrm>
      </p:grpSpPr>
      <p:sp>
        <p:nvSpPr>
          <p:cNvPr id="4720" name="Google Shape;4720;p3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Details</a:t>
            </a:r>
            <a:r>
              <a:rPr lang="en"/>
              <a:t> (.README)</a:t>
            </a:r>
            <a:endParaRPr/>
          </a:p>
        </p:txBody>
      </p:sp>
      <p:sp>
        <p:nvSpPr>
          <p:cNvPr id="4721" name="Google Shape;4721;p38"/>
          <p:cNvSpPr txBox="1"/>
          <p:nvPr>
            <p:ph idx="1" type="body"/>
          </p:nvPr>
        </p:nvSpPr>
        <p:spPr>
          <a:xfrm>
            <a:off x="720000" y="923875"/>
            <a:ext cx="7704000" cy="348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 Use three golden keys gained through levels 1-3 to open the cage holding Milton’s  brothers: Let and Burg</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Font typeface="Quicksand"/>
              <a:buChar char="●"/>
            </a:pPr>
            <a:r>
              <a:rPr lang="en"/>
              <a:t>Controls: Milton can move left/right with arrow keys, jump and double jump with the spacebar</a:t>
            </a:r>
            <a:endParaRPr/>
          </a:p>
          <a:p>
            <a:pPr indent="-304800" lvl="0" marL="457200" rtl="0" algn="l">
              <a:spcBef>
                <a:spcPts val="0"/>
              </a:spcBef>
              <a:spcAft>
                <a:spcPts val="0"/>
              </a:spcAft>
              <a:buSzPts val="1200"/>
              <a:buFont typeface="Quicksand"/>
              <a:buChar char="●"/>
            </a:pPr>
            <a:r>
              <a:rPr lang="en"/>
              <a:t>Screens: title, next level, game over, level select</a:t>
            </a:r>
            <a:endParaRPr/>
          </a:p>
          <a:p>
            <a:pPr indent="-317500" lvl="0" marL="457200" rtl="0" algn="l">
              <a:spcBef>
                <a:spcPts val="0"/>
              </a:spcBef>
              <a:spcAft>
                <a:spcPts val="0"/>
              </a:spcAft>
              <a:buSzPts val="1400"/>
              <a:buFont typeface="Quicksand"/>
              <a:buChar char="●"/>
            </a:pPr>
            <a:r>
              <a:rPr lang="en"/>
              <a:t>3 Levels</a:t>
            </a:r>
            <a:endParaRPr/>
          </a:p>
          <a:p>
            <a:pPr indent="-304800" lvl="1" marL="914400" rtl="0" algn="l">
              <a:spcBef>
                <a:spcPts val="0"/>
              </a:spcBef>
              <a:spcAft>
                <a:spcPts val="0"/>
              </a:spcAft>
              <a:buSzPts val="1200"/>
              <a:buAutoNum type="alphaLcPeriod"/>
            </a:pPr>
            <a:r>
              <a:rPr lang="en" sz="1200"/>
              <a:t>Episode 1: Breaking Bad - essentially a tutorial level that guides player through basic controls with a little speech block thing that provides exposition (text block object is shown in videos 79-80) and introduces them to the objects, obstacles, checkpoints and story (Scene &gt; Testing2 in Unity)</a:t>
            </a:r>
            <a:endParaRPr sz="1200"/>
          </a:p>
          <a:p>
            <a:pPr indent="-304800" lvl="1" marL="914400" rtl="0" algn="l">
              <a:spcBef>
                <a:spcPts val="0"/>
              </a:spcBef>
              <a:spcAft>
                <a:spcPts val="0"/>
              </a:spcAft>
              <a:buSzPts val="1200"/>
              <a:buAutoNum type="alphaLcPeriod"/>
            </a:pPr>
            <a:r>
              <a:rPr lang="en" sz="1200"/>
              <a:t>Episode 2: Malcolm in the Middle - Malcolm in the Middle - medium difficulty level to test some player skills (Scene &gt; Testing in Unity)</a:t>
            </a:r>
            <a:endParaRPr sz="1200"/>
          </a:p>
          <a:p>
            <a:pPr indent="-304800" lvl="1" marL="914400" rtl="0" algn="l">
              <a:spcBef>
                <a:spcPts val="0"/>
              </a:spcBef>
              <a:spcAft>
                <a:spcPts val="0"/>
              </a:spcAft>
              <a:buSzPts val="1200"/>
              <a:buAutoNum type="alphaLcPeriod"/>
            </a:pPr>
            <a:r>
              <a:rPr lang="en" sz="1200"/>
              <a:t>Episode 3: Arrested Development - defeat big snake use golden keys to save Milton’s family, brothers Let and Burg (get it?) who look exactly like Milton but have a different secondary fur color, from cage</a:t>
            </a:r>
            <a:endParaRPr/>
          </a:p>
        </p:txBody>
      </p:sp>
      <p:grpSp>
        <p:nvGrpSpPr>
          <p:cNvPr id="4722" name="Google Shape;4722;p38"/>
          <p:cNvGrpSpPr/>
          <p:nvPr/>
        </p:nvGrpSpPr>
        <p:grpSpPr>
          <a:xfrm>
            <a:off x="719995" y="3197235"/>
            <a:ext cx="259159" cy="272180"/>
            <a:chOff x="4685992" y="1362548"/>
            <a:chExt cx="720886" cy="757106"/>
          </a:xfrm>
        </p:grpSpPr>
        <p:sp>
          <p:nvSpPr>
            <p:cNvPr id="4723" name="Google Shape;4723;p38"/>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38"/>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38"/>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38"/>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38"/>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38"/>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38"/>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38"/>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38"/>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38"/>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38"/>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38"/>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38"/>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38"/>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38"/>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38"/>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38"/>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38"/>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38"/>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38"/>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38"/>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38"/>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38"/>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38"/>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38"/>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8" name="Google Shape;4748;p38"/>
          <p:cNvGrpSpPr/>
          <p:nvPr/>
        </p:nvGrpSpPr>
        <p:grpSpPr>
          <a:xfrm rot="2700000">
            <a:off x="8016920" y="2284285"/>
            <a:ext cx="124930" cy="124095"/>
            <a:chOff x="4891103" y="1571383"/>
            <a:chExt cx="347518" cy="345195"/>
          </a:xfrm>
        </p:grpSpPr>
        <p:sp>
          <p:nvSpPr>
            <p:cNvPr id="4749" name="Google Shape;4749;p38"/>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38"/>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38"/>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38"/>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38"/>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38"/>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38"/>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38"/>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38"/>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38"/>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38"/>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38"/>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38"/>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2" name="Google Shape;4762;p38"/>
          <p:cNvGrpSpPr/>
          <p:nvPr/>
        </p:nvGrpSpPr>
        <p:grpSpPr>
          <a:xfrm>
            <a:off x="246473" y="4080753"/>
            <a:ext cx="426985" cy="466880"/>
            <a:chOff x="1129378" y="3247948"/>
            <a:chExt cx="928026" cy="1014516"/>
          </a:xfrm>
        </p:grpSpPr>
        <p:sp>
          <p:nvSpPr>
            <p:cNvPr id="4763" name="Google Shape;4763;p38"/>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38"/>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38"/>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38"/>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38"/>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38"/>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38"/>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38"/>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38"/>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38"/>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38"/>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38"/>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38"/>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38"/>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38"/>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38"/>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38"/>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0" name="Google Shape;4780;p38"/>
          <p:cNvGrpSpPr/>
          <p:nvPr/>
        </p:nvGrpSpPr>
        <p:grpSpPr>
          <a:xfrm>
            <a:off x="8230038" y="3936991"/>
            <a:ext cx="558393" cy="610434"/>
            <a:chOff x="1129378" y="3247948"/>
            <a:chExt cx="928026" cy="1014516"/>
          </a:xfrm>
        </p:grpSpPr>
        <p:sp>
          <p:nvSpPr>
            <p:cNvPr id="4781" name="Google Shape;4781;p38"/>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38"/>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38"/>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38"/>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38"/>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38"/>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38"/>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38"/>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38"/>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38"/>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38"/>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38"/>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38"/>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38"/>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38"/>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38"/>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38"/>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8" name="Google Shape;4798;p38"/>
          <p:cNvGrpSpPr/>
          <p:nvPr/>
        </p:nvGrpSpPr>
        <p:grpSpPr>
          <a:xfrm>
            <a:off x="1052135" y="4376582"/>
            <a:ext cx="309146" cy="170855"/>
            <a:chOff x="641500" y="4451875"/>
            <a:chExt cx="211700" cy="117000"/>
          </a:xfrm>
        </p:grpSpPr>
        <p:sp>
          <p:nvSpPr>
            <p:cNvPr id="4799" name="Google Shape;4799;p38"/>
            <p:cNvSpPr/>
            <p:nvPr/>
          </p:nvSpPr>
          <p:spPr>
            <a:xfrm>
              <a:off x="8297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38"/>
            <p:cNvSpPr/>
            <p:nvPr/>
          </p:nvSpPr>
          <p:spPr>
            <a:xfrm>
              <a:off x="829725" y="4522225"/>
              <a:ext cx="23475" cy="23200"/>
            </a:xfrm>
            <a:custGeom>
              <a:rect b="b" l="l" r="r" t="t"/>
              <a:pathLst>
                <a:path extrusionOk="0" h="928" w="939">
                  <a:moveTo>
                    <a:pt x="0" y="1"/>
                  </a:moveTo>
                  <a:lnTo>
                    <a:pt x="0" y="927"/>
                  </a:lnTo>
                  <a:lnTo>
                    <a:pt x="938" y="927"/>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38"/>
            <p:cNvSpPr/>
            <p:nvPr/>
          </p:nvSpPr>
          <p:spPr>
            <a:xfrm>
              <a:off x="806275" y="4545400"/>
              <a:ext cx="23475" cy="23475"/>
            </a:xfrm>
            <a:custGeom>
              <a:rect b="b" l="l" r="r" t="t"/>
              <a:pathLst>
                <a:path extrusionOk="0" h="939" w="939">
                  <a:moveTo>
                    <a:pt x="0" y="0"/>
                  </a:moveTo>
                  <a:lnTo>
                    <a:pt x="0" y="939"/>
                  </a:lnTo>
                  <a:lnTo>
                    <a:pt x="938" y="939"/>
                  </a:lnTo>
                  <a:lnTo>
                    <a:pt x="938"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38"/>
            <p:cNvSpPr/>
            <p:nvPr/>
          </p:nvSpPr>
          <p:spPr>
            <a:xfrm>
              <a:off x="806275"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38"/>
            <p:cNvSpPr/>
            <p:nvPr/>
          </p:nvSpPr>
          <p:spPr>
            <a:xfrm>
              <a:off x="806275"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38"/>
            <p:cNvSpPr/>
            <p:nvPr/>
          </p:nvSpPr>
          <p:spPr>
            <a:xfrm>
              <a:off x="806275"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38"/>
            <p:cNvSpPr/>
            <p:nvPr/>
          </p:nvSpPr>
          <p:spPr>
            <a:xfrm>
              <a:off x="7828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38"/>
            <p:cNvSpPr/>
            <p:nvPr/>
          </p:nvSpPr>
          <p:spPr>
            <a:xfrm>
              <a:off x="782825" y="4522225"/>
              <a:ext cx="23475" cy="23200"/>
            </a:xfrm>
            <a:custGeom>
              <a:rect b="b" l="l" r="r" t="t"/>
              <a:pathLst>
                <a:path extrusionOk="0" h="928" w="939">
                  <a:moveTo>
                    <a:pt x="0" y="1"/>
                  </a:moveTo>
                  <a:lnTo>
                    <a:pt x="0" y="927"/>
                  </a:lnTo>
                  <a:lnTo>
                    <a:pt x="938" y="927"/>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38"/>
            <p:cNvSpPr/>
            <p:nvPr/>
          </p:nvSpPr>
          <p:spPr>
            <a:xfrm>
              <a:off x="782825"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38"/>
            <p:cNvSpPr/>
            <p:nvPr/>
          </p:nvSpPr>
          <p:spPr>
            <a:xfrm>
              <a:off x="782825"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38"/>
            <p:cNvSpPr/>
            <p:nvPr/>
          </p:nvSpPr>
          <p:spPr>
            <a:xfrm>
              <a:off x="759050" y="4545400"/>
              <a:ext cx="23800" cy="23475"/>
            </a:xfrm>
            <a:custGeom>
              <a:rect b="b" l="l" r="r" t="t"/>
              <a:pathLst>
                <a:path extrusionOk="0" h="939" w="952">
                  <a:moveTo>
                    <a:pt x="1" y="0"/>
                  </a:moveTo>
                  <a:lnTo>
                    <a:pt x="1" y="939"/>
                  </a:lnTo>
                  <a:lnTo>
                    <a:pt x="951" y="939"/>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38"/>
            <p:cNvSpPr/>
            <p:nvPr/>
          </p:nvSpPr>
          <p:spPr>
            <a:xfrm>
              <a:off x="759050" y="4522225"/>
              <a:ext cx="23800" cy="23200"/>
            </a:xfrm>
            <a:custGeom>
              <a:rect b="b" l="l" r="r" t="t"/>
              <a:pathLst>
                <a:path extrusionOk="0" h="928" w="952">
                  <a:moveTo>
                    <a:pt x="1" y="1"/>
                  </a:moveTo>
                  <a:lnTo>
                    <a:pt x="1" y="927"/>
                  </a:lnTo>
                  <a:lnTo>
                    <a:pt x="951" y="927"/>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38"/>
            <p:cNvSpPr/>
            <p:nvPr/>
          </p:nvSpPr>
          <p:spPr>
            <a:xfrm>
              <a:off x="759050" y="4498775"/>
              <a:ext cx="23800" cy="23475"/>
            </a:xfrm>
            <a:custGeom>
              <a:rect b="b" l="l" r="r" t="t"/>
              <a:pathLst>
                <a:path extrusionOk="0" h="939" w="952">
                  <a:moveTo>
                    <a:pt x="1" y="1"/>
                  </a:moveTo>
                  <a:lnTo>
                    <a:pt x="1" y="939"/>
                  </a:lnTo>
                  <a:lnTo>
                    <a:pt x="951" y="939"/>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38"/>
            <p:cNvSpPr/>
            <p:nvPr/>
          </p:nvSpPr>
          <p:spPr>
            <a:xfrm>
              <a:off x="759050" y="4475325"/>
              <a:ext cx="23800" cy="23475"/>
            </a:xfrm>
            <a:custGeom>
              <a:rect b="b" l="l" r="r" t="t"/>
              <a:pathLst>
                <a:path extrusionOk="0" h="939" w="952">
                  <a:moveTo>
                    <a:pt x="1" y="1"/>
                  </a:moveTo>
                  <a:lnTo>
                    <a:pt x="1" y="939"/>
                  </a:lnTo>
                  <a:lnTo>
                    <a:pt x="951" y="939"/>
                  </a:lnTo>
                  <a:lnTo>
                    <a:pt x="951"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38"/>
            <p:cNvSpPr/>
            <p:nvPr/>
          </p:nvSpPr>
          <p:spPr>
            <a:xfrm>
              <a:off x="759050" y="4451875"/>
              <a:ext cx="23800" cy="23475"/>
            </a:xfrm>
            <a:custGeom>
              <a:rect b="b" l="l" r="r" t="t"/>
              <a:pathLst>
                <a:path extrusionOk="0" h="939" w="952">
                  <a:moveTo>
                    <a:pt x="1" y="1"/>
                  </a:moveTo>
                  <a:lnTo>
                    <a:pt x="1" y="939"/>
                  </a:lnTo>
                  <a:lnTo>
                    <a:pt x="951" y="939"/>
                  </a:lnTo>
                  <a:lnTo>
                    <a:pt x="9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38"/>
            <p:cNvSpPr/>
            <p:nvPr/>
          </p:nvSpPr>
          <p:spPr>
            <a:xfrm>
              <a:off x="735600" y="4545400"/>
              <a:ext cx="23475" cy="23475"/>
            </a:xfrm>
            <a:custGeom>
              <a:rect b="b" l="l" r="r" t="t"/>
              <a:pathLst>
                <a:path extrusionOk="0" h="939" w="939">
                  <a:moveTo>
                    <a:pt x="0" y="0"/>
                  </a:moveTo>
                  <a:lnTo>
                    <a:pt x="0" y="939"/>
                  </a:lnTo>
                  <a:lnTo>
                    <a:pt x="939" y="939"/>
                  </a:lnTo>
                  <a:lnTo>
                    <a:pt x="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38"/>
            <p:cNvSpPr/>
            <p:nvPr/>
          </p:nvSpPr>
          <p:spPr>
            <a:xfrm>
              <a:off x="735600" y="4522225"/>
              <a:ext cx="23475" cy="23200"/>
            </a:xfrm>
            <a:custGeom>
              <a:rect b="b" l="l" r="r" t="t"/>
              <a:pathLst>
                <a:path extrusionOk="0" h="928" w="939">
                  <a:moveTo>
                    <a:pt x="0" y="1"/>
                  </a:moveTo>
                  <a:lnTo>
                    <a:pt x="0" y="927"/>
                  </a:lnTo>
                  <a:lnTo>
                    <a:pt x="939" y="927"/>
                  </a:lnTo>
                  <a:lnTo>
                    <a:pt x="9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38"/>
            <p:cNvSpPr/>
            <p:nvPr/>
          </p:nvSpPr>
          <p:spPr>
            <a:xfrm>
              <a:off x="735600" y="4498775"/>
              <a:ext cx="23475" cy="23475"/>
            </a:xfrm>
            <a:custGeom>
              <a:rect b="b" l="l" r="r" t="t"/>
              <a:pathLst>
                <a:path extrusionOk="0" h="939" w="939">
                  <a:moveTo>
                    <a:pt x="0" y="1"/>
                  </a:moveTo>
                  <a:lnTo>
                    <a:pt x="0" y="939"/>
                  </a:lnTo>
                  <a:lnTo>
                    <a:pt x="939" y="939"/>
                  </a:lnTo>
                  <a:lnTo>
                    <a:pt x="939"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38"/>
            <p:cNvSpPr/>
            <p:nvPr/>
          </p:nvSpPr>
          <p:spPr>
            <a:xfrm>
              <a:off x="735600" y="4475325"/>
              <a:ext cx="23475" cy="23475"/>
            </a:xfrm>
            <a:custGeom>
              <a:rect b="b" l="l" r="r" t="t"/>
              <a:pathLst>
                <a:path extrusionOk="0" h="939" w="939">
                  <a:moveTo>
                    <a:pt x="0" y="1"/>
                  </a:moveTo>
                  <a:lnTo>
                    <a:pt x="0" y="939"/>
                  </a:lnTo>
                  <a:lnTo>
                    <a:pt x="939" y="939"/>
                  </a:lnTo>
                  <a:lnTo>
                    <a:pt x="939"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38"/>
            <p:cNvSpPr/>
            <p:nvPr/>
          </p:nvSpPr>
          <p:spPr>
            <a:xfrm>
              <a:off x="735600" y="4451875"/>
              <a:ext cx="23475" cy="23475"/>
            </a:xfrm>
            <a:custGeom>
              <a:rect b="b" l="l" r="r" t="t"/>
              <a:pathLst>
                <a:path extrusionOk="0" h="939" w="939">
                  <a:moveTo>
                    <a:pt x="0" y="1"/>
                  </a:moveTo>
                  <a:lnTo>
                    <a:pt x="0" y="939"/>
                  </a:lnTo>
                  <a:lnTo>
                    <a:pt x="939" y="939"/>
                  </a:lnTo>
                  <a:lnTo>
                    <a:pt x="9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38"/>
            <p:cNvSpPr/>
            <p:nvPr/>
          </p:nvSpPr>
          <p:spPr>
            <a:xfrm>
              <a:off x="712150"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38"/>
            <p:cNvSpPr/>
            <p:nvPr/>
          </p:nvSpPr>
          <p:spPr>
            <a:xfrm>
              <a:off x="712150"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38"/>
            <p:cNvSpPr/>
            <p:nvPr/>
          </p:nvSpPr>
          <p:spPr>
            <a:xfrm>
              <a:off x="712150" y="449877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38"/>
            <p:cNvSpPr/>
            <p:nvPr/>
          </p:nvSpPr>
          <p:spPr>
            <a:xfrm>
              <a:off x="712150"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38"/>
            <p:cNvSpPr/>
            <p:nvPr/>
          </p:nvSpPr>
          <p:spPr>
            <a:xfrm>
              <a:off x="688700" y="4545400"/>
              <a:ext cx="23475" cy="23475"/>
            </a:xfrm>
            <a:custGeom>
              <a:rect b="b" l="l" r="r" t="t"/>
              <a:pathLst>
                <a:path extrusionOk="0" h="939" w="939">
                  <a:moveTo>
                    <a:pt x="0" y="0"/>
                  </a:moveTo>
                  <a:lnTo>
                    <a:pt x="0" y="939"/>
                  </a:lnTo>
                  <a:lnTo>
                    <a:pt x="938" y="939"/>
                  </a:lnTo>
                  <a:lnTo>
                    <a:pt x="938"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38"/>
            <p:cNvSpPr/>
            <p:nvPr/>
          </p:nvSpPr>
          <p:spPr>
            <a:xfrm>
              <a:off x="688700"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38"/>
            <p:cNvSpPr/>
            <p:nvPr/>
          </p:nvSpPr>
          <p:spPr>
            <a:xfrm>
              <a:off x="688700"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38"/>
            <p:cNvSpPr/>
            <p:nvPr/>
          </p:nvSpPr>
          <p:spPr>
            <a:xfrm>
              <a:off x="688700"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38"/>
            <p:cNvSpPr/>
            <p:nvPr/>
          </p:nvSpPr>
          <p:spPr>
            <a:xfrm>
              <a:off x="664950" y="4545400"/>
              <a:ext cx="23775" cy="23475"/>
            </a:xfrm>
            <a:custGeom>
              <a:rect b="b" l="l" r="r" t="t"/>
              <a:pathLst>
                <a:path extrusionOk="0" h="939" w="951">
                  <a:moveTo>
                    <a:pt x="1" y="0"/>
                  </a:moveTo>
                  <a:lnTo>
                    <a:pt x="1" y="939"/>
                  </a:lnTo>
                  <a:lnTo>
                    <a:pt x="950" y="939"/>
                  </a:lnTo>
                  <a:lnTo>
                    <a:pt x="950"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38"/>
            <p:cNvSpPr/>
            <p:nvPr/>
          </p:nvSpPr>
          <p:spPr>
            <a:xfrm>
              <a:off x="664950" y="4522225"/>
              <a:ext cx="23775" cy="23200"/>
            </a:xfrm>
            <a:custGeom>
              <a:rect b="b" l="l" r="r" t="t"/>
              <a:pathLst>
                <a:path extrusionOk="0" h="928" w="951">
                  <a:moveTo>
                    <a:pt x="1" y="1"/>
                  </a:moveTo>
                  <a:lnTo>
                    <a:pt x="1" y="927"/>
                  </a:lnTo>
                  <a:lnTo>
                    <a:pt x="950" y="927"/>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38"/>
            <p:cNvSpPr/>
            <p:nvPr/>
          </p:nvSpPr>
          <p:spPr>
            <a:xfrm>
              <a:off x="664950" y="4498775"/>
              <a:ext cx="23775" cy="23475"/>
            </a:xfrm>
            <a:custGeom>
              <a:rect b="b" l="l" r="r" t="t"/>
              <a:pathLst>
                <a:path extrusionOk="0" h="939" w="951">
                  <a:moveTo>
                    <a:pt x="1" y="1"/>
                  </a:moveTo>
                  <a:lnTo>
                    <a:pt x="1" y="939"/>
                  </a:lnTo>
                  <a:lnTo>
                    <a:pt x="950" y="939"/>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38"/>
            <p:cNvSpPr/>
            <p:nvPr/>
          </p:nvSpPr>
          <p:spPr>
            <a:xfrm>
              <a:off x="641500" y="4545400"/>
              <a:ext cx="23475" cy="23475"/>
            </a:xfrm>
            <a:custGeom>
              <a:rect b="b" l="l" r="r" t="t"/>
              <a:pathLst>
                <a:path extrusionOk="0" h="939" w="939">
                  <a:moveTo>
                    <a:pt x="1" y="0"/>
                  </a:moveTo>
                  <a:lnTo>
                    <a:pt x="1" y="939"/>
                  </a:lnTo>
                  <a:lnTo>
                    <a:pt x="939" y="939"/>
                  </a:lnTo>
                  <a:lnTo>
                    <a:pt x="9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1" name="Google Shape;4831;p38"/>
          <p:cNvGrpSpPr/>
          <p:nvPr/>
        </p:nvGrpSpPr>
        <p:grpSpPr>
          <a:xfrm>
            <a:off x="7755510" y="4376582"/>
            <a:ext cx="309146" cy="170855"/>
            <a:chOff x="641500" y="4451875"/>
            <a:chExt cx="211700" cy="117000"/>
          </a:xfrm>
        </p:grpSpPr>
        <p:sp>
          <p:nvSpPr>
            <p:cNvPr id="4832" name="Google Shape;4832;p38"/>
            <p:cNvSpPr/>
            <p:nvPr/>
          </p:nvSpPr>
          <p:spPr>
            <a:xfrm>
              <a:off x="8297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38"/>
            <p:cNvSpPr/>
            <p:nvPr/>
          </p:nvSpPr>
          <p:spPr>
            <a:xfrm>
              <a:off x="829725" y="4522225"/>
              <a:ext cx="23475" cy="23200"/>
            </a:xfrm>
            <a:custGeom>
              <a:rect b="b" l="l" r="r" t="t"/>
              <a:pathLst>
                <a:path extrusionOk="0" h="928" w="939">
                  <a:moveTo>
                    <a:pt x="0" y="1"/>
                  </a:moveTo>
                  <a:lnTo>
                    <a:pt x="0" y="927"/>
                  </a:lnTo>
                  <a:lnTo>
                    <a:pt x="938" y="927"/>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38"/>
            <p:cNvSpPr/>
            <p:nvPr/>
          </p:nvSpPr>
          <p:spPr>
            <a:xfrm>
              <a:off x="806275" y="4545400"/>
              <a:ext cx="23475" cy="23475"/>
            </a:xfrm>
            <a:custGeom>
              <a:rect b="b" l="l" r="r" t="t"/>
              <a:pathLst>
                <a:path extrusionOk="0" h="939" w="939">
                  <a:moveTo>
                    <a:pt x="0" y="0"/>
                  </a:moveTo>
                  <a:lnTo>
                    <a:pt x="0" y="939"/>
                  </a:lnTo>
                  <a:lnTo>
                    <a:pt x="938" y="939"/>
                  </a:lnTo>
                  <a:lnTo>
                    <a:pt x="938"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38"/>
            <p:cNvSpPr/>
            <p:nvPr/>
          </p:nvSpPr>
          <p:spPr>
            <a:xfrm>
              <a:off x="806275"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38"/>
            <p:cNvSpPr/>
            <p:nvPr/>
          </p:nvSpPr>
          <p:spPr>
            <a:xfrm>
              <a:off x="806275"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38"/>
            <p:cNvSpPr/>
            <p:nvPr/>
          </p:nvSpPr>
          <p:spPr>
            <a:xfrm>
              <a:off x="806275"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38"/>
            <p:cNvSpPr/>
            <p:nvPr/>
          </p:nvSpPr>
          <p:spPr>
            <a:xfrm>
              <a:off x="7828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38"/>
            <p:cNvSpPr/>
            <p:nvPr/>
          </p:nvSpPr>
          <p:spPr>
            <a:xfrm>
              <a:off x="782825" y="4522225"/>
              <a:ext cx="23475" cy="23200"/>
            </a:xfrm>
            <a:custGeom>
              <a:rect b="b" l="l" r="r" t="t"/>
              <a:pathLst>
                <a:path extrusionOk="0" h="928" w="939">
                  <a:moveTo>
                    <a:pt x="0" y="1"/>
                  </a:moveTo>
                  <a:lnTo>
                    <a:pt x="0" y="927"/>
                  </a:lnTo>
                  <a:lnTo>
                    <a:pt x="938" y="927"/>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38"/>
            <p:cNvSpPr/>
            <p:nvPr/>
          </p:nvSpPr>
          <p:spPr>
            <a:xfrm>
              <a:off x="782825"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38"/>
            <p:cNvSpPr/>
            <p:nvPr/>
          </p:nvSpPr>
          <p:spPr>
            <a:xfrm>
              <a:off x="782825"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38"/>
            <p:cNvSpPr/>
            <p:nvPr/>
          </p:nvSpPr>
          <p:spPr>
            <a:xfrm>
              <a:off x="759050" y="4545400"/>
              <a:ext cx="23800" cy="23475"/>
            </a:xfrm>
            <a:custGeom>
              <a:rect b="b" l="l" r="r" t="t"/>
              <a:pathLst>
                <a:path extrusionOk="0" h="939" w="952">
                  <a:moveTo>
                    <a:pt x="1" y="0"/>
                  </a:moveTo>
                  <a:lnTo>
                    <a:pt x="1" y="939"/>
                  </a:lnTo>
                  <a:lnTo>
                    <a:pt x="951" y="939"/>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38"/>
            <p:cNvSpPr/>
            <p:nvPr/>
          </p:nvSpPr>
          <p:spPr>
            <a:xfrm>
              <a:off x="759050" y="4522225"/>
              <a:ext cx="23800" cy="23200"/>
            </a:xfrm>
            <a:custGeom>
              <a:rect b="b" l="l" r="r" t="t"/>
              <a:pathLst>
                <a:path extrusionOk="0" h="928" w="952">
                  <a:moveTo>
                    <a:pt x="1" y="1"/>
                  </a:moveTo>
                  <a:lnTo>
                    <a:pt x="1" y="927"/>
                  </a:lnTo>
                  <a:lnTo>
                    <a:pt x="951" y="927"/>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38"/>
            <p:cNvSpPr/>
            <p:nvPr/>
          </p:nvSpPr>
          <p:spPr>
            <a:xfrm>
              <a:off x="759050" y="4498775"/>
              <a:ext cx="23800" cy="23475"/>
            </a:xfrm>
            <a:custGeom>
              <a:rect b="b" l="l" r="r" t="t"/>
              <a:pathLst>
                <a:path extrusionOk="0" h="939" w="952">
                  <a:moveTo>
                    <a:pt x="1" y="1"/>
                  </a:moveTo>
                  <a:lnTo>
                    <a:pt x="1" y="939"/>
                  </a:lnTo>
                  <a:lnTo>
                    <a:pt x="951" y="939"/>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38"/>
            <p:cNvSpPr/>
            <p:nvPr/>
          </p:nvSpPr>
          <p:spPr>
            <a:xfrm>
              <a:off x="759050" y="4475325"/>
              <a:ext cx="23800" cy="23475"/>
            </a:xfrm>
            <a:custGeom>
              <a:rect b="b" l="l" r="r" t="t"/>
              <a:pathLst>
                <a:path extrusionOk="0" h="939" w="952">
                  <a:moveTo>
                    <a:pt x="1" y="1"/>
                  </a:moveTo>
                  <a:lnTo>
                    <a:pt x="1" y="939"/>
                  </a:lnTo>
                  <a:lnTo>
                    <a:pt x="951" y="939"/>
                  </a:lnTo>
                  <a:lnTo>
                    <a:pt x="951"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38"/>
            <p:cNvSpPr/>
            <p:nvPr/>
          </p:nvSpPr>
          <p:spPr>
            <a:xfrm>
              <a:off x="759050" y="4451875"/>
              <a:ext cx="23800" cy="23475"/>
            </a:xfrm>
            <a:custGeom>
              <a:rect b="b" l="l" r="r" t="t"/>
              <a:pathLst>
                <a:path extrusionOk="0" h="939" w="952">
                  <a:moveTo>
                    <a:pt x="1" y="1"/>
                  </a:moveTo>
                  <a:lnTo>
                    <a:pt x="1" y="939"/>
                  </a:lnTo>
                  <a:lnTo>
                    <a:pt x="951" y="939"/>
                  </a:lnTo>
                  <a:lnTo>
                    <a:pt x="9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38"/>
            <p:cNvSpPr/>
            <p:nvPr/>
          </p:nvSpPr>
          <p:spPr>
            <a:xfrm>
              <a:off x="735600" y="4545400"/>
              <a:ext cx="23475" cy="23475"/>
            </a:xfrm>
            <a:custGeom>
              <a:rect b="b" l="l" r="r" t="t"/>
              <a:pathLst>
                <a:path extrusionOk="0" h="939" w="939">
                  <a:moveTo>
                    <a:pt x="0" y="0"/>
                  </a:moveTo>
                  <a:lnTo>
                    <a:pt x="0" y="939"/>
                  </a:lnTo>
                  <a:lnTo>
                    <a:pt x="939" y="939"/>
                  </a:lnTo>
                  <a:lnTo>
                    <a:pt x="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38"/>
            <p:cNvSpPr/>
            <p:nvPr/>
          </p:nvSpPr>
          <p:spPr>
            <a:xfrm>
              <a:off x="735600" y="4522225"/>
              <a:ext cx="23475" cy="23200"/>
            </a:xfrm>
            <a:custGeom>
              <a:rect b="b" l="l" r="r" t="t"/>
              <a:pathLst>
                <a:path extrusionOk="0" h="928" w="939">
                  <a:moveTo>
                    <a:pt x="0" y="1"/>
                  </a:moveTo>
                  <a:lnTo>
                    <a:pt x="0" y="927"/>
                  </a:lnTo>
                  <a:lnTo>
                    <a:pt x="939" y="927"/>
                  </a:lnTo>
                  <a:lnTo>
                    <a:pt x="9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38"/>
            <p:cNvSpPr/>
            <p:nvPr/>
          </p:nvSpPr>
          <p:spPr>
            <a:xfrm>
              <a:off x="735600" y="4498775"/>
              <a:ext cx="23475" cy="23475"/>
            </a:xfrm>
            <a:custGeom>
              <a:rect b="b" l="l" r="r" t="t"/>
              <a:pathLst>
                <a:path extrusionOk="0" h="939" w="939">
                  <a:moveTo>
                    <a:pt x="0" y="1"/>
                  </a:moveTo>
                  <a:lnTo>
                    <a:pt x="0" y="939"/>
                  </a:lnTo>
                  <a:lnTo>
                    <a:pt x="939" y="939"/>
                  </a:lnTo>
                  <a:lnTo>
                    <a:pt x="939"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38"/>
            <p:cNvSpPr/>
            <p:nvPr/>
          </p:nvSpPr>
          <p:spPr>
            <a:xfrm>
              <a:off x="735600" y="4475325"/>
              <a:ext cx="23475" cy="23475"/>
            </a:xfrm>
            <a:custGeom>
              <a:rect b="b" l="l" r="r" t="t"/>
              <a:pathLst>
                <a:path extrusionOk="0" h="939" w="939">
                  <a:moveTo>
                    <a:pt x="0" y="1"/>
                  </a:moveTo>
                  <a:lnTo>
                    <a:pt x="0" y="939"/>
                  </a:lnTo>
                  <a:lnTo>
                    <a:pt x="939" y="939"/>
                  </a:lnTo>
                  <a:lnTo>
                    <a:pt x="939"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38"/>
            <p:cNvSpPr/>
            <p:nvPr/>
          </p:nvSpPr>
          <p:spPr>
            <a:xfrm>
              <a:off x="735600" y="4451875"/>
              <a:ext cx="23475" cy="23475"/>
            </a:xfrm>
            <a:custGeom>
              <a:rect b="b" l="l" r="r" t="t"/>
              <a:pathLst>
                <a:path extrusionOk="0" h="939" w="939">
                  <a:moveTo>
                    <a:pt x="0" y="1"/>
                  </a:moveTo>
                  <a:lnTo>
                    <a:pt x="0" y="939"/>
                  </a:lnTo>
                  <a:lnTo>
                    <a:pt x="939" y="939"/>
                  </a:lnTo>
                  <a:lnTo>
                    <a:pt x="9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38"/>
            <p:cNvSpPr/>
            <p:nvPr/>
          </p:nvSpPr>
          <p:spPr>
            <a:xfrm>
              <a:off x="712150"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38"/>
            <p:cNvSpPr/>
            <p:nvPr/>
          </p:nvSpPr>
          <p:spPr>
            <a:xfrm>
              <a:off x="712150"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38"/>
            <p:cNvSpPr/>
            <p:nvPr/>
          </p:nvSpPr>
          <p:spPr>
            <a:xfrm>
              <a:off x="712150" y="449877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38"/>
            <p:cNvSpPr/>
            <p:nvPr/>
          </p:nvSpPr>
          <p:spPr>
            <a:xfrm>
              <a:off x="712150"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38"/>
            <p:cNvSpPr/>
            <p:nvPr/>
          </p:nvSpPr>
          <p:spPr>
            <a:xfrm>
              <a:off x="688700" y="4545400"/>
              <a:ext cx="23475" cy="23475"/>
            </a:xfrm>
            <a:custGeom>
              <a:rect b="b" l="l" r="r" t="t"/>
              <a:pathLst>
                <a:path extrusionOk="0" h="939" w="939">
                  <a:moveTo>
                    <a:pt x="0" y="0"/>
                  </a:moveTo>
                  <a:lnTo>
                    <a:pt x="0" y="939"/>
                  </a:lnTo>
                  <a:lnTo>
                    <a:pt x="938" y="939"/>
                  </a:lnTo>
                  <a:lnTo>
                    <a:pt x="938"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38"/>
            <p:cNvSpPr/>
            <p:nvPr/>
          </p:nvSpPr>
          <p:spPr>
            <a:xfrm>
              <a:off x="688700"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38"/>
            <p:cNvSpPr/>
            <p:nvPr/>
          </p:nvSpPr>
          <p:spPr>
            <a:xfrm>
              <a:off x="688700"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38"/>
            <p:cNvSpPr/>
            <p:nvPr/>
          </p:nvSpPr>
          <p:spPr>
            <a:xfrm>
              <a:off x="688700"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38"/>
            <p:cNvSpPr/>
            <p:nvPr/>
          </p:nvSpPr>
          <p:spPr>
            <a:xfrm>
              <a:off x="664950" y="4545400"/>
              <a:ext cx="23775" cy="23475"/>
            </a:xfrm>
            <a:custGeom>
              <a:rect b="b" l="l" r="r" t="t"/>
              <a:pathLst>
                <a:path extrusionOk="0" h="939" w="951">
                  <a:moveTo>
                    <a:pt x="1" y="0"/>
                  </a:moveTo>
                  <a:lnTo>
                    <a:pt x="1" y="939"/>
                  </a:lnTo>
                  <a:lnTo>
                    <a:pt x="950" y="939"/>
                  </a:lnTo>
                  <a:lnTo>
                    <a:pt x="950"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38"/>
            <p:cNvSpPr/>
            <p:nvPr/>
          </p:nvSpPr>
          <p:spPr>
            <a:xfrm>
              <a:off x="664950" y="4522225"/>
              <a:ext cx="23775" cy="23200"/>
            </a:xfrm>
            <a:custGeom>
              <a:rect b="b" l="l" r="r" t="t"/>
              <a:pathLst>
                <a:path extrusionOk="0" h="928" w="951">
                  <a:moveTo>
                    <a:pt x="1" y="1"/>
                  </a:moveTo>
                  <a:lnTo>
                    <a:pt x="1" y="927"/>
                  </a:lnTo>
                  <a:lnTo>
                    <a:pt x="950" y="927"/>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38"/>
            <p:cNvSpPr/>
            <p:nvPr/>
          </p:nvSpPr>
          <p:spPr>
            <a:xfrm>
              <a:off x="664950" y="4498775"/>
              <a:ext cx="23775" cy="23475"/>
            </a:xfrm>
            <a:custGeom>
              <a:rect b="b" l="l" r="r" t="t"/>
              <a:pathLst>
                <a:path extrusionOk="0" h="939" w="951">
                  <a:moveTo>
                    <a:pt x="1" y="1"/>
                  </a:moveTo>
                  <a:lnTo>
                    <a:pt x="1" y="939"/>
                  </a:lnTo>
                  <a:lnTo>
                    <a:pt x="950" y="939"/>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38"/>
            <p:cNvSpPr/>
            <p:nvPr/>
          </p:nvSpPr>
          <p:spPr>
            <a:xfrm>
              <a:off x="641500" y="4545400"/>
              <a:ext cx="23475" cy="23475"/>
            </a:xfrm>
            <a:custGeom>
              <a:rect b="b" l="l" r="r" t="t"/>
              <a:pathLst>
                <a:path extrusionOk="0" h="939" w="939">
                  <a:moveTo>
                    <a:pt x="1" y="0"/>
                  </a:moveTo>
                  <a:lnTo>
                    <a:pt x="1" y="939"/>
                  </a:lnTo>
                  <a:lnTo>
                    <a:pt x="939" y="939"/>
                  </a:lnTo>
                  <a:lnTo>
                    <a:pt x="9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4" name="Google Shape;4864;p38"/>
          <p:cNvGrpSpPr/>
          <p:nvPr/>
        </p:nvGrpSpPr>
        <p:grpSpPr>
          <a:xfrm>
            <a:off x="7133723" y="4080753"/>
            <a:ext cx="426985" cy="466880"/>
            <a:chOff x="1129378" y="3247948"/>
            <a:chExt cx="928026" cy="1014516"/>
          </a:xfrm>
        </p:grpSpPr>
        <p:sp>
          <p:nvSpPr>
            <p:cNvPr id="4865" name="Google Shape;4865;p38"/>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38"/>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38"/>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38"/>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38"/>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38"/>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38"/>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38"/>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38"/>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38"/>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38"/>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38"/>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38"/>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38"/>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38"/>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38"/>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38"/>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2" name="Google Shape;4882;p38"/>
          <p:cNvGrpSpPr/>
          <p:nvPr/>
        </p:nvGrpSpPr>
        <p:grpSpPr>
          <a:xfrm rot="5400000">
            <a:off x="8064665" y="351303"/>
            <a:ext cx="309101" cy="309151"/>
            <a:chOff x="467425" y="2009500"/>
            <a:chExt cx="153950" cy="153975"/>
          </a:xfrm>
        </p:grpSpPr>
        <p:sp>
          <p:nvSpPr>
            <p:cNvPr id="4883" name="Google Shape;4883;p38"/>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38"/>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38"/>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38"/>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38"/>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38"/>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38"/>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38"/>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38"/>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38"/>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38"/>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38"/>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38"/>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38"/>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38"/>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98" name="Google Shape;4898;p38"/>
          <p:cNvGrpSpPr/>
          <p:nvPr/>
        </p:nvGrpSpPr>
        <p:grpSpPr>
          <a:xfrm>
            <a:off x="8479268" y="351328"/>
            <a:ext cx="309151" cy="309101"/>
            <a:chOff x="7709655" y="744203"/>
            <a:chExt cx="309151" cy="309101"/>
          </a:xfrm>
        </p:grpSpPr>
        <p:grpSp>
          <p:nvGrpSpPr>
            <p:cNvPr id="4899" name="Google Shape;4899;p38"/>
            <p:cNvGrpSpPr/>
            <p:nvPr/>
          </p:nvGrpSpPr>
          <p:grpSpPr>
            <a:xfrm rot="5400000">
              <a:off x="7709680" y="744178"/>
              <a:ext cx="309101" cy="309151"/>
              <a:chOff x="272300" y="2009500"/>
              <a:chExt cx="153950" cy="153975"/>
            </a:xfrm>
          </p:grpSpPr>
          <p:sp>
            <p:nvSpPr>
              <p:cNvPr id="4900" name="Google Shape;4900;p38"/>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38"/>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38"/>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38"/>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38"/>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38"/>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38"/>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38"/>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38"/>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38"/>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38"/>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38"/>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38"/>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38"/>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4" name="Google Shape;4914;p38"/>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8" name="Shape 4918"/>
        <p:cNvGrpSpPr/>
        <p:nvPr/>
      </p:nvGrpSpPr>
      <p:grpSpPr>
        <a:xfrm>
          <a:off x="0" y="0"/>
          <a:ext cx="0" cy="0"/>
          <a:chOff x="0" y="0"/>
          <a:chExt cx="0" cy="0"/>
        </a:xfrm>
      </p:grpSpPr>
      <p:sp>
        <p:nvSpPr>
          <p:cNvPr id="4919" name="Google Shape;4919;p3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Meet the Ham Fam</a:t>
            </a:r>
            <a:endParaRPr/>
          </a:p>
        </p:txBody>
      </p:sp>
      <p:grpSp>
        <p:nvGrpSpPr>
          <p:cNvPr id="4920" name="Google Shape;4920;p39"/>
          <p:cNvGrpSpPr/>
          <p:nvPr/>
        </p:nvGrpSpPr>
        <p:grpSpPr>
          <a:xfrm>
            <a:off x="1622030" y="1986189"/>
            <a:ext cx="571572" cy="427274"/>
            <a:chOff x="8344496" y="1860195"/>
            <a:chExt cx="1096857" cy="819946"/>
          </a:xfrm>
        </p:grpSpPr>
        <p:grpSp>
          <p:nvGrpSpPr>
            <p:cNvPr id="4921" name="Google Shape;4921;p39"/>
            <p:cNvGrpSpPr/>
            <p:nvPr/>
          </p:nvGrpSpPr>
          <p:grpSpPr>
            <a:xfrm>
              <a:off x="8452137" y="2076580"/>
              <a:ext cx="877818" cy="548445"/>
              <a:chOff x="8452137" y="2076580"/>
              <a:chExt cx="877818" cy="548445"/>
            </a:xfrm>
          </p:grpSpPr>
          <p:sp>
            <p:nvSpPr>
              <p:cNvPr id="4922" name="Google Shape;4922;p39"/>
              <p:cNvSpPr/>
              <p:nvPr/>
            </p:nvSpPr>
            <p:spPr>
              <a:xfrm>
                <a:off x="8452137" y="2076580"/>
                <a:ext cx="877818" cy="50108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39"/>
              <p:cNvSpPr/>
              <p:nvPr/>
            </p:nvSpPr>
            <p:spPr>
              <a:xfrm>
                <a:off x="8496725" y="2544925"/>
                <a:ext cx="795600" cy="8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24" name="Google Shape;4924;p39"/>
            <p:cNvSpPr/>
            <p:nvPr/>
          </p:nvSpPr>
          <p:spPr>
            <a:xfrm>
              <a:off x="8432436" y="1887671"/>
              <a:ext cx="899004" cy="491318"/>
            </a:xfrm>
            <a:custGeom>
              <a:rect b="b" l="l" r="r" t="t"/>
              <a:pathLst>
                <a:path extrusionOk="0" h="8601" w="15743">
                  <a:moveTo>
                    <a:pt x="385" y="1"/>
                  </a:moveTo>
                  <a:lnTo>
                    <a:pt x="385" y="1913"/>
                  </a:lnTo>
                  <a:lnTo>
                    <a:pt x="2297" y="1913"/>
                  </a:lnTo>
                  <a:lnTo>
                    <a:pt x="2297" y="4295"/>
                  </a:lnTo>
                  <a:lnTo>
                    <a:pt x="1335" y="4295"/>
                  </a:lnTo>
                  <a:lnTo>
                    <a:pt x="1335" y="5257"/>
                  </a:lnTo>
                  <a:lnTo>
                    <a:pt x="1335" y="7169"/>
                  </a:lnTo>
                  <a:lnTo>
                    <a:pt x="0" y="7169"/>
                  </a:lnTo>
                  <a:lnTo>
                    <a:pt x="0" y="8600"/>
                  </a:lnTo>
                  <a:lnTo>
                    <a:pt x="2946" y="8600"/>
                  </a:lnTo>
                  <a:lnTo>
                    <a:pt x="2946" y="7734"/>
                  </a:lnTo>
                  <a:lnTo>
                    <a:pt x="6302" y="7734"/>
                  </a:lnTo>
                  <a:lnTo>
                    <a:pt x="6302" y="6206"/>
                  </a:lnTo>
                  <a:lnTo>
                    <a:pt x="7745" y="6206"/>
                  </a:lnTo>
                  <a:lnTo>
                    <a:pt x="7745" y="5257"/>
                  </a:lnTo>
                  <a:lnTo>
                    <a:pt x="9344" y="5257"/>
                  </a:lnTo>
                  <a:lnTo>
                    <a:pt x="9344" y="4295"/>
                  </a:lnTo>
                  <a:lnTo>
                    <a:pt x="13506" y="4295"/>
                  </a:lnTo>
                  <a:lnTo>
                    <a:pt x="13506" y="2382"/>
                  </a:lnTo>
                  <a:lnTo>
                    <a:pt x="15743" y="2382"/>
                  </a:lnTo>
                  <a:lnTo>
                    <a:pt x="15743" y="1"/>
                  </a:lnTo>
                  <a:lnTo>
                    <a:pt x="12351" y="1"/>
                  </a:lnTo>
                  <a:lnTo>
                    <a:pt x="12351" y="951"/>
                  </a:lnTo>
                  <a:lnTo>
                    <a:pt x="11257" y="951"/>
                  </a:lnTo>
                  <a:lnTo>
                    <a:pt x="11257" y="2863"/>
                  </a:lnTo>
                  <a:lnTo>
                    <a:pt x="4859" y="2863"/>
                  </a:lnTo>
                  <a:lnTo>
                    <a:pt x="4859" y="951"/>
                  </a:lnTo>
                  <a:lnTo>
                    <a:pt x="3897" y="951"/>
                  </a:lnTo>
                  <a:lnTo>
                    <a:pt x="38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39"/>
            <p:cNvSpPr/>
            <p:nvPr/>
          </p:nvSpPr>
          <p:spPr>
            <a:xfrm>
              <a:off x="8399430" y="1969472"/>
              <a:ext cx="164177" cy="218497"/>
            </a:xfrm>
            <a:custGeom>
              <a:rect b="b" l="l" r="r" t="t"/>
              <a:pathLst>
                <a:path extrusionOk="0" h="3825" w="2875">
                  <a:moveTo>
                    <a:pt x="1" y="0"/>
                  </a:moveTo>
                  <a:lnTo>
                    <a:pt x="1" y="3825"/>
                  </a:lnTo>
                  <a:lnTo>
                    <a:pt x="1913" y="3825"/>
                  </a:lnTo>
                  <a:lnTo>
                    <a:pt x="1913" y="2863"/>
                  </a:lnTo>
                  <a:lnTo>
                    <a:pt x="2875" y="2863"/>
                  </a:lnTo>
                  <a:lnTo>
                    <a:pt x="2875" y="950"/>
                  </a:lnTo>
                  <a:lnTo>
                    <a:pt x="963" y="950"/>
                  </a:lnTo>
                  <a:lnTo>
                    <a:pt x="9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39"/>
            <p:cNvSpPr/>
            <p:nvPr/>
          </p:nvSpPr>
          <p:spPr>
            <a:xfrm>
              <a:off x="9221501" y="1969472"/>
              <a:ext cx="164862" cy="218497"/>
            </a:xfrm>
            <a:custGeom>
              <a:rect b="b" l="l" r="r" t="t"/>
              <a:pathLst>
                <a:path extrusionOk="0" h="3825" w="2887">
                  <a:moveTo>
                    <a:pt x="1925" y="0"/>
                  </a:moveTo>
                  <a:lnTo>
                    <a:pt x="1925" y="950"/>
                  </a:lnTo>
                  <a:lnTo>
                    <a:pt x="0" y="950"/>
                  </a:lnTo>
                  <a:lnTo>
                    <a:pt x="0" y="2863"/>
                  </a:lnTo>
                  <a:lnTo>
                    <a:pt x="963" y="2863"/>
                  </a:lnTo>
                  <a:lnTo>
                    <a:pt x="963" y="3825"/>
                  </a:lnTo>
                  <a:lnTo>
                    <a:pt x="2887" y="3825"/>
                  </a:lnTo>
                  <a:lnTo>
                    <a:pt x="28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39"/>
            <p:cNvSpPr/>
            <p:nvPr/>
          </p:nvSpPr>
          <p:spPr>
            <a:xfrm>
              <a:off x="9276435" y="2187912"/>
              <a:ext cx="109927" cy="109277"/>
            </a:xfrm>
            <a:custGeom>
              <a:rect b="b" l="l" r="r" t="t"/>
              <a:pathLst>
                <a:path extrusionOk="0" h="1913" w="1925">
                  <a:moveTo>
                    <a:pt x="1" y="1"/>
                  </a:moveTo>
                  <a:lnTo>
                    <a:pt x="1" y="950"/>
                  </a:lnTo>
                  <a:lnTo>
                    <a:pt x="1" y="1913"/>
                  </a:lnTo>
                  <a:lnTo>
                    <a:pt x="963" y="1913"/>
                  </a:lnTo>
                  <a:lnTo>
                    <a:pt x="963" y="950"/>
                  </a:lnTo>
                  <a:lnTo>
                    <a:pt x="1925" y="950"/>
                  </a:lnTo>
                  <a:lnTo>
                    <a:pt x="19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39"/>
            <p:cNvSpPr/>
            <p:nvPr/>
          </p:nvSpPr>
          <p:spPr>
            <a:xfrm>
              <a:off x="8399430" y="2187912"/>
              <a:ext cx="109242" cy="109277"/>
            </a:xfrm>
            <a:custGeom>
              <a:rect b="b" l="l" r="r" t="t"/>
              <a:pathLst>
                <a:path extrusionOk="0" h="1913" w="1913">
                  <a:moveTo>
                    <a:pt x="1" y="1"/>
                  </a:moveTo>
                  <a:lnTo>
                    <a:pt x="1" y="950"/>
                  </a:lnTo>
                  <a:lnTo>
                    <a:pt x="963" y="950"/>
                  </a:lnTo>
                  <a:lnTo>
                    <a:pt x="963" y="1913"/>
                  </a:lnTo>
                  <a:lnTo>
                    <a:pt x="1913" y="1913"/>
                  </a:lnTo>
                  <a:lnTo>
                    <a:pt x="1913" y="950"/>
                  </a:lnTo>
                  <a:lnTo>
                    <a:pt x="19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9" name="Google Shape;4929;p39"/>
            <p:cNvSpPr/>
            <p:nvPr/>
          </p:nvSpPr>
          <p:spPr>
            <a:xfrm>
              <a:off x="8399430" y="2297131"/>
              <a:ext cx="109242" cy="272821"/>
            </a:xfrm>
            <a:custGeom>
              <a:rect b="b" l="l" r="r" t="t"/>
              <a:pathLst>
                <a:path extrusionOk="0" h="4776" w="1913">
                  <a:moveTo>
                    <a:pt x="1" y="1"/>
                  </a:moveTo>
                  <a:lnTo>
                    <a:pt x="1" y="951"/>
                  </a:lnTo>
                  <a:lnTo>
                    <a:pt x="1" y="1901"/>
                  </a:lnTo>
                  <a:lnTo>
                    <a:pt x="1" y="2863"/>
                  </a:lnTo>
                  <a:lnTo>
                    <a:pt x="1" y="3814"/>
                  </a:lnTo>
                  <a:lnTo>
                    <a:pt x="1" y="4776"/>
                  </a:lnTo>
                  <a:lnTo>
                    <a:pt x="963" y="4776"/>
                  </a:lnTo>
                  <a:lnTo>
                    <a:pt x="963" y="3814"/>
                  </a:lnTo>
                  <a:lnTo>
                    <a:pt x="1913" y="3814"/>
                  </a:lnTo>
                  <a:lnTo>
                    <a:pt x="1913" y="2863"/>
                  </a:lnTo>
                  <a:lnTo>
                    <a:pt x="963" y="2863"/>
                  </a:lnTo>
                  <a:lnTo>
                    <a:pt x="963" y="2382"/>
                  </a:lnTo>
                  <a:lnTo>
                    <a:pt x="1913" y="2382"/>
                  </a:lnTo>
                  <a:lnTo>
                    <a:pt x="1913" y="1432"/>
                  </a:lnTo>
                  <a:lnTo>
                    <a:pt x="963" y="1432"/>
                  </a:lnTo>
                  <a:lnTo>
                    <a:pt x="963" y="951"/>
                  </a:lnTo>
                  <a:lnTo>
                    <a:pt x="9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39"/>
            <p:cNvSpPr/>
            <p:nvPr/>
          </p:nvSpPr>
          <p:spPr>
            <a:xfrm>
              <a:off x="8399430" y="1915148"/>
              <a:ext cx="219112" cy="272821"/>
            </a:xfrm>
            <a:custGeom>
              <a:rect b="b" l="l" r="r" t="t"/>
              <a:pathLst>
                <a:path extrusionOk="0" h="4776" w="3837">
                  <a:moveTo>
                    <a:pt x="1" y="1"/>
                  </a:moveTo>
                  <a:lnTo>
                    <a:pt x="1" y="951"/>
                  </a:lnTo>
                  <a:lnTo>
                    <a:pt x="963" y="951"/>
                  </a:lnTo>
                  <a:lnTo>
                    <a:pt x="963" y="1"/>
                  </a:lnTo>
                  <a:close/>
                  <a:moveTo>
                    <a:pt x="963" y="951"/>
                  </a:moveTo>
                  <a:lnTo>
                    <a:pt x="963" y="1901"/>
                  </a:lnTo>
                  <a:lnTo>
                    <a:pt x="2875" y="1901"/>
                  </a:lnTo>
                  <a:lnTo>
                    <a:pt x="2875" y="951"/>
                  </a:lnTo>
                  <a:close/>
                  <a:moveTo>
                    <a:pt x="2875" y="1901"/>
                  </a:moveTo>
                  <a:lnTo>
                    <a:pt x="2875" y="2863"/>
                  </a:lnTo>
                  <a:lnTo>
                    <a:pt x="2875" y="3814"/>
                  </a:lnTo>
                  <a:lnTo>
                    <a:pt x="3837" y="3814"/>
                  </a:lnTo>
                  <a:lnTo>
                    <a:pt x="3837" y="2863"/>
                  </a:lnTo>
                  <a:lnTo>
                    <a:pt x="3837" y="1901"/>
                  </a:lnTo>
                  <a:close/>
                  <a:moveTo>
                    <a:pt x="1913" y="3814"/>
                  </a:moveTo>
                  <a:lnTo>
                    <a:pt x="1913" y="4776"/>
                  </a:lnTo>
                  <a:lnTo>
                    <a:pt x="2875" y="4776"/>
                  </a:lnTo>
                  <a:lnTo>
                    <a:pt x="2875" y="381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39"/>
            <p:cNvSpPr/>
            <p:nvPr/>
          </p:nvSpPr>
          <p:spPr>
            <a:xfrm>
              <a:off x="8344496" y="1969472"/>
              <a:ext cx="54992" cy="218497"/>
            </a:xfrm>
            <a:custGeom>
              <a:rect b="b" l="l" r="r" t="t"/>
              <a:pathLst>
                <a:path extrusionOk="0" h="3825" w="963">
                  <a:moveTo>
                    <a:pt x="1" y="0"/>
                  </a:moveTo>
                  <a:lnTo>
                    <a:pt x="1" y="950"/>
                  </a:lnTo>
                  <a:lnTo>
                    <a:pt x="1" y="1912"/>
                  </a:lnTo>
                  <a:lnTo>
                    <a:pt x="1" y="2863"/>
                  </a:lnTo>
                  <a:lnTo>
                    <a:pt x="1" y="3825"/>
                  </a:lnTo>
                  <a:lnTo>
                    <a:pt x="963" y="3825"/>
                  </a:lnTo>
                  <a:lnTo>
                    <a:pt x="963" y="2863"/>
                  </a:lnTo>
                  <a:lnTo>
                    <a:pt x="963" y="1912"/>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2" name="Google Shape;4932;p39"/>
            <p:cNvSpPr/>
            <p:nvPr/>
          </p:nvSpPr>
          <p:spPr>
            <a:xfrm>
              <a:off x="8454364" y="1860195"/>
              <a:ext cx="274104" cy="163544"/>
            </a:xfrm>
            <a:custGeom>
              <a:rect b="b" l="l" r="r" t="t"/>
              <a:pathLst>
                <a:path extrusionOk="0" h="2863" w="4800">
                  <a:moveTo>
                    <a:pt x="1" y="1"/>
                  </a:moveTo>
                  <a:lnTo>
                    <a:pt x="1" y="963"/>
                  </a:lnTo>
                  <a:lnTo>
                    <a:pt x="2875" y="963"/>
                  </a:lnTo>
                  <a:lnTo>
                    <a:pt x="2875" y="1913"/>
                  </a:lnTo>
                  <a:lnTo>
                    <a:pt x="3837" y="1913"/>
                  </a:lnTo>
                  <a:lnTo>
                    <a:pt x="3837" y="2863"/>
                  </a:lnTo>
                  <a:lnTo>
                    <a:pt x="4799" y="2863"/>
                  </a:lnTo>
                  <a:lnTo>
                    <a:pt x="4799" y="1913"/>
                  </a:lnTo>
                  <a:lnTo>
                    <a:pt x="4799" y="963"/>
                  </a:lnTo>
                  <a:lnTo>
                    <a:pt x="3837" y="963"/>
                  </a:lnTo>
                  <a:lnTo>
                    <a:pt x="383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3" name="Google Shape;4933;p39"/>
            <p:cNvSpPr/>
            <p:nvPr/>
          </p:nvSpPr>
          <p:spPr>
            <a:xfrm>
              <a:off x="8673473" y="2023682"/>
              <a:ext cx="438909" cy="55067"/>
            </a:xfrm>
            <a:custGeom>
              <a:rect b="b" l="l" r="r" t="t"/>
              <a:pathLst>
                <a:path extrusionOk="0" h="964" w="7686">
                  <a:moveTo>
                    <a:pt x="0" y="1"/>
                  </a:moveTo>
                  <a:lnTo>
                    <a:pt x="0" y="963"/>
                  </a:lnTo>
                  <a:lnTo>
                    <a:pt x="7686" y="963"/>
                  </a:lnTo>
                  <a:lnTo>
                    <a:pt x="7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39"/>
            <p:cNvSpPr/>
            <p:nvPr/>
          </p:nvSpPr>
          <p:spPr>
            <a:xfrm>
              <a:off x="9276435" y="2297131"/>
              <a:ext cx="109927" cy="272821"/>
            </a:xfrm>
            <a:custGeom>
              <a:rect b="b" l="l" r="r" t="t"/>
              <a:pathLst>
                <a:path extrusionOk="0" h="4776" w="1925">
                  <a:moveTo>
                    <a:pt x="963" y="1"/>
                  </a:moveTo>
                  <a:lnTo>
                    <a:pt x="963" y="951"/>
                  </a:lnTo>
                  <a:lnTo>
                    <a:pt x="963" y="1432"/>
                  </a:lnTo>
                  <a:lnTo>
                    <a:pt x="1" y="1432"/>
                  </a:lnTo>
                  <a:lnTo>
                    <a:pt x="1" y="2382"/>
                  </a:lnTo>
                  <a:lnTo>
                    <a:pt x="963" y="2382"/>
                  </a:lnTo>
                  <a:lnTo>
                    <a:pt x="963" y="2863"/>
                  </a:lnTo>
                  <a:lnTo>
                    <a:pt x="1" y="2863"/>
                  </a:lnTo>
                  <a:lnTo>
                    <a:pt x="1" y="3814"/>
                  </a:lnTo>
                  <a:lnTo>
                    <a:pt x="963" y="3814"/>
                  </a:lnTo>
                  <a:lnTo>
                    <a:pt x="963" y="4776"/>
                  </a:lnTo>
                  <a:lnTo>
                    <a:pt x="1925" y="4776"/>
                  </a:lnTo>
                  <a:lnTo>
                    <a:pt x="1925" y="3814"/>
                  </a:lnTo>
                  <a:lnTo>
                    <a:pt x="1925" y="2863"/>
                  </a:lnTo>
                  <a:lnTo>
                    <a:pt x="1925" y="1901"/>
                  </a:lnTo>
                  <a:lnTo>
                    <a:pt x="1925" y="951"/>
                  </a:lnTo>
                  <a:lnTo>
                    <a:pt x="19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39"/>
            <p:cNvSpPr/>
            <p:nvPr/>
          </p:nvSpPr>
          <p:spPr>
            <a:xfrm>
              <a:off x="8874708" y="2424288"/>
              <a:ext cx="36433" cy="17880"/>
            </a:xfrm>
            <a:custGeom>
              <a:rect b="b" l="l" r="r" t="t"/>
              <a:pathLst>
                <a:path extrusionOk="0" h="313" w="638">
                  <a:moveTo>
                    <a:pt x="0" y="0"/>
                  </a:moveTo>
                  <a:lnTo>
                    <a:pt x="0" y="313"/>
                  </a:lnTo>
                  <a:lnTo>
                    <a:pt x="637" y="313"/>
                  </a:lnTo>
                  <a:lnTo>
                    <a:pt x="6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39"/>
            <p:cNvSpPr/>
            <p:nvPr/>
          </p:nvSpPr>
          <p:spPr>
            <a:xfrm>
              <a:off x="9057384" y="1860195"/>
              <a:ext cx="328982" cy="327774"/>
            </a:xfrm>
            <a:custGeom>
              <a:rect b="b" l="l" r="r" t="t"/>
              <a:pathLst>
                <a:path extrusionOk="0" h="5738" w="5761">
                  <a:moveTo>
                    <a:pt x="4799" y="963"/>
                  </a:moveTo>
                  <a:lnTo>
                    <a:pt x="4799" y="1913"/>
                  </a:lnTo>
                  <a:lnTo>
                    <a:pt x="5761" y="1913"/>
                  </a:lnTo>
                  <a:lnTo>
                    <a:pt x="5761" y="963"/>
                  </a:lnTo>
                  <a:close/>
                  <a:moveTo>
                    <a:pt x="963" y="1"/>
                  </a:moveTo>
                  <a:lnTo>
                    <a:pt x="963" y="963"/>
                  </a:lnTo>
                  <a:lnTo>
                    <a:pt x="1" y="963"/>
                  </a:lnTo>
                  <a:lnTo>
                    <a:pt x="1" y="1913"/>
                  </a:lnTo>
                  <a:lnTo>
                    <a:pt x="1" y="2863"/>
                  </a:lnTo>
                  <a:lnTo>
                    <a:pt x="963" y="2863"/>
                  </a:lnTo>
                  <a:lnTo>
                    <a:pt x="963" y="1913"/>
                  </a:lnTo>
                  <a:lnTo>
                    <a:pt x="1912" y="1913"/>
                  </a:lnTo>
                  <a:lnTo>
                    <a:pt x="1912" y="963"/>
                  </a:lnTo>
                  <a:lnTo>
                    <a:pt x="4799" y="963"/>
                  </a:lnTo>
                  <a:lnTo>
                    <a:pt x="4799" y="1"/>
                  </a:lnTo>
                  <a:close/>
                  <a:moveTo>
                    <a:pt x="2874" y="1913"/>
                  </a:moveTo>
                  <a:lnTo>
                    <a:pt x="2874" y="2863"/>
                  </a:lnTo>
                  <a:lnTo>
                    <a:pt x="4799" y="2863"/>
                  </a:lnTo>
                  <a:lnTo>
                    <a:pt x="4799" y="1913"/>
                  </a:lnTo>
                  <a:close/>
                  <a:moveTo>
                    <a:pt x="1912" y="2863"/>
                  </a:moveTo>
                  <a:lnTo>
                    <a:pt x="1912" y="3825"/>
                  </a:lnTo>
                  <a:lnTo>
                    <a:pt x="1912" y="4776"/>
                  </a:lnTo>
                  <a:lnTo>
                    <a:pt x="2874" y="4776"/>
                  </a:lnTo>
                  <a:lnTo>
                    <a:pt x="2874" y="3825"/>
                  </a:lnTo>
                  <a:lnTo>
                    <a:pt x="2874" y="2863"/>
                  </a:lnTo>
                  <a:close/>
                  <a:moveTo>
                    <a:pt x="2874" y="4776"/>
                  </a:moveTo>
                  <a:lnTo>
                    <a:pt x="2874" y="5738"/>
                  </a:lnTo>
                  <a:lnTo>
                    <a:pt x="3837" y="5738"/>
                  </a:lnTo>
                  <a:lnTo>
                    <a:pt x="3837" y="4776"/>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39"/>
            <p:cNvSpPr/>
            <p:nvPr/>
          </p:nvSpPr>
          <p:spPr>
            <a:xfrm>
              <a:off x="9386303" y="1969472"/>
              <a:ext cx="55049" cy="218497"/>
            </a:xfrm>
            <a:custGeom>
              <a:rect b="b" l="l" r="r" t="t"/>
              <a:pathLst>
                <a:path extrusionOk="0" h="3825" w="964">
                  <a:moveTo>
                    <a:pt x="1" y="0"/>
                  </a:moveTo>
                  <a:lnTo>
                    <a:pt x="1" y="950"/>
                  </a:lnTo>
                  <a:lnTo>
                    <a:pt x="1" y="1912"/>
                  </a:lnTo>
                  <a:lnTo>
                    <a:pt x="1" y="2863"/>
                  </a:lnTo>
                  <a:lnTo>
                    <a:pt x="1" y="3825"/>
                  </a:lnTo>
                  <a:lnTo>
                    <a:pt x="963" y="3825"/>
                  </a:lnTo>
                  <a:lnTo>
                    <a:pt x="963" y="2863"/>
                  </a:lnTo>
                  <a:lnTo>
                    <a:pt x="963" y="1912"/>
                  </a:lnTo>
                  <a:lnTo>
                    <a:pt x="963" y="950"/>
                  </a:lnTo>
                  <a:lnTo>
                    <a:pt x="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8" name="Google Shape;4938;p39"/>
            <p:cNvGrpSpPr/>
            <p:nvPr/>
          </p:nvGrpSpPr>
          <p:grpSpPr>
            <a:xfrm>
              <a:off x="8611661" y="2355847"/>
              <a:ext cx="563062" cy="92115"/>
              <a:chOff x="5211963" y="3261688"/>
              <a:chExt cx="244374" cy="40000"/>
            </a:xfrm>
          </p:grpSpPr>
          <p:sp>
            <p:nvSpPr>
              <p:cNvPr id="4939" name="Google Shape;4939;p39"/>
              <p:cNvSpPr/>
              <p:nvPr/>
            </p:nvSpPr>
            <p:spPr>
              <a:xfrm>
                <a:off x="5211963" y="3288480"/>
                <a:ext cx="13712" cy="13207"/>
              </a:xfrm>
              <a:custGeom>
                <a:rect b="b" l="l" r="r" t="t"/>
                <a:pathLst>
                  <a:path extrusionOk="0" h="314" w="326">
                    <a:moveTo>
                      <a:pt x="1" y="1"/>
                    </a:moveTo>
                    <a:lnTo>
                      <a:pt x="1" y="313"/>
                    </a:lnTo>
                    <a:lnTo>
                      <a:pt x="325" y="313"/>
                    </a:lnTo>
                    <a:lnTo>
                      <a:pt x="3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39"/>
              <p:cNvSpPr/>
              <p:nvPr/>
            </p:nvSpPr>
            <p:spPr>
              <a:xfrm>
                <a:off x="5225633" y="3274853"/>
                <a:ext cx="13165" cy="13669"/>
              </a:xfrm>
              <a:custGeom>
                <a:rect b="b" l="l" r="r" t="t"/>
                <a:pathLst>
                  <a:path extrusionOk="0" h="325" w="313">
                    <a:moveTo>
                      <a:pt x="0" y="0"/>
                    </a:moveTo>
                    <a:lnTo>
                      <a:pt x="0" y="325"/>
                    </a:lnTo>
                    <a:lnTo>
                      <a:pt x="313" y="325"/>
                    </a:lnTo>
                    <a:lnTo>
                      <a:pt x="3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39"/>
              <p:cNvSpPr/>
              <p:nvPr/>
            </p:nvSpPr>
            <p:spPr>
              <a:xfrm>
                <a:off x="5211963" y="3274853"/>
                <a:ext cx="13712" cy="13669"/>
              </a:xfrm>
              <a:custGeom>
                <a:rect b="b" l="l" r="r" t="t"/>
                <a:pathLst>
                  <a:path extrusionOk="0" h="325" w="326">
                    <a:moveTo>
                      <a:pt x="1" y="0"/>
                    </a:moveTo>
                    <a:lnTo>
                      <a:pt x="1" y="325"/>
                    </a:lnTo>
                    <a:lnTo>
                      <a:pt x="325" y="325"/>
                    </a:lnTo>
                    <a:lnTo>
                      <a:pt x="3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2" name="Google Shape;4942;p39"/>
              <p:cNvSpPr/>
              <p:nvPr/>
            </p:nvSpPr>
            <p:spPr>
              <a:xfrm>
                <a:off x="5225633" y="3261688"/>
                <a:ext cx="13165" cy="13207"/>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39"/>
              <p:cNvSpPr/>
              <p:nvPr/>
            </p:nvSpPr>
            <p:spPr>
              <a:xfrm>
                <a:off x="5266095" y="3288480"/>
                <a:ext cx="13165" cy="13207"/>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39"/>
              <p:cNvSpPr/>
              <p:nvPr/>
            </p:nvSpPr>
            <p:spPr>
              <a:xfrm>
                <a:off x="5252468" y="3274853"/>
                <a:ext cx="13669" cy="13669"/>
              </a:xfrm>
              <a:custGeom>
                <a:rect b="b" l="l" r="r" t="t"/>
                <a:pathLst>
                  <a:path extrusionOk="0" h="325" w="325">
                    <a:moveTo>
                      <a:pt x="0" y="0"/>
                    </a:moveTo>
                    <a:lnTo>
                      <a:pt x="0" y="325"/>
                    </a:lnTo>
                    <a:lnTo>
                      <a:pt x="324" y="325"/>
                    </a:lnTo>
                    <a:lnTo>
                      <a:pt x="3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39"/>
              <p:cNvSpPr/>
              <p:nvPr/>
            </p:nvSpPr>
            <p:spPr>
              <a:xfrm>
                <a:off x="5266095" y="3274853"/>
                <a:ext cx="13165" cy="13669"/>
              </a:xfrm>
              <a:custGeom>
                <a:rect b="b" l="l" r="r" t="t"/>
                <a:pathLst>
                  <a:path extrusionOk="0" h="325" w="313">
                    <a:moveTo>
                      <a:pt x="0" y="0"/>
                    </a:moveTo>
                    <a:lnTo>
                      <a:pt x="0" y="325"/>
                    </a:lnTo>
                    <a:lnTo>
                      <a:pt x="313" y="325"/>
                    </a:lnTo>
                    <a:lnTo>
                      <a:pt x="3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39"/>
              <p:cNvSpPr/>
              <p:nvPr/>
            </p:nvSpPr>
            <p:spPr>
              <a:xfrm>
                <a:off x="5238756" y="3261688"/>
                <a:ext cx="13754" cy="13207"/>
              </a:xfrm>
              <a:custGeom>
                <a:rect b="b" l="l" r="r" t="t"/>
                <a:pathLst>
                  <a:path extrusionOk="0" h="314" w="327">
                    <a:moveTo>
                      <a:pt x="1" y="1"/>
                    </a:moveTo>
                    <a:lnTo>
                      <a:pt x="1" y="313"/>
                    </a:lnTo>
                    <a:lnTo>
                      <a:pt x="326" y="313"/>
                    </a:lnTo>
                    <a:lnTo>
                      <a:pt x="3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39"/>
              <p:cNvSpPr/>
              <p:nvPr/>
            </p:nvSpPr>
            <p:spPr>
              <a:xfrm>
                <a:off x="5252468" y="3261688"/>
                <a:ext cx="13669" cy="13207"/>
              </a:xfrm>
              <a:custGeom>
                <a:rect b="b" l="l" r="r" t="t"/>
                <a:pathLst>
                  <a:path extrusionOk="0" h="314" w="325">
                    <a:moveTo>
                      <a:pt x="0" y="1"/>
                    </a:moveTo>
                    <a:lnTo>
                      <a:pt x="0" y="313"/>
                    </a:lnTo>
                    <a:lnTo>
                      <a:pt x="324" y="313"/>
                    </a:lnTo>
                    <a:lnTo>
                      <a:pt x="3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39"/>
              <p:cNvSpPr/>
              <p:nvPr/>
            </p:nvSpPr>
            <p:spPr>
              <a:xfrm>
                <a:off x="5389040" y="3288480"/>
                <a:ext cx="13669" cy="13207"/>
              </a:xfrm>
              <a:custGeom>
                <a:rect b="b" l="l" r="r" t="t"/>
                <a:pathLst>
                  <a:path extrusionOk="0" h="314" w="325">
                    <a:moveTo>
                      <a:pt x="0" y="1"/>
                    </a:moveTo>
                    <a:lnTo>
                      <a:pt x="0" y="313"/>
                    </a:lnTo>
                    <a:lnTo>
                      <a:pt x="325" y="313"/>
                    </a:lnTo>
                    <a:lnTo>
                      <a:pt x="3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39"/>
              <p:cNvSpPr/>
              <p:nvPr/>
            </p:nvSpPr>
            <p:spPr>
              <a:xfrm>
                <a:off x="5402667" y="3274853"/>
                <a:ext cx="13207" cy="13669"/>
              </a:xfrm>
              <a:custGeom>
                <a:rect b="b" l="l" r="r" t="t"/>
                <a:pathLst>
                  <a:path extrusionOk="0" h="325" w="314">
                    <a:moveTo>
                      <a:pt x="1" y="0"/>
                    </a:moveTo>
                    <a:lnTo>
                      <a:pt x="1" y="325"/>
                    </a:lnTo>
                    <a:lnTo>
                      <a:pt x="313" y="325"/>
                    </a:lnTo>
                    <a:lnTo>
                      <a:pt x="3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0" name="Google Shape;4950;p39"/>
              <p:cNvSpPr/>
              <p:nvPr/>
            </p:nvSpPr>
            <p:spPr>
              <a:xfrm>
                <a:off x="5389040" y="3274853"/>
                <a:ext cx="13669" cy="13669"/>
              </a:xfrm>
              <a:custGeom>
                <a:rect b="b" l="l" r="r" t="t"/>
                <a:pathLst>
                  <a:path extrusionOk="0" h="325" w="325">
                    <a:moveTo>
                      <a:pt x="0" y="0"/>
                    </a:moveTo>
                    <a:lnTo>
                      <a:pt x="0" y="325"/>
                    </a:lnTo>
                    <a:lnTo>
                      <a:pt x="325" y="325"/>
                    </a:lnTo>
                    <a:lnTo>
                      <a:pt x="3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39"/>
              <p:cNvSpPr/>
              <p:nvPr/>
            </p:nvSpPr>
            <p:spPr>
              <a:xfrm>
                <a:off x="5402667" y="3261688"/>
                <a:ext cx="13207" cy="13207"/>
              </a:xfrm>
              <a:custGeom>
                <a:rect b="b" l="l" r="r" t="t"/>
                <a:pathLst>
                  <a:path extrusionOk="0" h="314" w="314">
                    <a:moveTo>
                      <a:pt x="1" y="1"/>
                    </a:moveTo>
                    <a:lnTo>
                      <a:pt x="1"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39"/>
              <p:cNvSpPr/>
              <p:nvPr/>
            </p:nvSpPr>
            <p:spPr>
              <a:xfrm>
                <a:off x="5443130" y="3288480"/>
                <a:ext cx="13207" cy="13207"/>
              </a:xfrm>
              <a:custGeom>
                <a:rect b="b" l="l" r="r" t="t"/>
                <a:pathLst>
                  <a:path extrusionOk="0" h="314" w="314">
                    <a:moveTo>
                      <a:pt x="1" y="1"/>
                    </a:moveTo>
                    <a:lnTo>
                      <a:pt x="1"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39"/>
              <p:cNvSpPr/>
              <p:nvPr/>
            </p:nvSpPr>
            <p:spPr>
              <a:xfrm>
                <a:off x="5429502" y="3274853"/>
                <a:ext cx="13669" cy="13669"/>
              </a:xfrm>
              <a:custGeom>
                <a:rect b="b" l="l" r="r" t="t"/>
                <a:pathLst>
                  <a:path extrusionOk="0" h="325" w="325">
                    <a:moveTo>
                      <a:pt x="0" y="0"/>
                    </a:moveTo>
                    <a:lnTo>
                      <a:pt x="0" y="325"/>
                    </a:lnTo>
                    <a:lnTo>
                      <a:pt x="325" y="325"/>
                    </a:lnTo>
                    <a:lnTo>
                      <a:pt x="3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39"/>
              <p:cNvSpPr/>
              <p:nvPr/>
            </p:nvSpPr>
            <p:spPr>
              <a:xfrm>
                <a:off x="5443130" y="3274853"/>
                <a:ext cx="13207" cy="13669"/>
              </a:xfrm>
              <a:custGeom>
                <a:rect b="b" l="l" r="r" t="t"/>
                <a:pathLst>
                  <a:path extrusionOk="0" h="325" w="314">
                    <a:moveTo>
                      <a:pt x="1" y="0"/>
                    </a:moveTo>
                    <a:lnTo>
                      <a:pt x="1" y="325"/>
                    </a:lnTo>
                    <a:lnTo>
                      <a:pt x="313" y="325"/>
                    </a:lnTo>
                    <a:lnTo>
                      <a:pt x="3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39"/>
              <p:cNvSpPr/>
              <p:nvPr/>
            </p:nvSpPr>
            <p:spPr>
              <a:xfrm>
                <a:off x="5415832" y="3261688"/>
                <a:ext cx="13712" cy="13207"/>
              </a:xfrm>
              <a:custGeom>
                <a:rect b="b" l="l" r="r" t="t"/>
                <a:pathLst>
                  <a:path extrusionOk="0" h="314" w="326">
                    <a:moveTo>
                      <a:pt x="0" y="1"/>
                    </a:moveTo>
                    <a:lnTo>
                      <a:pt x="0" y="313"/>
                    </a:lnTo>
                    <a:lnTo>
                      <a:pt x="325" y="313"/>
                    </a:lnTo>
                    <a:lnTo>
                      <a:pt x="3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39"/>
              <p:cNvSpPr/>
              <p:nvPr/>
            </p:nvSpPr>
            <p:spPr>
              <a:xfrm>
                <a:off x="5429502" y="3261688"/>
                <a:ext cx="13669" cy="13207"/>
              </a:xfrm>
              <a:custGeom>
                <a:rect b="b" l="l" r="r" t="t"/>
                <a:pathLst>
                  <a:path extrusionOk="0" h="314" w="325">
                    <a:moveTo>
                      <a:pt x="0" y="1"/>
                    </a:moveTo>
                    <a:lnTo>
                      <a:pt x="0" y="313"/>
                    </a:lnTo>
                    <a:lnTo>
                      <a:pt x="325" y="313"/>
                    </a:lnTo>
                    <a:lnTo>
                      <a:pt x="32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57" name="Google Shape;4957;p39"/>
            <p:cNvSpPr/>
            <p:nvPr/>
          </p:nvSpPr>
          <p:spPr>
            <a:xfrm>
              <a:off x="8454016" y="25699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39"/>
            <p:cNvSpPr/>
            <p:nvPr/>
          </p:nvSpPr>
          <p:spPr>
            <a:xfrm>
              <a:off x="8509016"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39"/>
            <p:cNvSpPr/>
            <p:nvPr/>
          </p:nvSpPr>
          <p:spPr>
            <a:xfrm>
              <a:off x="8563916"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39"/>
            <p:cNvSpPr/>
            <p:nvPr/>
          </p:nvSpPr>
          <p:spPr>
            <a:xfrm>
              <a:off x="8618541"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39"/>
            <p:cNvSpPr/>
            <p:nvPr/>
          </p:nvSpPr>
          <p:spPr>
            <a:xfrm>
              <a:off x="8673816"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39"/>
            <p:cNvSpPr/>
            <p:nvPr/>
          </p:nvSpPr>
          <p:spPr>
            <a:xfrm>
              <a:off x="8728066"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39"/>
            <p:cNvSpPr/>
            <p:nvPr/>
          </p:nvSpPr>
          <p:spPr>
            <a:xfrm>
              <a:off x="8783956"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39"/>
            <p:cNvSpPr/>
            <p:nvPr/>
          </p:nvSpPr>
          <p:spPr>
            <a:xfrm>
              <a:off x="8838719"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39"/>
            <p:cNvSpPr/>
            <p:nvPr/>
          </p:nvSpPr>
          <p:spPr>
            <a:xfrm>
              <a:off x="8893479"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39"/>
            <p:cNvSpPr/>
            <p:nvPr/>
          </p:nvSpPr>
          <p:spPr>
            <a:xfrm>
              <a:off x="8948241"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7" name="Google Shape;4967;p39"/>
            <p:cNvSpPr/>
            <p:nvPr/>
          </p:nvSpPr>
          <p:spPr>
            <a:xfrm>
              <a:off x="9003628"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39"/>
            <p:cNvSpPr/>
            <p:nvPr/>
          </p:nvSpPr>
          <p:spPr>
            <a:xfrm>
              <a:off x="9058891"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39"/>
            <p:cNvSpPr/>
            <p:nvPr/>
          </p:nvSpPr>
          <p:spPr>
            <a:xfrm>
              <a:off x="9113791"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39"/>
            <p:cNvSpPr/>
            <p:nvPr/>
          </p:nvSpPr>
          <p:spPr>
            <a:xfrm>
              <a:off x="9168416"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39"/>
            <p:cNvSpPr/>
            <p:nvPr/>
          </p:nvSpPr>
          <p:spPr>
            <a:xfrm>
              <a:off x="9223691" y="26250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39"/>
            <p:cNvSpPr/>
            <p:nvPr/>
          </p:nvSpPr>
          <p:spPr>
            <a:xfrm>
              <a:off x="9277941" y="2569951"/>
              <a:ext cx="55000" cy="55091"/>
            </a:xfrm>
            <a:custGeom>
              <a:rect b="b" l="l" r="r" t="t"/>
              <a:pathLst>
                <a:path extrusionOk="0" h="314" w="313">
                  <a:moveTo>
                    <a:pt x="0" y="1"/>
                  </a:moveTo>
                  <a:lnTo>
                    <a:pt x="0" y="313"/>
                  </a:lnTo>
                  <a:lnTo>
                    <a:pt x="313" y="313"/>
                  </a:lnTo>
                  <a:lnTo>
                    <a:pt x="31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3" name="Google Shape;4973;p39"/>
          <p:cNvGrpSpPr/>
          <p:nvPr/>
        </p:nvGrpSpPr>
        <p:grpSpPr>
          <a:xfrm rot="5400000">
            <a:off x="8064665" y="351303"/>
            <a:ext cx="309101" cy="309151"/>
            <a:chOff x="467425" y="2009500"/>
            <a:chExt cx="153950" cy="153975"/>
          </a:xfrm>
        </p:grpSpPr>
        <p:sp>
          <p:nvSpPr>
            <p:cNvPr id="4974" name="Google Shape;4974;p39"/>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39"/>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39"/>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39"/>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39"/>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39"/>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39"/>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39"/>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39"/>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39"/>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39"/>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39"/>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39"/>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39"/>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39"/>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9" name="Google Shape;4989;p39"/>
          <p:cNvGrpSpPr/>
          <p:nvPr/>
        </p:nvGrpSpPr>
        <p:grpSpPr>
          <a:xfrm>
            <a:off x="8479268" y="351328"/>
            <a:ext cx="309151" cy="309101"/>
            <a:chOff x="7709655" y="744203"/>
            <a:chExt cx="309151" cy="309101"/>
          </a:xfrm>
        </p:grpSpPr>
        <p:grpSp>
          <p:nvGrpSpPr>
            <p:cNvPr id="4990" name="Google Shape;4990;p39"/>
            <p:cNvGrpSpPr/>
            <p:nvPr/>
          </p:nvGrpSpPr>
          <p:grpSpPr>
            <a:xfrm rot="5400000">
              <a:off x="7709680" y="744178"/>
              <a:ext cx="309101" cy="309151"/>
              <a:chOff x="272300" y="2009500"/>
              <a:chExt cx="153950" cy="153975"/>
            </a:xfrm>
          </p:grpSpPr>
          <p:sp>
            <p:nvSpPr>
              <p:cNvPr id="4991" name="Google Shape;4991;p39"/>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39"/>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39"/>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39"/>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39"/>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39"/>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39"/>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39"/>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39"/>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39"/>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39"/>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39"/>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39"/>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39"/>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05" name="Google Shape;5005;p39"/>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06" name="Google Shape;5006;p39"/>
          <p:cNvSpPr txBox="1"/>
          <p:nvPr>
            <p:ph idx="2" type="title"/>
          </p:nvPr>
        </p:nvSpPr>
        <p:spPr>
          <a:xfrm>
            <a:off x="739625" y="2571750"/>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Milton</a:t>
            </a:r>
            <a:endParaRPr/>
          </a:p>
        </p:txBody>
      </p:sp>
      <p:sp>
        <p:nvSpPr>
          <p:cNvPr id="5007" name="Google Shape;5007;p39"/>
          <p:cNvSpPr txBox="1"/>
          <p:nvPr>
            <p:ph idx="4294967295" type="subTitle"/>
          </p:nvPr>
        </p:nvSpPr>
        <p:spPr>
          <a:xfrm>
            <a:off x="739613" y="2958365"/>
            <a:ext cx="2336400" cy="67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Milton is the youngest of 3 siblings. He is energetic, playful, and very brave. He enjoys pears and dislikes frogs</a:t>
            </a:r>
            <a:endParaRPr/>
          </a:p>
        </p:txBody>
      </p:sp>
      <p:sp>
        <p:nvSpPr>
          <p:cNvPr id="5008" name="Google Shape;5008;p39"/>
          <p:cNvSpPr txBox="1"/>
          <p:nvPr>
            <p:ph idx="4294967295" type="title"/>
          </p:nvPr>
        </p:nvSpPr>
        <p:spPr>
          <a:xfrm>
            <a:off x="3403800" y="2511775"/>
            <a:ext cx="2336400" cy="28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Let</a:t>
            </a:r>
            <a:endParaRPr/>
          </a:p>
        </p:txBody>
      </p:sp>
      <p:sp>
        <p:nvSpPr>
          <p:cNvPr id="5009" name="Google Shape;5009;p39"/>
          <p:cNvSpPr txBox="1"/>
          <p:nvPr>
            <p:ph idx="4294967295" type="subTitle"/>
          </p:nvPr>
        </p:nvSpPr>
        <p:spPr>
          <a:xfrm>
            <a:off x="3403800" y="2945015"/>
            <a:ext cx="2336400" cy="67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Let is the oldest of his siblings. He is earnest, </a:t>
            </a:r>
            <a:r>
              <a:rPr lang="en"/>
              <a:t>kind</a:t>
            </a:r>
            <a:r>
              <a:rPr lang="en"/>
              <a:t>, and a great caretaker</a:t>
            </a:r>
            <a:endParaRPr/>
          </a:p>
        </p:txBody>
      </p:sp>
      <p:sp>
        <p:nvSpPr>
          <p:cNvPr id="5010" name="Google Shape;5010;p39"/>
          <p:cNvSpPr txBox="1"/>
          <p:nvPr>
            <p:ph idx="4294967295" type="title"/>
          </p:nvPr>
        </p:nvSpPr>
        <p:spPr>
          <a:xfrm>
            <a:off x="6067975" y="2511775"/>
            <a:ext cx="2336400" cy="28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Burg</a:t>
            </a:r>
            <a:endParaRPr/>
          </a:p>
        </p:txBody>
      </p:sp>
      <p:sp>
        <p:nvSpPr>
          <p:cNvPr id="5011" name="Google Shape;5011;p39"/>
          <p:cNvSpPr txBox="1"/>
          <p:nvPr>
            <p:ph idx="4294967295" type="subTitle"/>
          </p:nvPr>
        </p:nvSpPr>
        <p:spPr>
          <a:xfrm>
            <a:off x="6067975" y="2945015"/>
            <a:ext cx="2336400" cy="67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Burg is the middle child. He is often overlooked by their parents. </a:t>
            </a:r>
            <a:r>
              <a:rPr lang="en"/>
              <a:t>He is quiet and reserved.</a:t>
            </a:r>
            <a:endParaRPr/>
          </a:p>
        </p:txBody>
      </p:sp>
      <p:pic>
        <p:nvPicPr>
          <p:cNvPr id="5012" name="Google Shape;5012;p39" title="Family Outside (freed) - spritesheet.png"/>
          <p:cNvPicPr preferRelativeResize="0"/>
          <p:nvPr/>
        </p:nvPicPr>
        <p:blipFill rotWithShape="1">
          <a:blip r:embed="rId3">
            <a:alphaModFix/>
          </a:blip>
          <a:srcRect b="0" l="1423" r="91739" t="0"/>
          <a:stretch/>
        </p:blipFill>
        <p:spPr>
          <a:xfrm>
            <a:off x="4259350" y="1033225"/>
            <a:ext cx="625302" cy="1463050"/>
          </a:xfrm>
          <a:prstGeom prst="rect">
            <a:avLst/>
          </a:prstGeom>
          <a:noFill/>
          <a:ln>
            <a:noFill/>
          </a:ln>
        </p:spPr>
      </p:pic>
      <p:pic>
        <p:nvPicPr>
          <p:cNvPr id="5013" name="Google Shape;5013;p39" title="Family Outside (freed) - spritesheet.png"/>
          <p:cNvPicPr preferRelativeResize="0"/>
          <p:nvPr/>
        </p:nvPicPr>
        <p:blipFill rotWithShape="1">
          <a:blip r:embed="rId3">
            <a:alphaModFix/>
          </a:blip>
          <a:srcRect b="0" l="8168" r="84994" t="0"/>
          <a:stretch/>
        </p:blipFill>
        <p:spPr>
          <a:xfrm>
            <a:off x="6923525" y="1017725"/>
            <a:ext cx="625302" cy="1463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7" name="Shape 5017"/>
        <p:cNvGrpSpPr/>
        <p:nvPr/>
      </p:nvGrpSpPr>
      <p:grpSpPr>
        <a:xfrm>
          <a:off x="0" y="0"/>
          <a:ext cx="0" cy="0"/>
          <a:chOff x="0" y="0"/>
          <a:chExt cx="0" cy="0"/>
        </a:xfrm>
      </p:grpSpPr>
      <p:sp>
        <p:nvSpPr>
          <p:cNvPr id="5018" name="Google Shape;5018;p4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Enemies</a:t>
            </a:r>
            <a:r>
              <a:rPr lang="en"/>
              <a:t> &amp; Obstacles </a:t>
            </a:r>
            <a:endParaRPr/>
          </a:p>
        </p:txBody>
      </p:sp>
      <p:sp>
        <p:nvSpPr>
          <p:cNvPr id="5019" name="Google Shape;5019;p40"/>
          <p:cNvSpPr txBox="1"/>
          <p:nvPr>
            <p:ph idx="2" type="title"/>
          </p:nvPr>
        </p:nvSpPr>
        <p:spPr>
          <a:xfrm>
            <a:off x="720000" y="2511775"/>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Frog</a:t>
            </a:r>
            <a:endParaRPr/>
          </a:p>
        </p:txBody>
      </p:sp>
      <p:sp>
        <p:nvSpPr>
          <p:cNvPr id="5020" name="Google Shape;5020;p40"/>
          <p:cNvSpPr txBox="1"/>
          <p:nvPr>
            <p:ph idx="1" type="subTitle"/>
          </p:nvPr>
        </p:nvSpPr>
        <p:spPr>
          <a:xfrm>
            <a:off x="720000" y="2945015"/>
            <a:ext cx="2336400" cy="67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Common Enemy, present in early levels. Can defeat by double jumping on top of it</a:t>
            </a:r>
            <a:endParaRPr/>
          </a:p>
        </p:txBody>
      </p:sp>
      <p:sp>
        <p:nvSpPr>
          <p:cNvPr id="5021" name="Google Shape;5021;p40"/>
          <p:cNvSpPr txBox="1"/>
          <p:nvPr>
            <p:ph idx="3" type="title"/>
          </p:nvPr>
        </p:nvSpPr>
        <p:spPr>
          <a:xfrm>
            <a:off x="3403800" y="2511775"/>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Eagle</a:t>
            </a:r>
            <a:endParaRPr/>
          </a:p>
        </p:txBody>
      </p:sp>
      <p:sp>
        <p:nvSpPr>
          <p:cNvPr id="5022" name="Google Shape;5022;p40"/>
          <p:cNvSpPr txBox="1"/>
          <p:nvPr>
            <p:ph idx="4" type="subTitle"/>
          </p:nvPr>
        </p:nvSpPr>
        <p:spPr>
          <a:xfrm>
            <a:off x="3403800" y="2945015"/>
            <a:ext cx="2336400" cy="67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Boss Enemy. Present in Level 3. Swoops down to attack. Should be dodged</a:t>
            </a:r>
            <a:endParaRPr/>
          </a:p>
        </p:txBody>
      </p:sp>
      <p:sp>
        <p:nvSpPr>
          <p:cNvPr id="5023" name="Google Shape;5023;p40"/>
          <p:cNvSpPr txBox="1"/>
          <p:nvPr>
            <p:ph idx="5" type="title"/>
          </p:nvPr>
        </p:nvSpPr>
        <p:spPr>
          <a:xfrm>
            <a:off x="6067975" y="2511775"/>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Spikes</a:t>
            </a:r>
            <a:endParaRPr/>
          </a:p>
        </p:txBody>
      </p:sp>
      <p:sp>
        <p:nvSpPr>
          <p:cNvPr id="5024" name="Google Shape;5024;p40"/>
          <p:cNvSpPr txBox="1"/>
          <p:nvPr>
            <p:ph idx="6" type="subTitle"/>
          </p:nvPr>
        </p:nvSpPr>
        <p:spPr>
          <a:xfrm>
            <a:off x="6067975" y="2945015"/>
            <a:ext cx="2336400" cy="67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Damages player health by ½ when player runs into it. Can avoid by jumping over.</a:t>
            </a:r>
            <a:endParaRPr/>
          </a:p>
        </p:txBody>
      </p:sp>
      <p:grpSp>
        <p:nvGrpSpPr>
          <p:cNvPr id="5025" name="Google Shape;5025;p40"/>
          <p:cNvGrpSpPr/>
          <p:nvPr/>
        </p:nvGrpSpPr>
        <p:grpSpPr>
          <a:xfrm>
            <a:off x="2882993" y="3674807"/>
            <a:ext cx="387080" cy="392693"/>
            <a:chOff x="6301268" y="2035382"/>
            <a:chExt cx="387080" cy="392693"/>
          </a:xfrm>
        </p:grpSpPr>
        <p:sp>
          <p:nvSpPr>
            <p:cNvPr id="5026" name="Google Shape;5026;p40"/>
            <p:cNvSpPr/>
            <p:nvPr/>
          </p:nvSpPr>
          <p:spPr>
            <a:xfrm>
              <a:off x="6430293" y="2297182"/>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27" name="Google Shape;5027;p40"/>
            <p:cNvGrpSpPr/>
            <p:nvPr/>
          </p:nvGrpSpPr>
          <p:grpSpPr>
            <a:xfrm>
              <a:off x="6301268" y="2035382"/>
              <a:ext cx="387080" cy="261793"/>
              <a:chOff x="7858018" y="1481557"/>
              <a:chExt cx="387080" cy="261793"/>
            </a:xfrm>
          </p:grpSpPr>
          <p:sp>
            <p:nvSpPr>
              <p:cNvPr id="5028" name="Google Shape;5028;p40"/>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40"/>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40"/>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40"/>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40"/>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33" name="Google Shape;5033;p40"/>
          <p:cNvGrpSpPr/>
          <p:nvPr/>
        </p:nvGrpSpPr>
        <p:grpSpPr>
          <a:xfrm rot="5400000">
            <a:off x="8064665" y="351303"/>
            <a:ext cx="309101" cy="309151"/>
            <a:chOff x="467425" y="2009500"/>
            <a:chExt cx="153950" cy="153975"/>
          </a:xfrm>
        </p:grpSpPr>
        <p:sp>
          <p:nvSpPr>
            <p:cNvPr id="5034" name="Google Shape;5034;p40"/>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40"/>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40"/>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40"/>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40"/>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40"/>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40"/>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40"/>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40"/>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40"/>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40"/>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40"/>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40"/>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40"/>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40"/>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9" name="Google Shape;5049;p40"/>
          <p:cNvGrpSpPr/>
          <p:nvPr/>
        </p:nvGrpSpPr>
        <p:grpSpPr>
          <a:xfrm>
            <a:off x="8479268" y="351328"/>
            <a:ext cx="309151" cy="309101"/>
            <a:chOff x="7709655" y="744203"/>
            <a:chExt cx="309151" cy="309101"/>
          </a:xfrm>
        </p:grpSpPr>
        <p:grpSp>
          <p:nvGrpSpPr>
            <p:cNvPr id="5050" name="Google Shape;5050;p40"/>
            <p:cNvGrpSpPr/>
            <p:nvPr/>
          </p:nvGrpSpPr>
          <p:grpSpPr>
            <a:xfrm rot="5400000">
              <a:off x="7709680" y="744178"/>
              <a:ext cx="309101" cy="309151"/>
              <a:chOff x="272300" y="2009500"/>
              <a:chExt cx="153950" cy="153975"/>
            </a:xfrm>
          </p:grpSpPr>
          <p:sp>
            <p:nvSpPr>
              <p:cNvPr id="5051" name="Google Shape;5051;p40"/>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40"/>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40"/>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40"/>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40"/>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40"/>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40"/>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40"/>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40"/>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40"/>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40"/>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40"/>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40"/>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40"/>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65" name="Google Shape;5065;p40"/>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66" name="Google Shape;5066;p40" title="frog-idle.png"/>
          <p:cNvPicPr preferRelativeResize="0"/>
          <p:nvPr/>
        </p:nvPicPr>
        <p:blipFill rotWithShape="1">
          <a:blip r:embed="rId3">
            <a:alphaModFix/>
          </a:blip>
          <a:srcRect b="0" l="0" r="75812" t="0"/>
          <a:stretch/>
        </p:blipFill>
        <p:spPr>
          <a:xfrm>
            <a:off x="1532804" y="1732613"/>
            <a:ext cx="710801" cy="671700"/>
          </a:xfrm>
          <a:prstGeom prst="rect">
            <a:avLst/>
          </a:prstGeom>
          <a:noFill/>
          <a:ln>
            <a:noFill/>
          </a:ln>
        </p:spPr>
      </p:pic>
      <p:pic>
        <p:nvPicPr>
          <p:cNvPr id="5067" name="Google Shape;5067;p40" title="Spikes (1).png"/>
          <p:cNvPicPr preferRelativeResize="0"/>
          <p:nvPr/>
        </p:nvPicPr>
        <p:blipFill rotWithShape="1">
          <a:blip r:embed="rId4">
            <a:alphaModFix/>
          </a:blip>
          <a:srcRect b="44131" l="0" r="0" t="0"/>
          <a:stretch/>
        </p:blipFill>
        <p:spPr>
          <a:xfrm>
            <a:off x="6723646" y="1793824"/>
            <a:ext cx="1025054" cy="572700"/>
          </a:xfrm>
          <a:prstGeom prst="rect">
            <a:avLst/>
          </a:prstGeom>
          <a:noFill/>
          <a:ln>
            <a:noFill/>
          </a:ln>
        </p:spPr>
      </p:pic>
      <p:pic>
        <p:nvPicPr>
          <p:cNvPr id="5068" name="Google Shape;5068;p40" title="eagle-attack.png"/>
          <p:cNvPicPr preferRelativeResize="0"/>
          <p:nvPr/>
        </p:nvPicPr>
        <p:blipFill rotWithShape="1">
          <a:blip r:embed="rId5">
            <a:alphaModFix/>
          </a:blip>
          <a:srcRect b="0" l="0" r="74925" t="0"/>
          <a:stretch/>
        </p:blipFill>
        <p:spPr>
          <a:xfrm>
            <a:off x="4216600" y="1640108"/>
            <a:ext cx="710800" cy="7264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2" name="Shape 5072"/>
        <p:cNvGrpSpPr/>
        <p:nvPr/>
      </p:nvGrpSpPr>
      <p:grpSpPr>
        <a:xfrm>
          <a:off x="0" y="0"/>
          <a:ext cx="0" cy="0"/>
          <a:chOff x="0" y="0"/>
          <a:chExt cx="0" cy="0"/>
        </a:xfrm>
      </p:grpSpPr>
      <p:sp>
        <p:nvSpPr>
          <p:cNvPr id="5073" name="Google Shape;5073;p4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Pickups</a:t>
            </a:r>
            <a:endParaRPr/>
          </a:p>
        </p:txBody>
      </p:sp>
      <p:sp>
        <p:nvSpPr>
          <p:cNvPr id="5074" name="Google Shape;5074;p41"/>
          <p:cNvSpPr txBox="1"/>
          <p:nvPr>
            <p:ph idx="2" type="title"/>
          </p:nvPr>
        </p:nvSpPr>
        <p:spPr>
          <a:xfrm>
            <a:off x="720000" y="2511775"/>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Star</a:t>
            </a:r>
            <a:endParaRPr/>
          </a:p>
        </p:txBody>
      </p:sp>
      <p:sp>
        <p:nvSpPr>
          <p:cNvPr id="5075" name="Google Shape;5075;p41"/>
          <p:cNvSpPr txBox="1"/>
          <p:nvPr>
            <p:ph idx="1" type="subTitle"/>
          </p:nvPr>
        </p:nvSpPr>
        <p:spPr>
          <a:xfrm>
            <a:off x="720000" y="2945015"/>
            <a:ext cx="2336400" cy="67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Collectible item. Increases player score when picked up.</a:t>
            </a:r>
            <a:endParaRPr/>
          </a:p>
        </p:txBody>
      </p:sp>
      <p:sp>
        <p:nvSpPr>
          <p:cNvPr id="5076" name="Google Shape;5076;p41"/>
          <p:cNvSpPr txBox="1"/>
          <p:nvPr>
            <p:ph idx="3" type="title"/>
          </p:nvPr>
        </p:nvSpPr>
        <p:spPr>
          <a:xfrm>
            <a:off x="3403800" y="2511775"/>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Key</a:t>
            </a:r>
            <a:endParaRPr/>
          </a:p>
        </p:txBody>
      </p:sp>
      <p:sp>
        <p:nvSpPr>
          <p:cNvPr id="5077" name="Google Shape;5077;p41"/>
          <p:cNvSpPr txBox="1"/>
          <p:nvPr>
            <p:ph idx="4" type="subTitle"/>
          </p:nvPr>
        </p:nvSpPr>
        <p:spPr>
          <a:xfrm>
            <a:off x="3403800" y="2945015"/>
            <a:ext cx="2336400" cy="67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Required item. 3 needed to unlock the cage at the end of the game.</a:t>
            </a:r>
            <a:endParaRPr/>
          </a:p>
        </p:txBody>
      </p:sp>
      <p:sp>
        <p:nvSpPr>
          <p:cNvPr id="5078" name="Google Shape;5078;p41"/>
          <p:cNvSpPr txBox="1"/>
          <p:nvPr>
            <p:ph idx="5" type="title"/>
          </p:nvPr>
        </p:nvSpPr>
        <p:spPr>
          <a:xfrm>
            <a:off x="6067975" y="2511775"/>
            <a:ext cx="23364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Pear</a:t>
            </a:r>
            <a:endParaRPr/>
          </a:p>
        </p:txBody>
      </p:sp>
      <p:sp>
        <p:nvSpPr>
          <p:cNvPr id="5079" name="Google Shape;5079;p41"/>
          <p:cNvSpPr txBox="1"/>
          <p:nvPr>
            <p:ph idx="6" type="subTitle"/>
          </p:nvPr>
        </p:nvSpPr>
        <p:spPr>
          <a:xfrm>
            <a:off x="6067975" y="2945015"/>
            <a:ext cx="2336400" cy="67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Health item. Restores player health when collected.</a:t>
            </a:r>
            <a:endParaRPr/>
          </a:p>
        </p:txBody>
      </p:sp>
      <p:grpSp>
        <p:nvGrpSpPr>
          <p:cNvPr id="5080" name="Google Shape;5080;p41"/>
          <p:cNvGrpSpPr/>
          <p:nvPr/>
        </p:nvGrpSpPr>
        <p:grpSpPr>
          <a:xfrm>
            <a:off x="2882993" y="3674807"/>
            <a:ext cx="387080" cy="392693"/>
            <a:chOff x="6301268" y="2035382"/>
            <a:chExt cx="387080" cy="392693"/>
          </a:xfrm>
        </p:grpSpPr>
        <p:sp>
          <p:nvSpPr>
            <p:cNvPr id="5081" name="Google Shape;5081;p41"/>
            <p:cNvSpPr/>
            <p:nvPr/>
          </p:nvSpPr>
          <p:spPr>
            <a:xfrm>
              <a:off x="6430293" y="2297182"/>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2" name="Google Shape;5082;p41"/>
            <p:cNvGrpSpPr/>
            <p:nvPr/>
          </p:nvGrpSpPr>
          <p:grpSpPr>
            <a:xfrm>
              <a:off x="6301268" y="2035382"/>
              <a:ext cx="387080" cy="261793"/>
              <a:chOff x="7858018" y="1481557"/>
              <a:chExt cx="387080" cy="261793"/>
            </a:xfrm>
          </p:grpSpPr>
          <p:sp>
            <p:nvSpPr>
              <p:cNvPr id="5083" name="Google Shape;5083;p41"/>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41"/>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41"/>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41"/>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41"/>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88" name="Google Shape;5088;p41"/>
          <p:cNvGrpSpPr/>
          <p:nvPr/>
        </p:nvGrpSpPr>
        <p:grpSpPr>
          <a:xfrm rot="5400000">
            <a:off x="8064665" y="351303"/>
            <a:ext cx="309101" cy="309151"/>
            <a:chOff x="467425" y="2009500"/>
            <a:chExt cx="153950" cy="153975"/>
          </a:xfrm>
        </p:grpSpPr>
        <p:sp>
          <p:nvSpPr>
            <p:cNvPr id="5089" name="Google Shape;5089;p41"/>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41"/>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41"/>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41"/>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41"/>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41"/>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41"/>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41"/>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41"/>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41"/>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41"/>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41"/>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41"/>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41"/>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41"/>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4" name="Google Shape;5104;p41"/>
          <p:cNvGrpSpPr/>
          <p:nvPr/>
        </p:nvGrpSpPr>
        <p:grpSpPr>
          <a:xfrm>
            <a:off x="8479268" y="351328"/>
            <a:ext cx="309151" cy="309101"/>
            <a:chOff x="7709655" y="744203"/>
            <a:chExt cx="309151" cy="309101"/>
          </a:xfrm>
        </p:grpSpPr>
        <p:grpSp>
          <p:nvGrpSpPr>
            <p:cNvPr id="5105" name="Google Shape;5105;p41"/>
            <p:cNvGrpSpPr/>
            <p:nvPr/>
          </p:nvGrpSpPr>
          <p:grpSpPr>
            <a:xfrm rot="5400000">
              <a:off x="7709680" y="744178"/>
              <a:ext cx="309101" cy="309151"/>
              <a:chOff x="272300" y="2009500"/>
              <a:chExt cx="153950" cy="153975"/>
            </a:xfrm>
          </p:grpSpPr>
          <p:sp>
            <p:nvSpPr>
              <p:cNvPr id="5106" name="Google Shape;5106;p41"/>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41"/>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41"/>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41"/>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41"/>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41"/>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41"/>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41"/>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41"/>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41"/>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41"/>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41"/>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41"/>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41"/>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0" name="Google Shape;5120;p41"/>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121" name="Google Shape;5121;p41" title="StarPixel.png"/>
          <p:cNvPicPr preferRelativeResize="0"/>
          <p:nvPr/>
        </p:nvPicPr>
        <p:blipFill>
          <a:blip r:embed="rId3">
            <a:alphaModFix/>
          </a:blip>
          <a:stretch>
            <a:fillRect/>
          </a:stretch>
        </p:blipFill>
        <p:spPr>
          <a:xfrm>
            <a:off x="1458223" y="1618163"/>
            <a:ext cx="859959" cy="726425"/>
          </a:xfrm>
          <a:prstGeom prst="rect">
            <a:avLst/>
          </a:prstGeom>
          <a:noFill/>
          <a:ln>
            <a:noFill/>
          </a:ln>
        </p:spPr>
      </p:pic>
      <p:pic>
        <p:nvPicPr>
          <p:cNvPr id="5122" name="Google Shape;5122;p41" title="GoldenKey.png"/>
          <p:cNvPicPr preferRelativeResize="0"/>
          <p:nvPr/>
        </p:nvPicPr>
        <p:blipFill>
          <a:blip r:embed="rId4">
            <a:alphaModFix/>
          </a:blip>
          <a:stretch>
            <a:fillRect/>
          </a:stretch>
        </p:blipFill>
        <p:spPr>
          <a:xfrm>
            <a:off x="4090925" y="1606301"/>
            <a:ext cx="859950" cy="750150"/>
          </a:xfrm>
          <a:prstGeom prst="rect">
            <a:avLst/>
          </a:prstGeom>
          <a:noFill/>
          <a:ln>
            <a:noFill/>
          </a:ln>
        </p:spPr>
      </p:pic>
      <p:pic>
        <p:nvPicPr>
          <p:cNvPr id="5123" name="Google Shape;5123;p41" title="Pear (1).png"/>
          <p:cNvPicPr preferRelativeResize="0"/>
          <p:nvPr/>
        </p:nvPicPr>
        <p:blipFill rotWithShape="1">
          <a:blip r:embed="rId5">
            <a:alphaModFix/>
          </a:blip>
          <a:srcRect b="40311" l="33366" r="40523" t="31963"/>
          <a:stretch/>
        </p:blipFill>
        <p:spPr>
          <a:xfrm>
            <a:off x="6894128" y="1606306"/>
            <a:ext cx="684084" cy="726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7" name="Shape 5127"/>
        <p:cNvGrpSpPr/>
        <p:nvPr/>
      </p:nvGrpSpPr>
      <p:grpSpPr>
        <a:xfrm>
          <a:off x="0" y="0"/>
          <a:ext cx="0" cy="0"/>
          <a:chOff x="0" y="0"/>
          <a:chExt cx="0" cy="0"/>
        </a:xfrm>
      </p:grpSpPr>
      <p:grpSp>
        <p:nvGrpSpPr>
          <p:cNvPr id="5128" name="Google Shape;5128;p42"/>
          <p:cNvGrpSpPr/>
          <p:nvPr/>
        </p:nvGrpSpPr>
        <p:grpSpPr>
          <a:xfrm>
            <a:off x="395518" y="2964832"/>
            <a:ext cx="387080" cy="392693"/>
            <a:chOff x="6301268" y="2035382"/>
            <a:chExt cx="387080" cy="392693"/>
          </a:xfrm>
        </p:grpSpPr>
        <p:sp>
          <p:nvSpPr>
            <p:cNvPr id="5129" name="Google Shape;5129;p42"/>
            <p:cNvSpPr/>
            <p:nvPr/>
          </p:nvSpPr>
          <p:spPr>
            <a:xfrm>
              <a:off x="6430293" y="2297182"/>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0" name="Google Shape;5130;p42"/>
            <p:cNvGrpSpPr/>
            <p:nvPr/>
          </p:nvGrpSpPr>
          <p:grpSpPr>
            <a:xfrm>
              <a:off x="6301268" y="2035382"/>
              <a:ext cx="387080" cy="261793"/>
              <a:chOff x="7858018" y="1481557"/>
              <a:chExt cx="387080" cy="261793"/>
            </a:xfrm>
          </p:grpSpPr>
          <p:sp>
            <p:nvSpPr>
              <p:cNvPr id="5131" name="Google Shape;5131;p42"/>
              <p:cNvSpPr/>
              <p:nvPr/>
            </p:nvSpPr>
            <p:spPr>
              <a:xfrm>
                <a:off x="7987043"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42"/>
              <p:cNvSpPr/>
              <p:nvPr/>
            </p:nvSpPr>
            <p:spPr>
              <a:xfrm>
                <a:off x="8116068"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42"/>
              <p:cNvSpPr/>
              <p:nvPr/>
            </p:nvSpPr>
            <p:spPr>
              <a:xfrm>
                <a:off x="811606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42"/>
              <p:cNvSpPr/>
              <p:nvPr/>
            </p:nvSpPr>
            <p:spPr>
              <a:xfrm>
                <a:off x="7858018" y="16124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42"/>
              <p:cNvSpPr/>
              <p:nvPr/>
            </p:nvSpPr>
            <p:spPr>
              <a:xfrm>
                <a:off x="7987043" y="1481557"/>
                <a:ext cx="129030" cy="130893"/>
              </a:xfrm>
              <a:custGeom>
                <a:rect b="b" l="l" r="r" t="t"/>
                <a:pathLst>
                  <a:path extrusionOk="0" h="1877" w="1877">
                    <a:moveTo>
                      <a:pt x="0" y="1"/>
                    </a:moveTo>
                    <a:lnTo>
                      <a:pt x="0" y="1877"/>
                    </a:lnTo>
                    <a:lnTo>
                      <a:pt x="1876" y="1877"/>
                    </a:lnTo>
                    <a:lnTo>
                      <a:pt x="18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36" name="Google Shape;5136;p42"/>
          <p:cNvGrpSpPr/>
          <p:nvPr/>
        </p:nvGrpSpPr>
        <p:grpSpPr>
          <a:xfrm>
            <a:off x="561082" y="1090073"/>
            <a:ext cx="2492533" cy="3267683"/>
            <a:chOff x="911649" y="1485925"/>
            <a:chExt cx="959700" cy="959700"/>
          </a:xfrm>
        </p:grpSpPr>
        <p:sp>
          <p:nvSpPr>
            <p:cNvPr id="5137" name="Google Shape;5137;p42"/>
            <p:cNvSpPr/>
            <p:nvPr/>
          </p:nvSpPr>
          <p:spPr>
            <a:xfrm>
              <a:off x="923431" y="1485925"/>
              <a:ext cx="935100" cy="959700"/>
            </a:xfrm>
            <a:prstGeom prst="rect">
              <a:avLst/>
            </a:pr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42"/>
            <p:cNvSpPr/>
            <p:nvPr/>
          </p:nvSpPr>
          <p:spPr>
            <a:xfrm rot="-5400000">
              <a:off x="931149" y="1485218"/>
              <a:ext cx="920700" cy="959700"/>
            </a:xfrm>
            <a:prstGeom prst="rect">
              <a:avLst/>
            </a:pr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42"/>
            <p:cNvSpPr/>
            <p:nvPr/>
          </p:nvSpPr>
          <p:spPr>
            <a:xfrm>
              <a:off x="925083" y="1489499"/>
              <a:ext cx="931800" cy="95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0" name="Google Shape;5140;p4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Development Environment</a:t>
            </a:r>
            <a:endParaRPr/>
          </a:p>
        </p:txBody>
      </p:sp>
      <p:sp>
        <p:nvSpPr>
          <p:cNvPr id="5141" name="Google Shape;5141;p42"/>
          <p:cNvSpPr/>
          <p:nvPr/>
        </p:nvSpPr>
        <p:spPr>
          <a:xfrm>
            <a:off x="711321" y="1586875"/>
            <a:ext cx="2125200" cy="264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latin typeface="Quicksand Medium"/>
                <a:ea typeface="Quicksand Medium"/>
                <a:cs typeface="Quicksand Medium"/>
                <a:sym typeface="Quicksand Medium"/>
              </a:rPr>
              <a:t>We chose Unity as our development environment because we have gained experience using it throughout this course, making it a familiar and efficient tool for our team. We also believe the strong support Unity provides for 2D game development will make it simpler and easier for us to build our game. This will allow us to develop Hamster Homebound quickly and effectively.</a:t>
            </a:r>
            <a:endParaRPr sz="1100">
              <a:solidFill>
                <a:schemeClr val="dk1"/>
              </a:solidFill>
              <a:latin typeface="Quicksand Medium"/>
              <a:ea typeface="Quicksand Medium"/>
              <a:cs typeface="Quicksand Medium"/>
              <a:sym typeface="Quicksand Medium"/>
            </a:endParaRPr>
          </a:p>
          <a:p>
            <a:pPr indent="0" lvl="0" marL="0" rtl="0" algn="just">
              <a:spcBef>
                <a:spcPts val="0"/>
              </a:spcBef>
              <a:spcAft>
                <a:spcPts val="0"/>
              </a:spcAft>
              <a:buNone/>
            </a:pPr>
            <a:r>
              <a:t/>
            </a:r>
            <a:endParaRPr sz="1100">
              <a:solidFill>
                <a:schemeClr val="dk1"/>
              </a:solidFill>
              <a:latin typeface="Quicksand Medium"/>
              <a:ea typeface="Quicksand Medium"/>
              <a:cs typeface="Quicksand Medium"/>
              <a:sym typeface="Quicksand Medium"/>
            </a:endParaRPr>
          </a:p>
        </p:txBody>
      </p:sp>
      <p:sp>
        <p:nvSpPr>
          <p:cNvPr id="5142" name="Google Shape;5142;p42"/>
          <p:cNvSpPr/>
          <p:nvPr/>
        </p:nvSpPr>
        <p:spPr>
          <a:xfrm>
            <a:off x="716100" y="1210675"/>
            <a:ext cx="2182500" cy="447000"/>
          </a:xfrm>
          <a:prstGeom prst="rect">
            <a:avLst/>
          </a:prstGeom>
          <a:noFill/>
          <a:ln>
            <a:noFill/>
          </a:ln>
          <a:effectLst>
            <a:outerShdw rotWithShape="0" algn="bl" dir="2700000" dist="3810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Press Start 2P"/>
                <a:ea typeface="Press Start 2P"/>
                <a:cs typeface="Press Start 2P"/>
                <a:sym typeface="Press Start 2P"/>
              </a:rPr>
              <a:t>Unity</a:t>
            </a:r>
            <a:endParaRPr sz="1800">
              <a:solidFill>
                <a:schemeClr val="dk2"/>
              </a:solidFill>
              <a:latin typeface="Press Start 2P"/>
              <a:ea typeface="Press Start 2P"/>
              <a:cs typeface="Press Start 2P"/>
              <a:sym typeface="Press Start 2P"/>
            </a:endParaRPr>
          </a:p>
        </p:txBody>
      </p:sp>
      <p:grpSp>
        <p:nvGrpSpPr>
          <p:cNvPr id="5143" name="Google Shape;5143;p42"/>
          <p:cNvGrpSpPr/>
          <p:nvPr/>
        </p:nvGrpSpPr>
        <p:grpSpPr>
          <a:xfrm>
            <a:off x="8504270" y="2250985"/>
            <a:ext cx="259159" cy="272180"/>
            <a:chOff x="4685992" y="1362548"/>
            <a:chExt cx="720886" cy="757106"/>
          </a:xfrm>
        </p:grpSpPr>
        <p:sp>
          <p:nvSpPr>
            <p:cNvPr id="5144" name="Google Shape;5144;p42"/>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42"/>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42"/>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42"/>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42"/>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42"/>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42"/>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42"/>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42"/>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42"/>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42"/>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42"/>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42"/>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42"/>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42"/>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42"/>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42"/>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42"/>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42"/>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42"/>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42"/>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42"/>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42"/>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42"/>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42"/>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9" name="Google Shape;5169;p42"/>
          <p:cNvGrpSpPr/>
          <p:nvPr/>
        </p:nvGrpSpPr>
        <p:grpSpPr>
          <a:xfrm rot="2700000">
            <a:off x="410558" y="1236660"/>
            <a:ext cx="124930" cy="124095"/>
            <a:chOff x="4891103" y="1571383"/>
            <a:chExt cx="347518" cy="345195"/>
          </a:xfrm>
        </p:grpSpPr>
        <p:sp>
          <p:nvSpPr>
            <p:cNvPr id="5170" name="Google Shape;5170;p42"/>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42"/>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42"/>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42"/>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42"/>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42"/>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42"/>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42"/>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42"/>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42"/>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42"/>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42"/>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42"/>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3" name="Google Shape;5183;p42"/>
          <p:cNvGrpSpPr/>
          <p:nvPr/>
        </p:nvGrpSpPr>
        <p:grpSpPr>
          <a:xfrm>
            <a:off x="300032" y="3904812"/>
            <a:ext cx="578068" cy="632247"/>
            <a:chOff x="1129378" y="3247948"/>
            <a:chExt cx="928026" cy="1014516"/>
          </a:xfrm>
        </p:grpSpPr>
        <p:sp>
          <p:nvSpPr>
            <p:cNvPr id="5184" name="Google Shape;5184;p42"/>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42"/>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42"/>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42"/>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42"/>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42"/>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42"/>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42"/>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42"/>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42"/>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42"/>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42"/>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42"/>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42"/>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42"/>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42"/>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42"/>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1" name="Google Shape;5201;p42"/>
          <p:cNvGrpSpPr/>
          <p:nvPr/>
        </p:nvGrpSpPr>
        <p:grpSpPr>
          <a:xfrm>
            <a:off x="8545805" y="4113726"/>
            <a:ext cx="387080" cy="423358"/>
            <a:chOff x="1129378" y="3247948"/>
            <a:chExt cx="928026" cy="1014516"/>
          </a:xfrm>
        </p:grpSpPr>
        <p:sp>
          <p:nvSpPr>
            <p:cNvPr id="5202" name="Google Shape;5202;p42"/>
            <p:cNvSpPr/>
            <p:nvPr/>
          </p:nvSpPr>
          <p:spPr>
            <a:xfrm>
              <a:off x="196487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42"/>
            <p:cNvSpPr/>
            <p:nvPr/>
          </p:nvSpPr>
          <p:spPr>
            <a:xfrm>
              <a:off x="1778740"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42"/>
            <p:cNvSpPr/>
            <p:nvPr/>
          </p:nvSpPr>
          <p:spPr>
            <a:xfrm>
              <a:off x="1778740" y="3616469"/>
              <a:ext cx="92527" cy="92524"/>
            </a:xfrm>
            <a:custGeom>
              <a:rect b="b" l="l" r="r" t="t"/>
              <a:pathLst>
                <a:path extrusionOk="0" h="939" w="939">
                  <a:moveTo>
                    <a:pt x="1" y="0"/>
                  </a:moveTo>
                  <a:lnTo>
                    <a:pt x="1" y="939"/>
                  </a:lnTo>
                  <a:lnTo>
                    <a:pt x="939" y="939"/>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42"/>
            <p:cNvSpPr/>
            <p:nvPr/>
          </p:nvSpPr>
          <p:spPr>
            <a:xfrm>
              <a:off x="1686312"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42"/>
            <p:cNvSpPr/>
            <p:nvPr/>
          </p:nvSpPr>
          <p:spPr>
            <a:xfrm>
              <a:off x="1500273" y="3708895"/>
              <a:ext cx="186137" cy="184950"/>
            </a:xfrm>
            <a:custGeom>
              <a:rect b="b" l="l" r="r" t="t"/>
              <a:pathLst>
                <a:path extrusionOk="0" h="1877" w="1889">
                  <a:moveTo>
                    <a:pt x="1" y="1"/>
                  </a:moveTo>
                  <a:lnTo>
                    <a:pt x="1" y="939"/>
                  </a:lnTo>
                  <a:lnTo>
                    <a:pt x="1" y="1877"/>
                  </a:lnTo>
                  <a:lnTo>
                    <a:pt x="1889" y="1877"/>
                  </a:lnTo>
                  <a:lnTo>
                    <a:pt x="1889" y="939"/>
                  </a:lnTo>
                  <a:lnTo>
                    <a:pt x="18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42"/>
            <p:cNvSpPr/>
            <p:nvPr/>
          </p:nvSpPr>
          <p:spPr>
            <a:xfrm>
              <a:off x="1500273" y="3431617"/>
              <a:ext cx="92625" cy="92524"/>
            </a:xfrm>
            <a:custGeom>
              <a:rect b="b" l="l" r="r" t="t"/>
              <a:pathLst>
                <a:path extrusionOk="0" h="939" w="940">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42"/>
            <p:cNvSpPr/>
            <p:nvPr/>
          </p:nvSpPr>
          <p:spPr>
            <a:xfrm>
              <a:off x="1407845" y="3524043"/>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42"/>
            <p:cNvSpPr/>
            <p:nvPr/>
          </p:nvSpPr>
          <p:spPr>
            <a:xfrm>
              <a:off x="1315417" y="3801320"/>
              <a:ext cx="92527" cy="184950"/>
            </a:xfrm>
            <a:custGeom>
              <a:rect b="b" l="l" r="r" t="t"/>
              <a:pathLst>
                <a:path extrusionOk="0" h="1877" w="939">
                  <a:moveTo>
                    <a:pt x="1" y="1"/>
                  </a:moveTo>
                  <a:lnTo>
                    <a:pt x="1" y="939"/>
                  </a:lnTo>
                  <a:lnTo>
                    <a:pt x="1" y="1877"/>
                  </a:lnTo>
                  <a:lnTo>
                    <a:pt x="939" y="1877"/>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42"/>
            <p:cNvSpPr/>
            <p:nvPr/>
          </p:nvSpPr>
          <p:spPr>
            <a:xfrm>
              <a:off x="1500273" y="3247948"/>
              <a:ext cx="92625" cy="92524"/>
            </a:xfrm>
            <a:custGeom>
              <a:rect b="b" l="l" r="r" t="t"/>
              <a:pathLst>
                <a:path extrusionOk="0" h="939" w="940">
                  <a:moveTo>
                    <a:pt x="1" y="1"/>
                  </a:moveTo>
                  <a:lnTo>
                    <a:pt x="1" y="939"/>
                  </a:lnTo>
                  <a:lnTo>
                    <a:pt x="939" y="939"/>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42"/>
            <p:cNvSpPr/>
            <p:nvPr/>
          </p:nvSpPr>
          <p:spPr>
            <a:xfrm>
              <a:off x="1407845" y="3340374"/>
              <a:ext cx="92527" cy="91342"/>
            </a:xfrm>
            <a:custGeom>
              <a:rect b="b" l="l" r="r" t="t"/>
              <a:pathLst>
                <a:path extrusionOk="0" h="927" w="939">
                  <a:moveTo>
                    <a:pt x="1" y="1"/>
                  </a:moveTo>
                  <a:lnTo>
                    <a:pt x="1" y="926"/>
                  </a:lnTo>
                  <a:lnTo>
                    <a:pt x="939" y="926"/>
                  </a:lnTo>
                  <a:lnTo>
                    <a:pt x="93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42"/>
            <p:cNvSpPr/>
            <p:nvPr/>
          </p:nvSpPr>
          <p:spPr>
            <a:xfrm>
              <a:off x="1315417" y="3431617"/>
              <a:ext cx="92527" cy="92524"/>
            </a:xfrm>
            <a:custGeom>
              <a:rect b="b" l="l" r="r" t="t"/>
              <a:pathLst>
                <a:path extrusionOk="0" h="939" w="939">
                  <a:moveTo>
                    <a:pt x="1" y="0"/>
                  </a:moveTo>
                  <a:lnTo>
                    <a:pt x="1" y="938"/>
                  </a:lnTo>
                  <a:lnTo>
                    <a:pt x="939" y="938"/>
                  </a:lnTo>
                  <a:lnTo>
                    <a:pt x="93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42"/>
            <p:cNvSpPr/>
            <p:nvPr/>
          </p:nvSpPr>
          <p:spPr>
            <a:xfrm>
              <a:off x="1221806" y="3524043"/>
              <a:ext cx="93709" cy="92524"/>
            </a:xfrm>
            <a:custGeom>
              <a:rect b="b" l="l" r="r" t="t"/>
              <a:pathLst>
                <a:path extrusionOk="0" h="939" w="951">
                  <a:moveTo>
                    <a:pt x="0" y="0"/>
                  </a:moveTo>
                  <a:lnTo>
                    <a:pt x="0" y="938"/>
                  </a:lnTo>
                  <a:lnTo>
                    <a:pt x="951" y="938"/>
                  </a:lnTo>
                  <a:lnTo>
                    <a:pt x="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42"/>
            <p:cNvSpPr/>
            <p:nvPr/>
          </p:nvSpPr>
          <p:spPr>
            <a:xfrm>
              <a:off x="1129378" y="3616469"/>
              <a:ext cx="92527" cy="369802"/>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42"/>
            <p:cNvSpPr/>
            <p:nvPr/>
          </p:nvSpPr>
          <p:spPr>
            <a:xfrm>
              <a:off x="1500273" y="3986172"/>
              <a:ext cx="186137" cy="276292"/>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42"/>
            <p:cNvSpPr/>
            <p:nvPr/>
          </p:nvSpPr>
          <p:spPr>
            <a:xfrm>
              <a:off x="1500273" y="3893746"/>
              <a:ext cx="186137" cy="92524"/>
            </a:xfrm>
            <a:custGeom>
              <a:rect b="b" l="l" r="r" t="t"/>
              <a:pathLst>
                <a:path extrusionOk="0" h="939" w="1889">
                  <a:moveTo>
                    <a:pt x="1" y="1"/>
                  </a:moveTo>
                  <a:lnTo>
                    <a:pt x="1" y="939"/>
                  </a:lnTo>
                  <a:lnTo>
                    <a:pt x="1889" y="939"/>
                  </a:lnTo>
                  <a:lnTo>
                    <a:pt x="1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42"/>
            <p:cNvSpPr/>
            <p:nvPr/>
          </p:nvSpPr>
          <p:spPr>
            <a:xfrm>
              <a:off x="1221806" y="3247948"/>
              <a:ext cx="835598" cy="553471"/>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42"/>
            <p:cNvSpPr/>
            <p:nvPr/>
          </p:nvSpPr>
          <p:spPr>
            <a:xfrm>
              <a:off x="1407845" y="3431617"/>
              <a:ext cx="92527" cy="92524"/>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9" name="Google Shape;5219;p42"/>
          <p:cNvGrpSpPr/>
          <p:nvPr/>
        </p:nvGrpSpPr>
        <p:grpSpPr>
          <a:xfrm rot="5400000">
            <a:off x="8064665" y="351303"/>
            <a:ext cx="309101" cy="309151"/>
            <a:chOff x="467425" y="2009500"/>
            <a:chExt cx="153950" cy="153975"/>
          </a:xfrm>
        </p:grpSpPr>
        <p:sp>
          <p:nvSpPr>
            <p:cNvPr id="5220" name="Google Shape;5220;p42"/>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42"/>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42"/>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42"/>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42"/>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42"/>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42"/>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42"/>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42"/>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42"/>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42"/>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42"/>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42"/>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42"/>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42"/>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5" name="Google Shape;5235;p42"/>
          <p:cNvGrpSpPr/>
          <p:nvPr/>
        </p:nvGrpSpPr>
        <p:grpSpPr>
          <a:xfrm>
            <a:off x="8479268" y="351328"/>
            <a:ext cx="309151" cy="309101"/>
            <a:chOff x="7709655" y="744203"/>
            <a:chExt cx="309151" cy="309101"/>
          </a:xfrm>
        </p:grpSpPr>
        <p:grpSp>
          <p:nvGrpSpPr>
            <p:cNvPr id="5236" name="Google Shape;5236;p42"/>
            <p:cNvGrpSpPr/>
            <p:nvPr/>
          </p:nvGrpSpPr>
          <p:grpSpPr>
            <a:xfrm rot="5400000">
              <a:off x="7709680" y="744178"/>
              <a:ext cx="309101" cy="309151"/>
              <a:chOff x="272300" y="2009500"/>
              <a:chExt cx="153950" cy="153975"/>
            </a:xfrm>
          </p:grpSpPr>
          <p:sp>
            <p:nvSpPr>
              <p:cNvPr id="5237" name="Google Shape;5237;p42"/>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42"/>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42"/>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42"/>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42"/>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42"/>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42"/>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42"/>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42"/>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42"/>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42"/>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42"/>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42"/>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42"/>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1" name="Google Shape;5251;p42"/>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2" name="Google Shape;5252;p42"/>
          <p:cNvGrpSpPr/>
          <p:nvPr/>
        </p:nvGrpSpPr>
        <p:grpSpPr>
          <a:xfrm>
            <a:off x="6270882" y="1090073"/>
            <a:ext cx="2492533" cy="3267683"/>
            <a:chOff x="911649" y="1485925"/>
            <a:chExt cx="959700" cy="959700"/>
          </a:xfrm>
        </p:grpSpPr>
        <p:sp>
          <p:nvSpPr>
            <p:cNvPr id="5253" name="Google Shape;5253;p42"/>
            <p:cNvSpPr/>
            <p:nvPr/>
          </p:nvSpPr>
          <p:spPr>
            <a:xfrm>
              <a:off x="923431" y="1485925"/>
              <a:ext cx="935100" cy="959700"/>
            </a:xfrm>
            <a:prstGeom prst="rect">
              <a:avLst/>
            </a:pr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42"/>
            <p:cNvSpPr/>
            <p:nvPr/>
          </p:nvSpPr>
          <p:spPr>
            <a:xfrm rot="-5400000">
              <a:off x="931149" y="1485218"/>
              <a:ext cx="920700" cy="959700"/>
            </a:xfrm>
            <a:prstGeom prst="rect">
              <a:avLst/>
            </a:prstGeom>
            <a:solidFill>
              <a:schemeClr val="lt1"/>
            </a:solidFill>
            <a:ln cap="flat" cmpd="sng" w="28575">
              <a:solidFill>
                <a:schemeClr val="dk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42"/>
            <p:cNvSpPr/>
            <p:nvPr/>
          </p:nvSpPr>
          <p:spPr>
            <a:xfrm>
              <a:off x="925083" y="1489499"/>
              <a:ext cx="931800" cy="952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6" name="Google Shape;5256;p42"/>
          <p:cNvSpPr/>
          <p:nvPr/>
        </p:nvSpPr>
        <p:spPr>
          <a:xfrm>
            <a:off x="6421121" y="1586875"/>
            <a:ext cx="2125200" cy="264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latin typeface="Quicksand Medium"/>
                <a:ea typeface="Quicksand Medium"/>
                <a:cs typeface="Quicksand Medium"/>
                <a:sym typeface="Quicksand Medium"/>
              </a:rPr>
              <a:t>We also used GitHub for version control so our team can collaborate, work on the project at the same time, and keep our code and assets organized. We made separate branches for each member to add their changes to. We added a branch protection rule to main and made it so that each individuals changes would have to be reviewed by two peers before it could be pushed to main. </a:t>
            </a:r>
            <a:endParaRPr sz="1100">
              <a:solidFill>
                <a:schemeClr val="dk1"/>
              </a:solidFill>
              <a:latin typeface="Quicksand Medium"/>
              <a:ea typeface="Quicksand Medium"/>
              <a:cs typeface="Quicksand Medium"/>
              <a:sym typeface="Quicksand Medium"/>
            </a:endParaRPr>
          </a:p>
          <a:p>
            <a:pPr indent="0" lvl="0" marL="0" rtl="0" algn="just">
              <a:spcBef>
                <a:spcPts val="0"/>
              </a:spcBef>
              <a:spcAft>
                <a:spcPts val="0"/>
              </a:spcAft>
              <a:buNone/>
            </a:pPr>
            <a:r>
              <a:t/>
            </a:r>
            <a:endParaRPr sz="1100">
              <a:solidFill>
                <a:schemeClr val="dk1"/>
              </a:solidFill>
              <a:latin typeface="Quicksand Medium"/>
              <a:ea typeface="Quicksand Medium"/>
              <a:cs typeface="Quicksand Medium"/>
              <a:sym typeface="Quicksand Medium"/>
            </a:endParaRPr>
          </a:p>
        </p:txBody>
      </p:sp>
      <p:sp>
        <p:nvSpPr>
          <p:cNvPr id="5257" name="Google Shape;5257;p42"/>
          <p:cNvSpPr/>
          <p:nvPr/>
        </p:nvSpPr>
        <p:spPr>
          <a:xfrm>
            <a:off x="6425900" y="1210675"/>
            <a:ext cx="2182500" cy="447000"/>
          </a:xfrm>
          <a:prstGeom prst="rect">
            <a:avLst/>
          </a:prstGeom>
          <a:noFill/>
          <a:ln>
            <a:noFill/>
          </a:ln>
          <a:effectLst>
            <a:outerShdw rotWithShape="0" algn="bl" dir="2700000" dist="3810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Press Start 2P"/>
                <a:ea typeface="Press Start 2P"/>
                <a:cs typeface="Press Start 2P"/>
                <a:sym typeface="Press Start 2P"/>
              </a:rPr>
              <a:t>Git</a:t>
            </a:r>
            <a:endParaRPr sz="1800">
              <a:solidFill>
                <a:schemeClr val="dk2"/>
              </a:solidFill>
              <a:latin typeface="Press Start 2P"/>
              <a:ea typeface="Press Start 2P"/>
              <a:cs typeface="Press Start 2P"/>
              <a:sym typeface="Press Start 2P"/>
            </a:endParaRPr>
          </a:p>
        </p:txBody>
      </p:sp>
      <p:grpSp>
        <p:nvGrpSpPr>
          <p:cNvPr id="5258" name="Google Shape;5258;p42"/>
          <p:cNvGrpSpPr/>
          <p:nvPr/>
        </p:nvGrpSpPr>
        <p:grpSpPr>
          <a:xfrm rot="2700000">
            <a:off x="6120358" y="1236660"/>
            <a:ext cx="124930" cy="124095"/>
            <a:chOff x="4891103" y="1571383"/>
            <a:chExt cx="347518" cy="345195"/>
          </a:xfrm>
        </p:grpSpPr>
        <p:sp>
          <p:nvSpPr>
            <p:cNvPr id="5259" name="Google Shape;5259;p42"/>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42"/>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42"/>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42"/>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42"/>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42"/>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42"/>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42"/>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42"/>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42"/>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42"/>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42"/>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42"/>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272" name="Google Shape;5272;p42"/>
          <p:cNvPicPr preferRelativeResize="0"/>
          <p:nvPr/>
        </p:nvPicPr>
        <p:blipFill>
          <a:blip r:embed="rId3">
            <a:alphaModFix/>
          </a:blip>
          <a:stretch>
            <a:fillRect/>
          </a:stretch>
        </p:blipFill>
        <p:spPr>
          <a:xfrm>
            <a:off x="4768450" y="2247915"/>
            <a:ext cx="1326326" cy="1326326"/>
          </a:xfrm>
          <a:prstGeom prst="rect">
            <a:avLst/>
          </a:prstGeom>
          <a:noFill/>
          <a:ln>
            <a:noFill/>
          </a:ln>
        </p:spPr>
      </p:pic>
      <p:pic>
        <p:nvPicPr>
          <p:cNvPr id="5273" name="Google Shape;5273;p42" title="62e131df7fe3599fdd46ecb3.png"/>
          <p:cNvPicPr preferRelativeResize="0"/>
          <p:nvPr/>
        </p:nvPicPr>
        <p:blipFill>
          <a:blip r:embed="rId4">
            <a:alphaModFix/>
          </a:blip>
          <a:stretch>
            <a:fillRect/>
          </a:stretch>
        </p:blipFill>
        <p:spPr>
          <a:xfrm>
            <a:off x="3247880" y="2247937"/>
            <a:ext cx="1326324" cy="1326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7" name="Shape 5277"/>
        <p:cNvGrpSpPr/>
        <p:nvPr/>
      </p:nvGrpSpPr>
      <p:grpSpPr>
        <a:xfrm>
          <a:off x="0" y="0"/>
          <a:ext cx="0" cy="0"/>
          <a:chOff x="0" y="0"/>
          <a:chExt cx="0" cy="0"/>
        </a:xfrm>
      </p:grpSpPr>
      <p:pic>
        <p:nvPicPr>
          <p:cNvPr id="5278" name="Google Shape;5278;p43"/>
          <p:cNvPicPr preferRelativeResize="0"/>
          <p:nvPr/>
        </p:nvPicPr>
        <p:blipFill>
          <a:blip r:embed="rId3">
            <a:alphaModFix/>
          </a:blip>
          <a:stretch>
            <a:fillRect/>
          </a:stretch>
        </p:blipFill>
        <p:spPr>
          <a:xfrm>
            <a:off x="0" y="0"/>
            <a:ext cx="9144003" cy="5143501"/>
          </a:xfrm>
          <a:prstGeom prst="rect">
            <a:avLst/>
          </a:prstGeom>
          <a:noFill/>
          <a:ln>
            <a:noFill/>
          </a:ln>
        </p:spPr>
      </p:pic>
      <p:pic>
        <p:nvPicPr>
          <p:cNvPr id="5279" name="Google Shape;5279;p43"/>
          <p:cNvPicPr preferRelativeResize="0"/>
          <p:nvPr/>
        </p:nvPicPr>
        <p:blipFill>
          <a:blip r:embed="rId4">
            <a:alphaModFix/>
          </a:blip>
          <a:stretch>
            <a:fillRect/>
          </a:stretch>
        </p:blipFill>
        <p:spPr>
          <a:xfrm>
            <a:off x="802500" y="209862"/>
            <a:ext cx="7697401" cy="4593663"/>
          </a:xfrm>
          <a:prstGeom prst="rect">
            <a:avLst/>
          </a:prstGeom>
          <a:noFill/>
          <a:ln>
            <a:noFill/>
          </a:ln>
        </p:spPr>
      </p:pic>
      <p:sp>
        <p:nvSpPr>
          <p:cNvPr id="5280" name="Google Shape;5280;p43"/>
          <p:cNvSpPr txBox="1"/>
          <p:nvPr>
            <p:ph idx="4294967295" type="title"/>
          </p:nvPr>
        </p:nvSpPr>
        <p:spPr>
          <a:xfrm>
            <a:off x="2558400" y="4741038"/>
            <a:ext cx="4027200" cy="531900"/>
          </a:xfrm>
          <a:prstGeom prst="rect">
            <a:avLst/>
          </a:prstGeom>
          <a:effectLst>
            <a:outerShdw blurRad="57150" rotWithShape="0" algn="bl" dir="3480000" dist="47625">
              <a:srgbClr val="000000"/>
            </a:outerShdw>
          </a:effectLst>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920">
                <a:solidFill>
                  <a:schemeClr val="accent6"/>
                </a:solidFill>
                <a:latin typeface="Press Start 2P"/>
                <a:ea typeface="Press Start 2P"/>
                <a:cs typeface="Press Start 2P"/>
                <a:sym typeface="Press Start 2P"/>
              </a:rPr>
              <a:t>Storyboard</a:t>
            </a:r>
            <a:endParaRPr sz="1920">
              <a:solidFill>
                <a:schemeClr val="accent6"/>
              </a:solidFill>
              <a:latin typeface="Press Start 2P"/>
              <a:ea typeface="Press Start 2P"/>
              <a:cs typeface="Press Start 2P"/>
              <a:sym typeface="Press Start 2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4" name="Shape 5284"/>
        <p:cNvGrpSpPr/>
        <p:nvPr/>
      </p:nvGrpSpPr>
      <p:grpSpPr>
        <a:xfrm>
          <a:off x="0" y="0"/>
          <a:ext cx="0" cy="0"/>
          <a:chOff x="0" y="0"/>
          <a:chExt cx="0" cy="0"/>
        </a:xfrm>
      </p:grpSpPr>
      <p:sp>
        <p:nvSpPr>
          <p:cNvPr id="5285" name="Google Shape;5285;p44"/>
          <p:cNvSpPr txBox="1"/>
          <p:nvPr>
            <p:ph type="title"/>
          </p:nvPr>
        </p:nvSpPr>
        <p:spPr>
          <a:xfrm>
            <a:off x="1343100" y="3708125"/>
            <a:ext cx="6457800" cy="53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Planned Level Designs</a:t>
            </a:r>
            <a:endParaRPr/>
          </a:p>
        </p:txBody>
      </p:sp>
      <p:grpSp>
        <p:nvGrpSpPr>
          <p:cNvPr id="5286" name="Google Shape;5286;p44"/>
          <p:cNvGrpSpPr/>
          <p:nvPr/>
        </p:nvGrpSpPr>
        <p:grpSpPr>
          <a:xfrm>
            <a:off x="976797" y="4366207"/>
            <a:ext cx="309146" cy="170855"/>
            <a:chOff x="641500" y="4451875"/>
            <a:chExt cx="211700" cy="117000"/>
          </a:xfrm>
        </p:grpSpPr>
        <p:sp>
          <p:nvSpPr>
            <p:cNvPr id="5287" name="Google Shape;5287;p44"/>
            <p:cNvSpPr/>
            <p:nvPr/>
          </p:nvSpPr>
          <p:spPr>
            <a:xfrm>
              <a:off x="8297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44"/>
            <p:cNvSpPr/>
            <p:nvPr/>
          </p:nvSpPr>
          <p:spPr>
            <a:xfrm>
              <a:off x="829725" y="4522225"/>
              <a:ext cx="23475" cy="23200"/>
            </a:xfrm>
            <a:custGeom>
              <a:rect b="b" l="l" r="r" t="t"/>
              <a:pathLst>
                <a:path extrusionOk="0" h="928" w="939">
                  <a:moveTo>
                    <a:pt x="0" y="1"/>
                  </a:moveTo>
                  <a:lnTo>
                    <a:pt x="0" y="927"/>
                  </a:lnTo>
                  <a:lnTo>
                    <a:pt x="938" y="927"/>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44"/>
            <p:cNvSpPr/>
            <p:nvPr/>
          </p:nvSpPr>
          <p:spPr>
            <a:xfrm>
              <a:off x="806275" y="4545400"/>
              <a:ext cx="23475" cy="23475"/>
            </a:xfrm>
            <a:custGeom>
              <a:rect b="b" l="l" r="r" t="t"/>
              <a:pathLst>
                <a:path extrusionOk="0" h="939" w="939">
                  <a:moveTo>
                    <a:pt x="0" y="0"/>
                  </a:moveTo>
                  <a:lnTo>
                    <a:pt x="0" y="939"/>
                  </a:lnTo>
                  <a:lnTo>
                    <a:pt x="938" y="939"/>
                  </a:lnTo>
                  <a:lnTo>
                    <a:pt x="938"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44"/>
            <p:cNvSpPr/>
            <p:nvPr/>
          </p:nvSpPr>
          <p:spPr>
            <a:xfrm>
              <a:off x="806275"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44"/>
            <p:cNvSpPr/>
            <p:nvPr/>
          </p:nvSpPr>
          <p:spPr>
            <a:xfrm>
              <a:off x="806275"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44"/>
            <p:cNvSpPr/>
            <p:nvPr/>
          </p:nvSpPr>
          <p:spPr>
            <a:xfrm>
              <a:off x="806275"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44"/>
            <p:cNvSpPr/>
            <p:nvPr/>
          </p:nvSpPr>
          <p:spPr>
            <a:xfrm>
              <a:off x="7828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44"/>
            <p:cNvSpPr/>
            <p:nvPr/>
          </p:nvSpPr>
          <p:spPr>
            <a:xfrm>
              <a:off x="782825" y="4522225"/>
              <a:ext cx="23475" cy="23200"/>
            </a:xfrm>
            <a:custGeom>
              <a:rect b="b" l="l" r="r" t="t"/>
              <a:pathLst>
                <a:path extrusionOk="0" h="928" w="939">
                  <a:moveTo>
                    <a:pt x="0" y="1"/>
                  </a:moveTo>
                  <a:lnTo>
                    <a:pt x="0" y="927"/>
                  </a:lnTo>
                  <a:lnTo>
                    <a:pt x="938" y="927"/>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44"/>
            <p:cNvSpPr/>
            <p:nvPr/>
          </p:nvSpPr>
          <p:spPr>
            <a:xfrm>
              <a:off x="782825"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44"/>
            <p:cNvSpPr/>
            <p:nvPr/>
          </p:nvSpPr>
          <p:spPr>
            <a:xfrm>
              <a:off x="782825"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44"/>
            <p:cNvSpPr/>
            <p:nvPr/>
          </p:nvSpPr>
          <p:spPr>
            <a:xfrm>
              <a:off x="759050" y="4545400"/>
              <a:ext cx="23800" cy="23475"/>
            </a:xfrm>
            <a:custGeom>
              <a:rect b="b" l="l" r="r" t="t"/>
              <a:pathLst>
                <a:path extrusionOk="0" h="939" w="952">
                  <a:moveTo>
                    <a:pt x="1" y="0"/>
                  </a:moveTo>
                  <a:lnTo>
                    <a:pt x="1" y="939"/>
                  </a:lnTo>
                  <a:lnTo>
                    <a:pt x="951" y="939"/>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44"/>
            <p:cNvSpPr/>
            <p:nvPr/>
          </p:nvSpPr>
          <p:spPr>
            <a:xfrm>
              <a:off x="759050" y="4522225"/>
              <a:ext cx="23800" cy="23200"/>
            </a:xfrm>
            <a:custGeom>
              <a:rect b="b" l="l" r="r" t="t"/>
              <a:pathLst>
                <a:path extrusionOk="0" h="928" w="952">
                  <a:moveTo>
                    <a:pt x="1" y="1"/>
                  </a:moveTo>
                  <a:lnTo>
                    <a:pt x="1" y="927"/>
                  </a:lnTo>
                  <a:lnTo>
                    <a:pt x="951" y="927"/>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44"/>
            <p:cNvSpPr/>
            <p:nvPr/>
          </p:nvSpPr>
          <p:spPr>
            <a:xfrm>
              <a:off x="759050" y="4498775"/>
              <a:ext cx="23800" cy="23475"/>
            </a:xfrm>
            <a:custGeom>
              <a:rect b="b" l="l" r="r" t="t"/>
              <a:pathLst>
                <a:path extrusionOk="0" h="939" w="952">
                  <a:moveTo>
                    <a:pt x="1" y="1"/>
                  </a:moveTo>
                  <a:lnTo>
                    <a:pt x="1" y="939"/>
                  </a:lnTo>
                  <a:lnTo>
                    <a:pt x="951" y="939"/>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44"/>
            <p:cNvSpPr/>
            <p:nvPr/>
          </p:nvSpPr>
          <p:spPr>
            <a:xfrm>
              <a:off x="759050" y="4475325"/>
              <a:ext cx="23800" cy="23475"/>
            </a:xfrm>
            <a:custGeom>
              <a:rect b="b" l="l" r="r" t="t"/>
              <a:pathLst>
                <a:path extrusionOk="0" h="939" w="952">
                  <a:moveTo>
                    <a:pt x="1" y="1"/>
                  </a:moveTo>
                  <a:lnTo>
                    <a:pt x="1" y="939"/>
                  </a:lnTo>
                  <a:lnTo>
                    <a:pt x="951" y="939"/>
                  </a:lnTo>
                  <a:lnTo>
                    <a:pt x="951"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44"/>
            <p:cNvSpPr/>
            <p:nvPr/>
          </p:nvSpPr>
          <p:spPr>
            <a:xfrm>
              <a:off x="759050" y="4451875"/>
              <a:ext cx="23800" cy="23475"/>
            </a:xfrm>
            <a:custGeom>
              <a:rect b="b" l="l" r="r" t="t"/>
              <a:pathLst>
                <a:path extrusionOk="0" h="939" w="952">
                  <a:moveTo>
                    <a:pt x="1" y="1"/>
                  </a:moveTo>
                  <a:lnTo>
                    <a:pt x="1" y="939"/>
                  </a:lnTo>
                  <a:lnTo>
                    <a:pt x="951" y="939"/>
                  </a:lnTo>
                  <a:lnTo>
                    <a:pt x="9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44"/>
            <p:cNvSpPr/>
            <p:nvPr/>
          </p:nvSpPr>
          <p:spPr>
            <a:xfrm>
              <a:off x="735600" y="4545400"/>
              <a:ext cx="23475" cy="23475"/>
            </a:xfrm>
            <a:custGeom>
              <a:rect b="b" l="l" r="r" t="t"/>
              <a:pathLst>
                <a:path extrusionOk="0" h="939" w="939">
                  <a:moveTo>
                    <a:pt x="0" y="0"/>
                  </a:moveTo>
                  <a:lnTo>
                    <a:pt x="0" y="939"/>
                  </a:lnTo>
                  <a:lnTo>
                    <a:pt x="939" y="939"/>
                  </a:lnTo>
                  <a:lnTo>
                    <a:pt x="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44"/>
            <p:cNvSpPr/>
            <p:nvPr/>
          </p:nvSpPr>
          <p:spPr>
            <a:xfrm>
              <a:off x="735600" y="4522225"/>
              <a:ext cx="23475" cy="23200"/>
            </a:xfrm>
            <a:custGeom>
              <a:rect b="b" l="l" r="r" t="t"/>
              <a:pathLst>
                <a:path extrusionOk="0" h="928" w="939">
                  <a:moveTo>
                    <a:pt x="0" y="1"/>
                  </a:moveTo>
                  <a:lnTo>
                    <a:pt x="0" y="927"/>
                  </a:lnTo>
                  <a:lnTo>
                    <a:pt x="939" y="927"/>
                  </a:lnTo>
                  <a:lnTo>
                    <a:pt x="9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44"/>
            <p:cNvSpPr/>
            <p:nvPr/>
          </p:nvSpPr>
          <p:spPr>
            <a:xfrm>
              <a:off x="735600" y="4498775"/>
              <a:ext cx="23475" cy="23475"/>
            </a:xfrm>
            <a:custGeom>
              <a:rect b="b" l="l" r="r" t="t"/>
              <a:pathLst>
                <a:path extrusionOk="0" h="939" w="939">
                  <a:moveTo>
                    <a:pt x="0" y="1"/>
                  </a:moveTo>
                  <a:lnTo>
                    <a:pt x="0" y="939"/>
                  </a:lnTo>
                  <a:lnTo>
                    <a:pt x="939" y="939"/>
                  </a:lnTo>
                  <a:lnTo>
                    <a:pt x="939"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44"/>
            <p:cNvSpPr/>
            <p:nvPr/>
          </p:nvSpPr>
          <p:spPr>
            <a:xfrm>
              <a:off x="735600" y="4475325"/>
              <a:ext cx="23475" cy="23475"/>
            </a:xfrm>
            <a:custGeom>
              <a:rect b="b" l="l" r="r" t="t"/>
              <a:pathLst>
                <a:path extrusionOk="0" h="939" w="939">
                  <a:moveTo>
                    <a:pt x="0" y="1"/>
                  </a:moveTo>
                  <a:lnTo>
                    <a:pt x="0" y="939"/>
                  </a:lnTo>
                  <a:lnTo>
                    <a:pt x="939" y="939"/>
                  </a:lnTo>
                  <a:lnTo>
                    <a:pt x="939"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44"/>
            <p:cNvSpPr/>
            <p:nvPr/>
          </p:nvSpPr>
          <p:spPr>
            <a:xfrm>
              <a:off x="735600" y="4451875"/>
              <a:ext cx="23475" cy="23475"/>
            </a:xfrm>
            <a:custGeom>
              <a:rect b="b" l="l" r="r" t="t"/>
              <a:pathLst>
                <a:path extrusionOk="0" h="939" w="939">
                  <a:moveTo>
                    <a:pt x="0" y="1"/>
                  </a:moveTo>
                  <a:lnTo>
                    <a:pt x="0" y="939"/>
                  </a:lnTo>
                  <a:lnTo>
                    <a:pt x="939" y="939"/>
                  </a:lnTo>
                  <a:lnTo>
                    <a:pt x="9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44"/>
            <p:cNvSpPr/>
            <p:nvPr/>
          </p:nvSpPr>
          <p:spPr>
            <a:xfrm>
              <a:off x="712150"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44"/>
            <p:cNvSpPr/>
            <p:nvPr/>
          </p:nvSpPr>
          <p:spPr>
            <a:xfrm>
              <a:off x="712150"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44"/>
            <p:cNvSpPr/>
            <p:nvPr/>
          </p:nvSpPr>
          <p:spPr>
            <a:xfrm>
              <a:off x="712150" y="449877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44"/>
            <p:cNvSpPr/>
            <p:nvPr/>
          </p:nvSpPr>
          <p:spPr>
            <a:xfrm>
              <a:off x="712150"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44"/>
            <p:cNvSpPr/>
            <p:nvPr/>
          </p:nvSpPr>
          <p:spPr>
            <a:xfrm>
              <a:off x="688700" y="4545400"/>
              <a:ext cx="23475" cy="23475"/>
            </a:xfrm>
            <a:custGeom>
              <a:rect b="b" l="l" r="r" t="t"/>
              <a:pathLst>
                <a:path extrusionOk="0" h="939" w="939">
                  <a:moveTo>
                    <a:pt x="0" y="0"/>
                  </a:moveTo>
                  <a:lnTo>
                    <a:pt x="0" y="939"/>
                  </a:lnTo>
                  <a:lnTo>
                    <a:pt x="938" y="939"/>
                  </a:lnTo>
                  <a:lnTo>
                    <a:pt x="938"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44"/>
            <p:cNvSpPr/>
            <p:nvPr/>
          </p:nvSpPr>
          <p:spPr>
            <a:xfrm>
              <a:off x="688700" y="4522225"/>
              <a:ext cx="23475" cy="23200"/>
            </a:xfrm>
            <a:custGeom>
              <a:rect b="b" l="l" r="r" t="t"/>
              <a:pathLst>
                <a:path extrusionOk="0" h="928" w="939">
                  <a:moveTo>
                    <a:pt x="0" y="1"/>
                  </a:moveTo>
                  <a:lnTo>
                    <a:pt x="0" y="927"/>
                  </a:lnTo>
                  <a:lnTo>
                    <a:pt x="938" y="927"/>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44"/>
            <p:cNvSpPr/>
            <p:nvPr/>
          </p:nvSpPr>
          <p:spPr>
            <a:xfrm>
              <a:off x="688700" y="4498775"/>
              <a:ext cx="23475" cy="23475"/>
            </a:xfrm>
            <a:custGeom>
              <a:rect b="b" l="l" r="r" t="t"/>
              <a:pathLst>
                <a:path extrusionOk="0" h="939" w="939">
                  <a:moveTo>
                    <a:pt x="0" y="1"/>
                  </a:moveTo>
                  <a:lnTo>
                    <a:pt x="0" y="939"/>
                  </a:lnTo>
                  <a:lnTo>
                    <a:pt x="938" y="939"/>
                  </a:lnTo>
                  <a:lnTo>
                    <a:pt x="938"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44"/>
            <p:cNvSpPr/>
            <p:nvPr/>
          </p:nvSpPr>
          <p:spPr>
            <a:xfrm>
              <a:off x="688700"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44"/>
            <p:cNvSpPr/>
            <p:nvPr/>
          </p:nvSpPr>
          <p:spPr>
            <a:xfrm>
              <a:off x="664950" y="4545400"/>
              <a:ext cx="23775" cy="23475"/>
            </a:xfrm>
            <a:custGeom>
              <a:rect b="b" l="l" r="r" t="t"/>
              <a:pathLst>
                <a:path extrusionOk="0" h="939" w="951">
                  <a:moveTo>
                    <a:pt x="1" y="0"/>
                  </a:moveTo>
                  <a:lnTo>
                    <a:pt x="1" y="939"/>
                  </a:lnTo>
                  <a:lnTo>
                    <a:pt x="950" y="939"/>
                  </a:lnTo>
                  <a:lnTo>
                    <a:pt x="950" y="0"/>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44"/>
            <p:cNvSpPr/>
            <p:nvPr/>
          </p:nvSpPr>
          <p:spPr>
            <a:xfrm>
              <a:off x="664950" y="4522225"/>
              <a:ext cx="23775" cy="23200"/>
            </a:xfrm>
            <a:custGeom>
              <a:rect b="b" l="l" r="r" t="t"/>
              <a:pathLst>
                <a:path extrusionOk="0" h="928" w="951">
                  <a:moveTo>
                    <a:pt x="1" y="1"/>
                  </a:moveTo>
                  <a:lnTo>
                    <a:pt x="1" y="927"/>
                  </a:lnTo>
                  <a:lnTo>
                    <a:pt x="950" y="927"/>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44"/>
            <p:cNvSpPr/>
            <p:nvPr/>
          </p:nvSpPr>
          <p:spPr>
            <a:xfrm>
              <a:off x="664950" y="4498775"/>
              <a:ext cx="23775" cy="23475"/>
            </a:xfrm>
            <a:custGeom>
              <a:rect b="b" l="l" r="r" t="t"/>
              <a:pathLst>
                <a:path extrusionOk="0" h="939" w="951">
                  <a:moveTo>
                    <a:pt x="1" y="1"/>
                  </a:moveTo>
                  <a:lnTo>
                    <a:pt x="1" y="939"/>
                  </a:lnTo>
                  <a:lnTo>
                    <a:pt x="950" y="939"/>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44"/>
            <p:cNvSpPr/>
            <p:nvPr/>
          </p:nvSpPr>
          <p:spPr>
            <a:xfrm>
              <a:off x="641500" y="4545400"/>
              <a:ext cx="23475" cy="23475"/>
            </a:xfrm>
            <a:custGeom>
              <a:rect b="b" l="l" r="r" t="t"/>
              <a:pathLst>
                <a:path extrusionOk="0" h="939" w="939">
                  <a:moveTo>
                    <a:pt x="1" y="0"/>
                  </a:moveTo>
                  <a:lnTo>
                    <a:pt x="1" y="939"/>
                  </a:lnTo>
                  <a:lnTo>
                    <a:pt x="939" y="939"/>
                  </a:lnTo>
                  <a:lnTo>
                    <a:pt x="9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9" name="Google Shape;5319;p44"/>
          <p:cNvGrpSpPr/>
          <p:nvPr/>
        </p:nvGrpSpPr>
        <p:grpSpPr>
          <a:xfrm rot="5400000">
            <a:off x="8064665" y="351303"/>
            <a:ext cx="309101" cy="309151"/>
            <a:chOff x="467425" y="2009500"/>
            <a:chExt cx="153950" cy="153975"/>
          </a:xfrm>
        </p:grpSpPr>
        <p:sp>
          <p:nvSpPr>
            <p:cNvPr id="5320" name="Google Shape;5320;p44"/>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44"/>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44"/>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44"/>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44"/>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44"/>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44"/>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44"/>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44"/>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44"/>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44"/>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44"/>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44"/>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44"/>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44"/>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5" name="Google Shape;5335;p44"/>
          <p:cNvGrpSpPr/>
          <p:nvPr/>
        </p:nvGrpSpPr>
        <p:grpSpPr>
          <a:xfrm>
            <a:off x="8479268" y="351328"/>
            <a:ext cx="309151" cy="309101"/>
            <a:chOff x="7709655" y="744203"/>
            <a:chExt cx="309151" cy="309101"/>
          </a:xfrm>
        </p:grpSpPr>
        <p:grpSp>
          <p:nvGrpSpPr>
            <p:cNvPr id="5336" name="Google Shape;5336;p44"/>
            <p:cNvGrpSpPr/>
            <p:nvPr/>
          </p:nvGrpSpPr>
          <p:grpSpPr>
            <a:xfrm rot="5400000">
              <a:off x="7709680" y="744178"/>
              <a:ext cx="309101" cy="309151"/>
              <a:chOff x="272300" y="2009500"/>
              <a:chExt cx="153950" cy="153975"/>
            </a:xfrm>
          </p:grpSpPr>
          <p:sp>
            <p:nvSpPr>
              <p:cNvPr id="5337" name="Google Shape;5337;p44"/>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44"/>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44"/>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44"/>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44"/>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44"/>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44"/>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44"/>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44"/>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44"/>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44"/>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8" name="Google Shape;5348;p44"/>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44"/>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44"/>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51" name="Google Shape;5351;p44"/>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352" name="Google Shape;5352;p44"/>
          <p:cNvPicPr preferRelativeResize="0"/>
          <p:nvPr/>
        </p:nvPicPr>
        <p:blipFill>
          <a:blip r:embed="rId3">
            <a:alphaModFix/>
          </a:blip>
          <a:stretch>
            <a:fillRect/>
          </a:stretch>
        </p:blipFill>
        <p:spPr>
          <a:xfrm>
            <a:off x="1343100" y="871200"/>
            <a:ext cx="6457799" cy="274249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6" name="Shape 5356"/>
        <p:cNvGrpSpPr/>
        <p:nvPr/>
      </p:nvGrpSpPr>
      <p:grpSpPr>
        <a:xfrm>
          <a:off x="0" y="0"/>
          <a:ext cx="0" cy="0"/>
          <a:chOff x="0" y="0"/>
          <a:chExt cx="0" cy="0"/>
        </a:xfrm>
      </p:grpSpPr>
      <p:sp>
        <p:nvSpPr>
          <p:cNvPr id="5357" name="Google Shape;5357;p45"/>
          <p:cNvSpPr txBox="1"/>
          <p:nvPr>
            <p:ph type="title"/>
          </p:nvPr>
        </p:nvSpPr>
        <p:spPr>
          <a:xfrm>
            <a:off x="1376800" y="1326950"/>
            <a:ext cx="5454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Changes to original game design</a:t>
            </a:r>
            <a:endParaRPr/>
          </a:p>
        </p:txBody>
      </p:sp>
      <p:sp>
        <p:nvSpPr>
          <p:cNvPr id="5358" name="Google Shape;5358;p45"/>
          <p:cNvSpPr txBox="1"/>
          <p:nvPr>
            <p:ph idx="1" type="body"/>
          </p:nvPr>
        </p:nvSpPr>
        <p:spPr>
          <a:xfrm>
            <a:off x="1376800" y="2034400"/>
            <a:ext cx="3729600" cy="1670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Character name changed from Hammy to Milton</a:t>
            </a:r>
            <a:endParaRPr/>
          </a:p>
          <a:p>
            <a:pPr indent="-317500" lvl="0" marL="457200" rtl="0" algn="l">
              <a:spcBef>
                <a:spcPts val="0"/>
              </a:spcBef>
              <a:spcAft>
                <a:spcPts val="0"/>
              </a:spcAft>
              <a:buSzPts val="1400"/>
              <a:buChar char="●"/>
            </a:pPr>
            <a:r>
              <a:rPr lang="en"/>
              <a:t>Changed enemies from Snake and Big Snake to Frog and Hawk</a:t>
            </a:r>
            <a:endParaRPr/>
          </a:p>
          <a:p>
            <a:pPr indent="-317500" lvl="0" marL="457200" rtl="0" algn="l">
              <a:spcBef>
                <a:spcPts val="0"/>
              </a:spcBef>
              <a:spcAft>
                <a:spcPts val="0"/>
              </a:spcAft>
              <a:buSzPts val="1400"/>
              <a:buChar char="●"/>
            </a:pPr>
            <a:r>
              <a:rPr lang="en"/>
              <a:t>Opted not to implement red key</a:t>
            </a:r>
            <a:endParaRPr/>
          </a:p>
          <a:p>
            <a:pPr indent="-317500" lvl="0" marL="457200" rtl="0" algn="l">
              <a:spcBef>
                <a:spcPts val="0"/>
              </a:spcBef>
              <a:spcAft>
                <a:spcPts val="0"/>
              </a:spcAft>
              <a:buSzPts val="1400"/>
              <a:buChar char="●"/>
            </a:pPr>
            <a:r>
              <a:rPr lang="en"/>
              <a:t>Changed level design from planned blueprint</a:t>
            </a:r>
            <a:endParaRPr/>
          </a:p>
          <a:p>
            <a:pPr indent="0" lvl="0" marL="0" rtl="0" algn="l">
              <a:spcBef>
                <a:spcPts val="0"/>
              </a:spcBef>
              <a:spcAft>
                <a:spcPts val="0"/>
              </a:spcAft>
              <a:buNone/>
            </a:pPr>
            <a:r>
              <a:t/>
            </a:r>
            <a:endParaRPr/>
          </a:p>
        </p:txBody>
      </p:sp>
      <p:grpSp>
        <p:nvGrpSpPr>
          <p:cNvPr id="5359" name="Google Shape;5359;p45"/>
          <p:cNvGrpSpPr/>
          <p:nvPr/>
        </p:nvGrpSpPr>
        <p:grpSpPr>
          <a:xfrm>
            <a:off x="5722525" y="1882000"/>
            <a:ext cx="1444350" cy="1210125"/>
            <a:chOff x="5722525" y="1882000"/>
            <a:chExt cx="1444350" cy="1210125"/>
          </a:xfrm>
        </p:grpSpPr>
        <p:sp>
          <p:nvSpPr>
            <p:cNvPr id="5360" name="Google Shape;5360;p45"/>
            <p:cNvSpPr/>
            <p:nvPr/>
          </p:nvSpPr>
          <p:spPr>
            <a:xfrm>
              <a:off x="7091690" y="2411040"/>
              <a:ext cx="75186" cy="75186"/>
            </a:xfrm>
            <a:custGeom>
              <a:rect b="b" l="l" r="r" t="t"/>
              <a:pathLst>
                <a:path extrusionOk="0" h="494" w="494">
                  <a:moveTo>
                    <a:pt x="0" y="0"/>
                  </a:moveTo>
                  <a:lnTo>
                    <a:pt x="0" y="494"/>
                  </a:lnTo>
                  <a:lnTo>
                    <a:pt x="494" y="494"/>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45"/>
            <p:cNvSpPr/>
            <p:nvPr/>
          </p:nvSpPr>
          <p:spPr>
            <a:xfrm>
              <a:off x="7091690" y="2336006"/>
              <a:ext cx="75186" cy="75186"/>
            </a:xfrm>
            <a:custGeom>
              <a:rect b="b" l="l" r="r" t="t"/>
              <a:pathLst>
                <a:path extrusionOk="0" h="494" w="494">
                  <a:moveTo>
                    <a:pt x="0" y="0"/>
                  </a:moveTo>
                  <a:lnTo>
                    <a:pt x="0" y="493"/>
                  </a:lnTo>
                  <a:lnTo>
                    <a:pt x="494" y="493"/>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45"/>
            <p:cNvSpPr/>
            <p:nvPr/>
          </p:nvSpPr>
          <p:spPr>
            <a:xfrm>
              <a:off x="7091690" y="2259146"/>
              <a:ext cx="75186" cy="77012"/>
            </a:xfrm>
            <a:custGeom>
              <a:rect b="b" l="l" r="r" t="t"/>
              <a:pathLst>
                <a:path extrusionOk="0" h="506" w="494">
                  <a:moveTo>
                    <a:pt x="0" y="0"/>
                  </a:moveTo>
                  <a:lnTo>
                    <a:pt x="0" y="505"/>
                  </a:lnTo>
                  <a:lnTo>
                    <a:pt x="494" y="505"/>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45"/>
            <p:cNvSpPr/>
            <p:nvPr/>
          </p:nvSpPr>
          <p:spPr>
            <a:xfrm>
              <a:off x="7091690" y="2183961"/>
              <a:ext cx="75186" cy="75338"/>
            </a:xfrm>
            <a:custGeom>
              <a:rect b="b" l="l" r="r" t="t"/>
              <a:pathLst>
                <a:path extrusionOk="0" h="495" w="494">
                  <a:moveTo>
                    <a:pt x="0" y="1"/>
                  </a:moveTo>
                  <a:lnTo>
                    <a:pt x="0" y="494"/>
                  </a:lnTo>
                  <a:lnTo>
                    <a:pt x="494" y="494"/>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45"/>
            <p:cNvSpPr/>
            <p:nvPr/>
          </p:nvSpPr>
          <p:spPr>
            <a:xfrm>
              <a:off x="7014830" y="2486073"/>
              <a:ext cx="77012" cy="77012"/>
            </a:xfrm>
            <a:custGeom>
              <a:rect b="b" l="l" r="r" t="t"/>
              <a:pathLst>
                <a:path extrusionOk="0" h="506" w="506">
                  <a:moveTo>
                    <a:pt x="0" y="1"/>
                  </a:moveTo>
                  <a:lnTo>
                    <a:pt x="0" y="506"/>
                  </a:lnTo>
                  <a:lnTo>
                    <a:pt x="505" y="506"/>
                  </a:lnTo>
                  <a:lnTo>
                    <a:pt x="5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45"/>
            <p:cNvSpPr/>
            <p:nvPr/>
          </p:nvSpPr>
          <p:spPr>
            <a:xfrm>
              <a:off x="7014830" y="2411040"/>
              <a:ext cx="77012" cy="75186"/>
            </a:xfrm>
            <a:custGeom>
              <a:rect b="b" l="l" r="r" t="t"/>
              <a:pathLst>
                <a:path extrusionOk="0" h="494" w="506">
                  <a:moveTo>
                    <a:pt x="0" y="0"/>
                  </a:moveTo>
                  <a:lnTo>
                    <a:pt x="0" y="494"/>
                  </a:lnTo>
                  <a:lnTo>
                    <a:pt x="505" y="494"/>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45"/>
            <p:cNvSpPr/>
            <p:nvPr/>
          </p:nvSpPr>
          <p:spPr>
            <a:xfrm>
              <a:off x="7014830" y="2336006"/>
              <a:ext cx="77012" cy="75186"/>
            </a:xfrm>
            <a:custGeom>
              <a:rect b="b" l="l" r="r" t="t"/>
              <a:pathLst>
                <a:path extrusionOk="0" h="494" w="506">
                  <a:moveTo>
                    <a:pt x="0" y="0"/>
                  </a:moveTo>
                  <a:lnTo>
                    <a:pt x="0" y="493"/>
                  </a:lnTo>
                  <a:lnTo>
                    <a:pt x="505" y="493"/>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45"/>
            <p:cNvSpPr/>
            <p:nvPr/>
          </p:nvSpPr>
          <p:spPr>
            <a:xfrm>
              <a:off x="7014830" y="2259146"/>
              <a:ext cx="77012" cy="77012"/>
            </a:xfrm>
            <a:custGeom>
              <a:rect b="b" l="l" r="r" t="t"/>
              <a:pathLst>
                <a:path extrusionOk="0" h="506" w="506">
                  <a:moveTo>
                    <a:pt x="0" y="0"/>
                  </a:moveTo>
                  <a:lnTo>
                    <a:pt x="0" y="505"/>
                  </a:lnTo>
                  <a:lnTo>
                    <a:pt x="505" y="505"/>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45"/>
            <p:cNvSpPr/>
            <p:nvPr/>
          </p:nvSpPr>
          <p:spPr>
            <a:xfrm>
              <a:off x="7014830" y="2183961"/>
              <a:ext cx="77012" cy="75338"/>
            </a:xfrm>
            <a:custGeom>
              <a:rect b="b" l="l" r="r" t="t"/>
              <a:pathLst>
                <a:path extrusionOk="0" h="495" w="506">
                  <a:moveTo>
                    <a:pt x="0" y="1"/>
                  </a:moveTo>
                  <a:lnTo>
                    <a:pt x="0" y="494"/>
                  </a:lnTo>
                  <a:lnTo>
                    <a:pt x="505" y="494"/>
                  </a:lnTo>
                  <a:lnTo>
                    <a:pt x="5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45"/>
            <p:cNvSpPr/>
            <p:nvPr/>
          </p:nvSpPr>
          <p:spPr>
            <a:xfrm>
              <a:off x="7014830" y="2109079"/>
              <a:ext cx="77012" cy="75033"/>
            </a:xfrm>
            <a:custGeom>
              <a:rect b="b" l="l" r="r" t="t"/>
              <a:pathLst>
                <a:path extrusionOk="0" h="493" w="506">
                  <a:moveTo>
                    <a:pt x="0" y="0"/>
                  </a:moveTo>
                  <a:lnTo>
                    <a:pt x="0" y="493"/>
                  </a:lnTo>
                  <a:lnTo>
                    <a:pt x="505" y="493"/>
                  </a:lnTo>
                  <a:lnTo>
                    <a:pt x="50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45"/>
            <p:cNvSpPr/>
            <p:nvPr/>
          </p:nvSpPr>
          <p:spPr>
            <a:xfrm>
              <a:off x="6939797" y="2562933"/>
              <a:ext cx="75186" cy="75186"/>
            </a:xfrm>
            <a:custGeom>
              <a:rect b="b" l="l" r="r" t="t"/>
              <a:pathLst>
                <a:path extrusionOk="0" h="494" w="494">
                  <a:moveTo>
                    <a:pt x="1" y="1"/>
                  </a:moveTo>
                  <a:lnTo>
                    <a:pt x="1" y="493"/>
                  </a:lnTo>
                  <a:lnTo>
                    <a:pt x="493" y="493"/>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45"/>
            <p:cNvSpPr/>
            <p:nvPr/>
          </p:nvSpPr>
          <p:spPr>
            <a:xfrm>
              <a:off x="6939797" y="2486073"/>
              <a:ext cx="75186" cy="77012"/>
            </a:xfrm>
            <a:custGeom>
              <a:rect b="b" l="l" r="r" t="t"/>
              <a:pathLst>
                <a:path extrusionOk="0" h="506" w="494">
                  <a:moveTo>
                    <a:pt x="1" y="1"/>
                  </a:moveTo>
                  <a:lnTo>
                    <a:pt x="1" y="506"/>
                  </a:lnTo>
                  <a:lnTo>
                    <a:pt x="493" y="506"/>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45"/>
            <p:cNvSpPr/>
            <p:nvPr/>
          </p:nvSpPr>
          <p:spPr>
            <a:xfrm>
              <a:off x="6939797" y="2411040"/>
              <a:ext cx="75186" cy="75186"/>
            </a:xfrm>
            <a:custGeom>
              <a:rect b="b" l="l" r="r" t="t"/>
              <a:pathLst>
                <a:path extrusionOk="0" h="494" w="494">
                  <a:moveTo>
                    <a:pt x="1" y="0"/>
                  </a:moveTo>
                  <a:lnTo>
                    <a:pt x="1"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45"/>
            <p:cNvSpPr/>
            <p:nvPr/>
          </p:nvSpPr>
          <p:spPr>
            <a:xfrm>
              <a:off x="6939797" y="2336006"/>
              <a:ext cx="75186" cy="75186"/>
            </a:xfrm>
            <a:custGeom>
              <a:rect b="b" l="l" r="r" t="t"/>
              <a:pathLst>
                <a:path extrusionOk="0" h="494" w="494">
                  <a:moveTo>
                    <a:pt x="1" y="0"/>
                  </a:moveTo>
                  <a:lnTo>
                    <a:pt x="1"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45"/>
            <p:cNvSpPr/>
            <p:nvPr/>
          </p:nvSpPr>
          <p:spPr>
            <a:xfrm>
              <a:off x="6939797" y="2259146"/>
              <a:ext cx="75186" cy="77012"/>
            </a:xfrm>
            <a:custGeom>
              <a:rect b="b" l="l" r="r" t="t"/>
              <a:pathLst>
                <a:path extrusionOk="0" h="506" w="494">
                  <a:moveTo>
                    <a:pt x="1" y="0"/>
                  </a:moveTo>
                  <a:lnTo>
                    <a:pt x="1"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45"/>
            <p:cNvSpPr/>
            <p:nvPr/>
          </p:nvSpPr>
          <p:spPr>
            <a:xfrm>
              <a:off x="6939797" y="2183961"/>
              <a:ext cx="75186" cy="75338"/>
            </a:xfrm>
            <a:custGeom>
              <a:rect b="b" l="l" r="r" t="t"/>
              <a:pathLst>
                <a:path extrusionOk="0" h="495" w="494">
                  <a:moveTo>
                    <a:pt x="1" y="1"/>
                  </a:moveTo>
                  <a:lnTo>
                    <a:pt x="1" y="494"/>
                  </a:lnTo>
                  <a:lnTo>
                    <a:pt x="493" y="494"/>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45"/>
            <p:cNvSpPr/>
            <p:nvPr/>
          </p:nvSpPr>
          <p:spPr>
            <a:xfrm>
              <a:off x="6939797" y="2109079"/>
              <a:ext cx="75186" cy="75033"/>
            </a:xfrm>
            <a:custGeom>
              <a:rect b="b" l="l" r="r" t="t"/>
              <a:pathLst>
                <a:path extrusionOk="0" h="493" w="494">
                  <a:moveTo>
                    <a:pt x="1" y="0"/>
                  </a:moveTo>
                  <a:lnTo>
                    <a:pt x="1"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45"/>
            <p:cNvSpPr/>
            <p:nvPr/>
          </p:nvSpPr>
          <p:spPr>
            <a:xfrm>
              <a:off x="6939797" y="2032219"/>
              <a:ext cx="75186" cy="77012"/>
            </a:xfrm>
            <a:custGeom>
              <a:rect b="b" l="l" r="r" t="t"/>
              <a:pathLst>
                <a:path extrusionOk="0" h="506" w="494">
                  <a:moveTo>
                    <a:pt x="1" y="0"/>
                  </a:moveTo>
                  <a:lnTo>
                    <a:pt x="1" y="505"/>
                  </a:lnTo>
                  <a:lnTo>
                    <a:pt x="493" y="505"/>
                  </a:lnTo>
                  <a:lnTo>
                    <a:pt x="4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45"/>
            <p:cNvSpPr/>
            <p:nvPr/>
          </p:nvSpPr>
          <p:spPr>
            <a:xfrm>
              <a:off x="6862937" y="2637967"/>
              <a:ext cx="77012" cy="75338"/>
            </a:xfrm>
            <a:custGeom>
              <a:rect b="b" l="l" r="r" t="t"/>
              <a:pathLst>
                <a:path extrusionOk="0" h="495" w="506">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45"/>
            <p:cNvSpPr/>
            <p:nvPr/>
          </p:nvSpPr>
          <p:spPr>
            <a:xfrm>
              <a:off x="6862937" y="2562933"/>
              <a:ext cx="77012" cy="75186"/>
            </a:xfrm>
            <a:custGeom>
              <a:rect b="b" l="l" r="r" t="t"/>
              <a:pathLst>
                <a:path extrusionOk="0" h="494" w="506">
                  <a:moveTo>
                    <a:pt x="1" y="1"/>
                  </a:moveTo>
                  <a:lnTo>
                    <a:pt x="1"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45"/>
            <p:cNvSpPr/>
            <p:nvPr/>
          </p:nvSpPr>
          <p:spPr>
            <a:xfrm>
              <a:off x="6862937" y="2486073"/>
              <a:ext cx="77012" cy="77012"/>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45"/>
            <p:cNvSpPr/>
            <p:nvPr/>
          </p:nvSpPr>
          <p:spPr>
            <a:xfrm>
              <a:off x="6862937" y="2411040"/>
              <a:ext cx="77012" cy="75186"/>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45"/>
            <p:cNvSpPr/>
            <p:nvPr/>
          </p:nvSpPr>
          <p:spPr>
            <a:xfrm>
              <a:off x="6862937" y="2336006"/>
              <a:ext cx="77012" cy="75186"/>
            </a:xfrm>
            <a:custGeom>
              <a:rect b="b" l="l" r="r" t="t"/>
              <a:pathLst>
                <a:path extrusionOk="0" h="494"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45"/>
            <p:cNvSpPr/>
            <p:nvPr/>
          </p:nvSpPr>
          <p:spPr>
            <a:xfrm>
              <a:off x="6862937" y="2259146"/>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45"/>
            <p:cNvSpPr/>
            <p:nvPr/>
          </p:nvSpPr>
          <p:spPr>
            <a:xfrm>
              <a:off x="6862937" y="2183961"/>
              <a:ext cx="77012" cy="75338"/>
            </a:xfrm>
            <a:custGeom>
              <a:rect b="b" l="l" r="r" t="t"/>
              <a:pathLst>
                <a:path extrusionOk="0" h="495" w="506">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45"/>
            <p:cNvSpPr/>
            <p:nvPr/>
          </p:nvSpPr>
          <p:spPr>
            <a:xfrm>
              <a:off x="6862937" y="2109079"/>
              <a:ext cx="77012" cy="75033"/>
            </a:xfrm>
            <a:custGeom>
              <a:rect b="b" l="l" r="r" t="t"/>
              <a:pathLst>
                <a:path extrusionOk="0" h="493"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45"/>
            <p:cNvSpPr/>
            <p:nvPr/>
          </p:nvSpPr>
          <p:spPr>
            <a:xfrm>
              <a:off x="6862937" y="2032219"/>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45"/>
            <p:cNvSpPr/>
            <p:nvPr/>
          </p:nvSpPr>
          <p:spPr>
            <a:xfrm>
              <a:off x="6862937" y="1957034"/>
              <a:ext cx="77012" cy="75186"/>
            </a:xfrm>
            <a:custGeom>
              <a:rect b="b" l="l" r="r" t="t"/>
              <a:pathLst>
                <a:path extrusionOk="0" h="494" w="506">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45"/>
            <p:cNvSpPr/>
            <p:nvPr/>
          </p:nvSpPr>
          <p:spPr>
            <a:xfrm>
              <a:off x="6786078" y="2713152"/>
              <a:ext cx="77012" cy="77012"/>
            </a:xfrm>
            <a:custGeom>
              <a:rect b="b" l="l" r="r" t="t"/>
              <a:pathLst>
                <a:path extrusionOk="0" h="506" w="506">
                  <a:moveTo>
                    <a:pt x="0" y="0"/>
                  </a:moveTo>
                  <a:lnTo>
                    <a:pt x="0" y="505"/>
                  </a:lnTo>
                  <a:lnTo>
                    <a:pt x="506" y="505"/>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45"/>
            <p:cNvSpPr/>
            <p:nvPr/>
          </p:nvSpPr>
          <p:spPr>
            <a:xfrm>
              <a:off x="6786078" y="2637967"/>
              <a:ext cx="77012" cy="75338"/>
            </a:xfrm>
            <a:custGeom>
              <a:rect b="b" l="l" r="r" t="t"/>
              <a:pathLst>
                <a:path extrusionOk="0" h="495" w="506">
                  <a:moveTo>
                    <a:pt x="0" y="0"/>
                  </a:moveTo>
                  <a:lnTo>
                    <a:pt x="0"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45"/>
            <p:cNvSpPr/>
            <p:nvPr/>
          </p:nvSpPr>
          <p:spPr>
            <a:xfrm>
              <a:off x="6786078" y="2562933"/>
              <a:ext cx="77012" cy="75186"/>
            </a:xfrm>
            <a:custGeom>
              <a:rect b="b" l="l" r="r" t="t"/>
              <a:pathLst>
                <a:path extrusionOk="0" h="494" w="506">
                  <a:moveTo>
                    <a:pt x="0" y="1"/>
                  </a:moveTo>
                  <a:lnTo>
                    <a:pt x="0"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45"/>
            <p:cNvSpPr/>
            <p:nvPr/>
          </p:nvSpPr>
          <p:spPr>
            <a:xfrm>
              <a:off x="6786078" y="2486073"/>
              <a:ext cx="77012" cy="77012"/>
            </a:xfrm>
            <a:custGeom>
              <a:rect b="b" l="l" r="r" t="t"/>
              <a:pathLst>
                <a:path extrusionOk="0" h="506" w="506">
                  <a:moveTo>
                    <a:pt x="0" y="1"/>
                  </a:moveTo>
                  <a:lnTo>
                    <a:pt x="0"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45"/>
            <p:cNvSpPr/>
            <p:nvPr/>
          </p:nvSpPr>
          <p:spPr>
            <a:xfrm>
              <a:off x="6786078" y="2411040"/>
              <a:ext cx="77012" cy="75186"/>
            </a:xfrm>
            <a:custGeom>
              <a:rect b="b" l="l" r="r" t="t"/>
              <a:pathLst>
                <a:path extrusionOk="0" h="494" w="506">
                  <a:moveTo>
                    <a:pt x="0" y="0"/>
                  </a:moveTo>
                  <a:lnTo>
                    <a:pt x="0"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45"/>
            <p:cNvSpPr/>
            <p:nvPr/>
          </p:nvSpPr>
          <p:spPr>
            <a:xfrm>
              <a:off x="6786078" y="2336006"/>
              <a:ext cx="77012" cy="75186"/>
            </a:xfrm>
            <a:custGeom>
              <a:rect b="b" l="l" r="r" t="t"/>
              <a:pathLst>
                <a:path extrusionOk="0" h="494" w="506">
                  <a:moveTo>
                    <a:pt x="0" y="0"/>
                  </a:moveTo>
                  <a:lnTo>
                    <a:pt x="0"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45"/>
            <p:cNvSpPr/>
            <p:nvPr/>
          </p:nvSpPr>
          <p:spPr>
            <a:xfrm>
              <a:off x="6786078" y="2259146"/>
              <a:ext cx="77012" cy="77012"/>
            </a:xfrm>
            <a:custGeom>
              <a:rect b="b" l="l" r="r" t="t"/>
              <a:pathLst>
                <a:path extrusionOk="0" h="506" w="506">
                  <a:moveTo>
                    <a:pt x="0" y="0"/>
                  </a:moveTo>
                  <a:lnTo>
                    <a:pt x="0"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45"/>
            <p:cNvSpPr/>
            <p:nvPr/>
          </p:nvSpPr>
          <p:spPr>
            <a:xfrm>
              <a:off x="6786078" y="2183961"/>
              <a:ext cx="77012" cy="75338"/>
            </a:xfrm>
            <a:custGeom>
              <a:rect b="b" l="l" r="r" t="t"/>
              <a:pathLst>
                <a:path extrusionOk="0" h="495" w="506">
                  <a:moveTo>
                    <a:pt x="0" y="1"/>
                  </a:moveTo>
                  <a:lnTo>
                    <a:pt x="0"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45"/>
            <p:cNvSpPr/>
            <p:nvPr/>
          </p:nvSpPr>
          <p:spPr>
            <a:xfrm>
              <a:off x="6786078" y="2109079"/>
              <a:ext cx="77012" cy="75033"/>
            </a:xfrm>
            <a:custGeom>
              <a:rect b="b" l="l" r="r" t="t"/>
              <a:pathLst>
                <a:path extrusionOk="0" h="493" w="506">
                  <a:moveTo>
                    <a:pt x="0" y="0"/>
                  </a:moveTo>
                  <a:lnTo>
                    <a:pt x="0"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45"/>
            <p:cNvSpPr/>
            <p:nvPr/>
          </p:nvSpPr>
          <p:spPr>
            <a:xfrm>
              <a:off x="6786078" y="2032219"/>
              <a:ext cx="77012" cy="77012"/>
            </a:xfrm>
            <a:custGeom>
              <a:rect b="b" l="l" r="r" t="t"/>
              <a:pathLst>
                <a:path extrusionOk="0" h="506" w="506">
                  <a:moveTo>
                    <a:pt x="0" y="0"/>
                  </a:moveTo>
                  <a:lnTo>
                    <a:pt x="0"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45"/>
            <p:cNvSpPr/>
            <p:nvPr/>
          </p:nvSpPr>
          <p:spPr>
            <a:xfrm>
              <a:off x="6786078" y="1957034"/>
              <a:ext cx="77012" cy="75186"/>
            </a:xfrm>
            <a:custGeom>
              <a:rect b="b" l="l" r="r" t="t"/>
              <a:pathLst>
                <a:path extrusionOk="0" h="494" w="506">
                  <a:moveTo>
                    <a:pt x="0" y="0"/>
                  </a:moveTo>
                  <a:lnTo>
                    <a:pt x="0"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45"/>
            <p:cNvSpPr/>
            <p:nvPr/>
          </p:nvSpPr>
          <p:spPr>
            <a:xfrm>
              <a:off x="6786078" y="1882000"/>
              <a:ext cx="77012" cy="75186"/>
            </a:xfrm>
            <a:custGeom>
              <a:rect b="b" l="l" r="r" t="t"/>
              <a:pathLst>
                <a:path extrusionOk="0" h="494" w="506">
                  <a:moveTo>
                    <a:pt x="0" y="1"/>
                  </a:moveTo>
                  <a:lnTo>
                    <a:pt x="0"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45"/>
            <p:cNvSpPr/>
            <p:nvPr/>
          </p:nvSpPr>
          <p:spPr>
            <a:xfrm>
              <a:off x="6710893" y="2713152"/>
              <a:ext cx="75338" cy="77012"/>
            </a:xfrm>
            <a:custGeom>
              <a:rect b="b" l="l" r="r" t="t"/>
              <a:pathLst>
                <a:path extrusionOk="0" h="506" w="495">
                  <a:moveTo>
                    <a:pt x="1" y="0"/>
                  </a:moveTo>
                  <a:lnTo>
                    <a:pt x="1" y="505"/>
                  </a:lnTo>
                  <a:lnTo>
                    <a:pt x="494" y="505"/>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45"/>
            <p:cNvSpPr/>
            <p:nvPr/>
          </p:nvSpPr>
          <p:spPr>
            <a:xfrm>
              <a:off x="6710893" y="2637967"/>
              <a:ext cx="75338" cy="75338"/>
            </a:xfrm>
            <a:custGeom>
              <a:rect b="b" l="l" r="r" t="t"/>
              <a:pathLst>
                <a:path extrusionOk="0" h="495" w="495">
                  <a:moveTo>
                    <a:pt x="1" y="0"/>
                  </a:moveTo>
                  <a:lnTo>
                    <a:pt x="1"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45"/>
            <p:cNvSpPr/>
            <p:nvPr/>
          </p:nvSpPr>
          <p:spPr>
            <a:xfrm>
              <a:off x="6710893" y="2562933"/>
              <a:ext cx="75338" cy="75186"/>
            </a:xfrm>
            <a:custGeom>
              <a:rect b="b" l="l" r="r" t="t"/>
              <a:pathLst>
                <a:path extrusionOk="0" h="494" w="495">
                  <a:moveTo>
                    <a:pt x="1" y="1"/>
                  </a:moveTo>
                  <a:lnTo>
                    <a:pt x="1" y="493"/>
                  </a:lnTo>
                  <a:lnTo>
                    <a:pt x="494" y="493"/>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45"/>
            <p:cNvSpPr/>
            <p:nvPr/>
          </p:nvSpPr>
          <p:spPr>
            <a:xfrm>
              <a:off x="6710893" y="2486073"/>
              <a:ext cx="75338" cy="77012"/>
            </a:xfrm>
            <a:custGeom>
              <a:rect b="b" l="l" r="r" t="t"/>
              <a:pathLst>
                <a:path extrusionOk="0" h="506" w="495">
                  <a:moveTo>
                    <a:pt x="1" y="1"/>
                  </a:moveTo>
                  <a:lnTo>
                    <a:pt x="1" y="506"/>
                  </a:lnTo>
                  <a:lnTo>
                    <a:pt x="494" y="506"/>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45"/>
            <p:cNvSpPr/>
            <p:nvPr/>
          </p:nvSpPr>
          <p:spPr>
            <a:xfrm>
              <a:off x="6710893" y="2411040"/>
              <a:ext cx="75338" cy="75186"/>
            </a:xfrm>
            <a:custGeom>
              <a:rect b="b" l="l" r="r" t="t"/>
              <a:pathLst>
                <a:path extrusionOk="0" h="494" w="495">
                  <a:moveTo>
                    <a:pt x="1" y="0"/>
                  </a:moveTo>
                  <a:lnTo>
                    <a:pt x="1"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45"/>
            <p:cNvSpPr/>
            <p:nvPr/>
          </p:nvSpPr>
          <p:spPr>
            <a:xfrm>
              <a:off x="6710893" y="2336006"/>
              <a:ext cx="75338" cy="75186"/>
            </a:xfrm>
            <a:custGeom>
              <a:rect b="b" l="l" r="r" t="t"/>
              <a:pathLst>
                <a:path extrusionOk="0" h="494" w="495">
                  <a:moveTo>
                    <a:pt x="1" y="0"/>
                  </a:moveTo>
                  <a:lnTo>
                    <a:pt x="1" y="493"/>
                  </a:lnTo>
                  <a:lnTo>
                    <a:pt x="494" y="493"/>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45"/>
            <p:cNvSpPr/>
            <p:nvPr/>
          </p:nvSpPr>
          <p:spPr>
            <a:xfrm>
              <a:off x="6710893" y="2259146"/>
              <a:ext cx="75338" cy="77012"/>
            </a:xfrm>
            <a:custGeom>
              <a:rect b="b" l="l" r="r" t="t"/>
              <a:pathLst>
                <a:path extrusionOk="0" h="506" w="495">
                  <a:moveTo>
                    <a:pt x="1" y="0"/>
                  </a:moveTo>
                  <a:lnTo>
                    <a:pt x="1"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45"/>
            <p:cNvSpPr/>
            <p:nvPr/>
          </p:nvSpPr>
          <p:spPr>
            <a:xfrm>
              <a:off x="6710893" y="2183961"/>
              <a:ext cx="75338" cy="75338"/>
            </a:xfrm>
            <a:custGeom>
              <a:rect b="b" l="l" r="r" t="t"/>
              <a:pathLst>
                <a:path extrusionOk="0" h="495" w="495">
                  <a:moveTo>
                    <a:pt x="1" y="1"/>
                  </a:moveTo>
                  <a:lnTo>
                    <a:pt x="1" y="494"/>
                  </a:lnTo>
                  <a:lnTo>
                    <a:pt x="494" y="494"/>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45"/>
            <p:cNvSpPr/>
            <p:nvPr/>
          </p:nvSpPr>
          <p:spPr>
            <a:xfrm>
              <a:off x="6710893" y="2109079"/>
              <a:ext cx="75338" cy="75033"/>
            </a:xfrm>
            <a:custGeom>
              <a:rect b="b" l="l" r="r" t="t"/>
              <a:pathLst>
                <a:path extrusionOk="0" h="493" w="495">
                  <a:moveTo>
                    <a:pt x="1" y="0"/>
                  </a:moveTo>
                  <a:lnTo>
                    <a:pt x="1" y="493"/>
                  </a:lnTo>
                  <a:lnTo>
                    <a:pt x="494" y="493"/>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45"/>
            <p:cNvSpPr/>
            <p:nvPr/>
          </p:nvSpPr>
          <p:spPr>
            <a:xfrm>
              <a:off x="6710893" y="2032219"/>
              <a:ext cx="75338" cy="77012"/>
            </a:xfrm>
            <a:custGeom>
              <a:rect b="b" l="l" r="r" t="t"/>
              <a:pathLst>
                <a:path extrusionOk="0" h="506" w="495">
                  <a:moveTo>
                    <a:pt x="1" y="0"/>
                  </a:moveTo>
                  <a:lnTo>
                    <a:pt x="1"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45"/>
            <p:cNvSpPr/>
            <p:nvPr/>
          </p:nvSpPr>
          <p:spPr>
            <a:xfrm>
              <a:off x="6710893" y="1957034"/>
              <a:ext cx="75338" cy="75186"/>
            </a:xfrm>
            <a:custGeom>
              <a:rect b="b" l="l" r="r" t="t"/>
              <a:pathLst>
                <a:path extrusionOk="0" h="494" w="495">
                  <a:moveTo>
                    <a:pt x="1" y="0"/>
                  </a:moveTo>
                  <a:lnTo>
                    <a:pt x="1"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45"/>
            <p:cNvSpPr/>
            <p:nvPr/>
          </p:nvSpPr>
          <p:spPr>
            <a:xfrm>
              <a:off x="6710893" y="1882000"/>
              <a:ext cx="75338" cy="75186"/>
            </a:xfrm>
            <a:custGeom>
              <a:rect b="b" l="l" r="r" t="t"/>
              <a:pathLst>
                <a:path extrusionOk="0" h="494" w="495">
                  <a:moveTo>
                    <a:pt x="1" y="1"/>
                  </a:moveTo>
                  <a:lnTo>
                    <a:pt x="1"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45"/>
            <p:cNvSpPr/>
            <p:nvPr/>
          </p:nvSpPr>
          <p:spPr>
            <a:xfrm>
              <a:off x="6634033" y="2790012"/>
              <a:ext cx="77012" cy="75033"/>
            </a:xfrm>
            <a:custGeom>
              <a:rect b="b" l="l" r="r" t="t"/>
              <a:pathLst>
                <a:path extrusionOk="0" h="493" w="506">
                  <a:moveTo>
                    <a:pt x="1" y="0"/>
                  </a:moveTo>
                  <a:lnTo>
                    <a:pt x="1" y="493"/>
                  </a:lnTo>
                  <a:lnTo>
                    <a:pt x="506" y="493"/>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45"/>
            <p:cNvSpPr/>
            <p:nvPr/>
          </p:nvSpPr>
          <p:spPr>
            <a:xfrm>
              <a:off x="6634033" y="2713152"/>
              <a:ext cx="77012" cy="77012"/>
            </a:xfrm>
            <a:custGeom>
              <a:rect b="b" l="l" r="r" t="t"/>
              <a:pathLst>
                <a:path extrusionOk="0" h="506" w="506">
                  <a:moveTo>
                    <a:pt x="1" y="0"/>
                  </a:moveTo>
                  <a:lnTo>
                    <a:pt x="1" y="505"/>
                  </a:lnTo>
                  <a:lnTo>
                    <a:pt x="506" y="505"/>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45"/>
            <p:cNvSpPr/>
            <p:nvPr/>
          </p:nvSpPr>
          <p:spPr>
            <a:xfrm>
              <a:off x="6634033" y="2637967"/>
              <a:ext cx="77012" cy="75338"/>
            </a:xfrm>
            <a:custGeom>
              <a:rect b="b" l="l" r="r" t="t"/>
              <a:pathLst>
                <a:path extrusionOk="0" h="495"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45"/>
            <p:cNvSpPr/>
            <p:nvPr/>
          </p:nvSpPr>
          <p:spPr>
            <a:xfrm>
              <a:off x="6634033" y="2562933"/>
              <a:ext cx="77012" cy="75186"/>
            </a:xfrm>
            <a:custGeom>
              <a:rect b="b" l="l" r="r" t="t"/>
              <a:pathLst>
                <a:path extrusionOk="0" h="494" w="506">
                  <a:moveTo>
                    <a:pt x="1" y="1"/>
                  </a:moveTo>
                  <a:lnTo>
                    <a:pt x="1"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45"/>
            <p:cNvSpPr/>
            <p:nvPr/>
          </p:nvSpPr>
          <p:spPr>
            <a:xfrm>
              <a:off x="6634033" y="2486073"/>
              <a:ext cx="77012" cy="77012"/>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45"/>
            <p:cNvSpPr/>
            <p:nvPr/>
          </p:nvSpPr>
          <p:spPr>
            <a:xfrm>
              <a:off x="6634033" y="2411040"/>
              <a:ext cx="77012" cy="75186"/>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45"/>
            <p:cNvSpPr/>
            <p:nvPr/>
          </p:nvSpPr>
          <p:spPr>
            <a:xfrm>
              <a:off x="6634033" y="2336006"/>
              <a:ext cx="77012" cy="75186"/>
            </a:xfrm>
            <a:custGeom>
              <a:rect b="b" l="l" r="r" t="t"/>
              <a:pathLst>
                <a:path extrusionOk="0" h="494"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45"/>
            <p:cNvSpPr/>
            <p:nvPr/>
          </p:nvSpPr>
          <p:spPr>
            <a:xfrm>
              <a:off x="6634033" y="2259146"/>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45"/>
            <p:cNvSpPr/>
            <p:nvPr/>
          </p:nvSpPr>
          <p:spPr>
            <a:xfrm>
              <a:off x="6634033" y="2183961"/>
              <a:ext cx="77012" cy="75338"/>
            </a:xfrm>
            <a:custGeom>
              <a:rect b="b" l="l" r="r" t="t"/>
              <a:pathLst>
                <a:path extrusionOk="0" h="495" w="506">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45"/>
            <p:cNvSpPr/>
            <p:nvPr/>
          </p:nvSpPr>
          <p:spPr>
            <a:xfrm>
              <a:off x="6634033" y="2109079"/>
              <a:ext cx="77012" cy="75033"/>
            </a:xfrm>
            <a:custGeom>
              <a:rect b="b" l="l" r="r" t="t"/>
              <a:pathLst>
                <a:path extrusionOk="0" h="493"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45"/>
            <p:cNvSpPr/>
            <p:nvPr/>
          </p:nvSpPr>
          <p:spPr>
            <a:xfrm>
              <a:off x="6634033" y="2032219"/>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45"/>
            <p:cNvSpPr/>
            <p:nvPr/>
          </p:nvSpPr>
          <p:spPr>
            <a:xfrm>
              <a:off x="6634033" y="1957034"/>
              <a:ext cx="77012" cy="75186"/>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45"/>
            <p:cNvSpPr/>
            <p:nvPr/>
          </p:nvSpPr>
          <p:spPr>
            <a:xfrm>
              <a:off x="6634033" y="1882000"/>
              <a:ext cx="77012" cy="75186"/>
            </a:xfrm>
            <a:custGeom>
              <a:rect b="b" l="l" r="r" t="t"/>
              <a:pathLst>
                <a:path extrusionOk="0" h="494" w="506">
                  <a:moveTo>
                    <a:pt x="1" y="1"/>
                  </a:moveTo>
                  <a:lnTo>
                    <a:pt x="1"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45"/>
            <p:cNvSpPr/>
            <p:nvPr/>
          </p:nvSpPr>
          <p:spPr>
            <a:xfrm>
              <a:off x="6559152" y="2864894"/>
              <a:ext cx="75033" cy="75338"/>
            </a:xfrm>
            <a:custGeom>
              <a:rect b="b" l="l" r="r" t="t"/>
              <a:pathLst>
                <a:path extrusionOk="0" h="495" w="493">
                  <a:moveTo>
                    <a:pt x="0" y="1"/>
                  </a:moveTo>
                  <a:lnTo>
                    <a:pt x="0" y="494"/>
                  </a:lnTo>
                  <a:lnTo>
                    <a:pt x="493" y="494"/>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45"/>
            <p:cNvSpPr/>
            <p:nvPr/>
          </p:nvSpPr>
          <p:spPr>
            <a:xfrm>
              <a:off x="6559152" y="2790012"/>
              <a:ext cx="75033" cy="75033"/>
            </a:xfrm>
            <a:custGeom>
              <a:rect b="b" l="l" r="r" t="t"/>
              <a:pathLst>
                <a:path extrusionOk="0" h="493" w="493">
                  <a:moveTo>
                    <a:pt x="0" y="0"/>
                  </a:moveTo>
                  <a:lnTo>
                    <a:pt x="0"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45"/>
            <p:cNvSpPr/>
            <p:nvPr/>
          </p:nvSpPr>
          <p:spPr>
            <a:xfrm>
              <a:off x="6559152" y="2713152"/>
              <a:ext cx="75033" cy="77012"/>
            </a:xfrm>
            <a:custGeom>
              <a:rect b="b" l="l" r="r" t="t"/>
              <a:pathLst>
                <a:path extrusionOk="0" h="506" w="493">
                  <a:moveTo>
                    <a:pt x="0" y="0"/>
                  </a:moveTo>
                  <a:lnTo>
                    <a:pt x="0"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45"/>
            <p:cNvSpPr/>
            <p:nvPr/>
          </p:nvSpPr>
          <p:spPr>
            <a:xfrm>
              <a:off x="6559152" y="2637967"/>
              <a:ext cx="75033" cy="75338"/>
            </a:xfrm>
            <a:custGeom>
              <a:rect b="b" l="l" r="r" t="t"/>
              <a:pathLst>
                <a:path extrusionOk="0" h="495" w="493">
                  <a:moveTo>
                    <a:pt x="0" y="0"/>
                  </a:moveTo>
                  <a:lnTo>
                    <a:pt x="0"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45"/>
            <p:cNvSpPr/>
            <p:nvPr/>
          </p:nvSpPr>
          <p:spPr>
            <a:xfrm>
              <a:off x="6559152" y="2562933"/>
              <a:ext cx="75033" cy="75186"/>
            </a:xfrm>
            <a:custGeom>
              <a:rect b="b" l="l" r="r" t="t"/>
              <a:pathLst>
                <a:path extrusionOk="0" h="494" w="493">
                  <a:moveTo>
                    <a:pt x="0" y="1"/>
                  </a:moveTo>
                  <a:lnTo>
                    <a:pt x="0" y="493"/>
                  </a:lnTo>
                  <a:lnTo>
                    <a:pt x="493" y="493"/>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45"/>
            <p:cNvSpPr/>
            <p:nvPr/>
          </p:nvSpPr>
          <p:spPr>
            <a:xfrm>
              <a:off x="6559152" y="2486073"/>
              <a:ext cx="75033" cy="77012"/>
            </a:xfrm>
            <a:custGeom>
              <a:rect b="b" l="l" r="r" t="t"/>
              <a:pathLst>
                <a:path extrusionOk="0" h="506" w="493">
                  <a:moveTo>
                    <a:pt x="0" y="1"/>
                  </a:moveTo>
                  <a:lnTo>
                    <a:pt x="0" y="506"/>
                  </a:lnTo>
                  <a:lnTo>
                    <a:pt x="493" y="506"/>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45"/>
            <p:cNvSpPr/>
            <p:nvPr/>
          </p:nvSpPr>
          <p:spPr>
            <a:xfrm>
              <a:off x="6559152" y="2411040"/>
              <a:ext cx="75033" cy="75186"/>
            </a:xfrm>
            <a:custGeom>
              <a:rect b="b" l="l" r="r" t="t"/>
              <a:pathLst>
                <a:path extrusionOk="0" h="494" w="493">
                  <a:moveTo>
                    <a:pt x="0" y="0"/>
                  </a:moveTo>
                  <a:lnTo>
                    <a:pt x="0"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45"/>
            <p:cNvSpPr/>
            <p:nvPr/>
          </p:nvSpPr>
          <p:spPr>
            <a:xfrm>
              <a:off x="6559152" y="2336006"/>
              <a:ext cx="75033" cy="75186"/>
            </a:xfrm>
            <a:custGeom>
              <a:rect b="b" l="l" r="r" t="t"/>
              <a:pathLst>
                <a:path extrusionOk="0" h="494" w="493">
                  <a:moveTo>
                    <a:pt x="0" y="0"/>
                  </a:moveTo>
                  <a:lnTo>
                    <a:pt x="0"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45"/>
            <p:cNvSpPr/>
            <p:nvPr/>
          </p:nvSpPr>
          <p:spPr>
            <a:xfrm>
              <a:off x="6559152" y="2259146"/>
              <a:ext cx="75033" cy="77012"/>
            </a:xfrm>
            <a:custGeom>
              <a:rect b="b" l="l" r="r" t="t"/>
              <a:pathLst>
                <a:path extrusionOk="0" h="506" w="493">
                  <a:moveTo>
                    <a:pt x="0" y="0"/>
                  </a:moveTo>
                  <a:lnTo>
                    <a:pt x="0"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45"/>
            <p:cNvSpPr/>
            <p:nvPr/>
          </p:nvSpPr>
          <p:spPr>
            <a:xfrm>
              <a:off x="6559152" y="2183961"/>
              <a:ext cx="75033" cy="75338"/>
            </a:xfrm>
            <a:custGeom>
              <a:rect b="b" l="l" r="r" t="t"/>
              <a:pathLst>
                <a:path extrusionOk="0" h="495" w="493">
                  <a:moveTo>
                    <a:pt x="0" y="1"/>
                  </a:moveTo>
                  <a:lnTo>
                    <a:pt x="0" y="494"/>
                  </a:lnTo>
                  <a:lnTo>
                    <a:pt x="493" y="494"/>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45"/>
            <p:cNvSpPr/>
            <p:nvPr/>
          </p:nvSpPr>
          <p:spPr>
            <a:xfrm>
              <a:off x="6559152" y="2109079"/>
              <a:ext cx="75033" cy="75033"/>
            </a:xfrm>
            <a:custGeom>
              <a:rect b="b" l="l" r="r" t="t"/>
              <a:pathLst>
                <a:path extrusionOk="0" h="493" w="493">
                  <a:moveTo>
                    <a:pt x="0" y="0"/>
                  </a:moveTo>
                  <a:lnTo>
                    <a:pt x="0"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45"/>
            <p:cNvSpPr/>
            <p:nvPr/>
          </p:nvSpPr>
          <p:spPr>
            <a:xfrm>
              <a:off x="6559152" y="2032219"/>
              <a:ext cx="75033" cy="77012"/>
            </a:xfrm>
            <a:custGeom>
              <a:rect b="b" l="l" r="r" t="t"/>
              <a:pathLst>
                <a:path extrusionOk="0" h="506" w="493">
                  <a:moveTo>
                    <a:pt x="0" y="0"/>
                  </a:moveTo>
                  <a:lnTo>
                    <a:pt x="0"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45"/>
            <p:cNvSpPr/>
            <p:nvPr/>
          </p:nvSpPr>
          <p:spPr>
            <a:xfrm>
              <a:off x="6559152" y="1957034"/>
              <a:ext cx="75033" cy="75186"/>
            </a:xfrm>
            <a:custGeom>
              <a:rect b="b" l="l" r="r" t="t"/>
              <a:pathLst>
                <a:path extrusionOk="0" h="494" w="493">
                  <a:moveTo>
                    <a:pt x="0" y="0"/>
                  </a:moveTo>
                  <a:lnTo>
                    <a:pt x="0"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45"/>
            <p:cNvSpPr/>
            <p:nvPr/>
          </p:nvSpPr>
          <p:spPr>
            <a:xfrm>
              <a:off x="6559152" y="1882000"/>
              <a:ext cx="75033" cy="75186"/>
            </a:xfrm>
            <a:custGeom>
              <a:rect b="b" l="l" r="r" t="t"/>
              <a:pathLst>
                <a:path extrusionOk="0" h="494" w="493">
                  <a:moveTo>
                    <a:pt x="0" y="1"/>
                  </a:moveTo>
                  <a:lnTo>
                    <a:pt x="0" y="493"/>
                  </a:lnTo>
                  <a:lnTo>
                    <a:pt x="493" y="493"/>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45"/>
            <p:cNvSpPr/>
            <p:nvPr/>
          </p:nvSpPr>
          <p:spPr>
            <a:xfrm>
              <a:off x="6482140" y="2940079"/>
              <a:ext cx="77164" cy="77012"/>
            </a:xfrm>
            <a:custGeom>
              <a:rect b="b" l="l" r="r" t="t"/>
              <a:pathLst>
                <a:path extrusionOk="0" h="506" w="507">
                  <a:moveTo>
                    <a:pt x="1" y="0"/>
                  </a:moveTo>
                  <a:lnTo>
                    <a:pt x="1" y="505"/>
                  </a:lnTo>
                  <a:lnTo>
                    <a:pt x="506" y="505"/>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45"/>
            <p:cNvSpPr/>
            <p:nvPr/>
          </p:nvSpPr>
          <p:spPr>
            <a:xfrm>
              <a:off x="6482140" y="2864894"/>
              <a:ext cx="77164" cy="75338"/>
            </a:xfrm>
            <a:custGeom>
              <a:rect b="b" l="l" r="r" t="t"/>
              <a:pathLst>
                <a:path extrusionOk="0" h="495" w="507">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45"/>
            <p:cNvSpPr/>
            <p:nvPr/>
          </p:nvSpPr>
          <p:spPr>
            <a:xfrm>
              <a:off x="6482140" y="2790012"/>
              <a:ext cx="77164" cy="75033"/>
            </a:xfrm>
            <a:custGeom>
              <a:rect b="b" l="l" r="r" t="t"/>
              <a:pathLst>
                <a:path extrusionOk="0" h="493" w="507">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45"/>
            <p:cNvSpPr/>
            <p:nvPr/>
          </p:nvSpPr>
          <p:spPr>
            <a:xfrm>
              <a:off x="6482140" y="2713152"/>
              <a:ext cx="77164" cy="77012"/>
            </a:xfrm>
            <a:custGeom>
              <a:rect b="b" l="l" r="r" t="t"/>
              <a:pathLst>
                <a:path extrusionOk="0" h="506" w="507">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45"/>
            <p:cNvSpPr/>
            <p:nvPr/>
          </p:nvSpPr>
          <p:spPr>
            <a:xfrm>
              <a:off x="6482140" y="2637967"/>
              <a:ext cx="77164" cy="75338"/>
            </a:xfrm>
            <a:custGeom>
              <a:rect b="b" l="l" r="r" t="t"/>
              <a:pathLst>
                <a:path extrusionOk="0" h="495" w="507">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45"/>
            <p:cNvSpPr/>
            <p:nvPr/>
          </p:nvSpPr>
          <p:spPr>
            <a:xfrm>
              <a:off x="6482140" y="2562933"/>
              <a:ext cx="77164" cy="75186"/>
            </a:xfrm>
            <a:custGeom>
              <a:rect b="b" l="l" r="r" t="t"/>
              <a:pathLst>
                <a:path extrusionOk="0" h="494" w="507">
                  <a:moveTo>
                    <a:pt x="1" y="1"/>
                  </a:moveTo>
                  <a:lnTo>
                    <a:pt x="1"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45"/>
            <p:cNvSpPr/>
            <p:nvPr/>
          </p:nvSpPr>
          <p:spPr>
            <a:xfrm>
              <a:off x="6482140" y="2486073"/>
              <a:ext cx="77164" cy="77012"/>
            </a:xfrm>
            <a:custGeom>
              <a:rect b="b" l="l" r="r" t="t"/>
              <a:pathLst>
                <a:path extrusionOk="0" h="506" w="507">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45"/>
            <p:cNvSpPr/>
            <p:nvPr/>
          </p:nvSpPr>
          <p:spPr>
            <a:xfrm>
              <a:off x="6482140" y="2411040"/>
              <a:ext cx="77164" cy="75186"/>
            </a:xfrm>
            <a:custGeom>
              <a:rect b="b" l="l" r="r" t="t"/>
              <a:pathLst>
                <a:path extrusionOk="0" h="494" w="507">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45"/>
            <p:cNvSpPr/>
            <p:nvPr/>
          </p:nvSpPr>
          <p:spPr>
            <a:xfrm>
              <a:off x="6482140" y="2336006"/>
              <a:ext cx="77164" cy="75186"/>
            </a:xfrm>
            <a:custGeom>
              <a:rect b="b" l="l" r="r" t="t"/>
              <a:pathLst>
                <a:path extrusionOk="0" h="494" w="507">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45"/>
            <p:cNvSpPr/>
            <p:nvPr/>
          </p:nvSpPr>
          <p:spPr>
            <a:xfrm>
              <a:off x="6482140" y="2259146"/>
              <a:ext cx="77164" cy="77012"/>
            </a:xfrm>
            <a:custGeom>
              <a:rect b="b" l="l" r="r" t="t"/>
              <a:pathLst>
                <a:path extrusionOk="0" h="506" w="507">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45"/>
            <p:cNvSpPr/>
            <p:nvPr/>
          </p:nvSpPr>
          <p:spPr>
            <a:xfrm>
              <a:off x="6482140" y="2183961"/>
              <a:ext cx="77164" cy="75338"/>
            </a:xfrm>
            <a:custGeom>
              <a:rect b="b" l="l" r="r" t="t"/>
              <a:pathLst>
                <a:path extrusionOk="0" h="495" w="507">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45"/>
            <p:cNvSpPr/>
            <p:nvPr/>
          </p:nvSpPr>
          <p:spPr>
            <a:xfrm>
              <a:off x="6482140" y="2109079"/>
              <a:ext cx="77164" cy="75033"/>
            </a:xfrm>
            <a:custGeom>
              <a:rect b="b" l="l" r="r" t="t"/>
              <a:pathLst>
                <a:path extrusionOk="0" h="493" w="507">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45"/>
            <p:cNvSpPr/>
            <p:nvPr/>
          </p:nvSpPr>
          <p:spPr>
            <a:xfrm>
              <a:off x="6482140" y="2032219"/>
              <a:ext cx="77164" cy="77012"/>
            </a:xfrm>
            <a:custGeom>
              <a:rect b="b" l="l" r="r" t="t"/>
              <a:pathLst>
                <a:path extrusionOk="0" h="506" w="507">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45"/>
            <p:cNvSpPr/>
            <p:nvPr/>
          </p:nvSpPr>
          <p:spPr>
            <a:xfrm>
              <a:off x="6482140" y="1957034"/>
              <a:ext cx="77164" cy="75186"/>
            </a:xfrm>
            <a:custGeom>
              <a:rect b="b" l="l" r="r" t="t"/>
              <a:pathLst>
                <a:path extrusionOk="0" h="494" w="507">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45"/>
            <p:cNvSpPr/>
            <p:nvPr/>
          </p:nvSpPr>
          <p:spPr>
            <a:xfrm>
              <a:off x="6482140" y="1882000"/>
              <a:ext cx="77164" cy="75186"/>
            </a:xfrm>
            <a:custGeom>
              <a:rect b="b" l="l" r="r" t="t"/>
              <a:pathLst>
                <a:path extrusionOk="0" h="494" w="507">
                  <a:moveTo>
                    <a:pt x="1" y="1"/>
                  </a:moveTo>
                  <a:lnTo>
                    <a:pt x="1"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45"/>
            <p:cNvSpPr/>
            <p:nvPr/>
          </p:nvSpPr>
          <p:spPr>
            <a:xfrm>
              <a:off x="6407107" y="3016939"/>
              <a:ext cx="75186" cy="75186"/>
            </a:xfrm>
            <a:custGeom>
              <a:rect b="b" l="l" r="r" t="t"/>
              <a:pathLst>
                <a:path extrusionOk="0" h="494" w="494">
                  <a:moveTo>
                    <a:pt x="0" y="0"/>
                  </a:moveTo>
                  <a:lnTo>
                    <a:pt x="0" y="493"/>
                  </a:lnTo>
                  <a:lnTo>
                    <a:pt x="494" y="493"/>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45"/>
            <p:cNvSpPr/>
            <p:nvPr/>
          </p:nvSpPr>
          <p:spPr>
            <a:xfrm>
              <a:off x="6407107" y="2940079"/>
              <a:ext cx="75186" cy="77012"/>
            </a:xfrm>
            <a:custGeom>
              <a:rect b="b" l="l" r="r" t="t"/>
              <a:pathLst>
                <a:path extrusionOk="0" h="506" w="494">
                  <a:moveTo>
                    <a:pt x="0" y="0"/>
                  </a:moveTo>
                  <a:lnTo>
                    <a:pt x="0" y="505"/>
                  </a:lnTo>
                  <a:lnTo>
                    <a:pt x="494" y="505"/>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45"/>
            <p:cNvSpPr/>
            <p:nvPr/>
          </p:nvSpPr>
          <p:spPr>
            <a:xfrm>
              <a:off x="6407107" y="2864894"/>
              <a:ext cx="75186" cy="75338"/>
            </a:xfrm>
            <a:custGeom>
              <a:rect b="b" l="l" r="r" t="t"/>
              <a:pathLst>
                <a:path extrusionOk="0" h="495" w="494">
                  <a:moveTo>
                    <a:pt x="0" y="1"/>
                  </a:moveTo>
                  <a:lnTo>
                    <a:pt x="0" y="494"/>
                  </a:lnTo>
                  <a:lnTo>
                    <a:pt x="494" y="494"/>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45"/>
            <p:cNvSpPr/>
            <p:nvPr/>
          </p:nvSpPr>
          <p:spPr>
            <a:xfrm>
              <a:off x="6407107" y="2790012"/>
              <a:ext cx="75186" cy="75033"/>
            </a:xfrm>
            <a:custGeom>
              <a:rect b="b" l="l" r="r" t="t"/>
              <a:pathLst>
                <a:path extrusionOk="0" h="493" w="494">
                  <a:moveTo>
                    <a:pt x="0" y="0"/>
                  </a:moveTo>
                  <a:lnTo>
                    <a:pt x="0" y="493"/>
                  </a:lnTo>
                  <a:lnTo>
                    <a:pt x="494" y="493"/>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45"/>
            <p:cNvSpPr/>
            <p:nvPr/>
          </p:nvSpPr>
          <p:spPr>
            <a:xfrm>
              <a:off x="6407107" y="2713152"/>
              <a:ext cx="75186" cy="77012"/>
            </a:xfrm>
            <a:custGeom>
              <a:rect b="b" l="l" r="r" t="t"/>
              <a:pathLst>
                <a:path extrusionOk="0" h="506" w="494">
                  <a:moveTo>
                    <a:pt x="0" y="0"/>
                  </a:moveTo>
                  <a:lnTo>
                    <a:pt x="0" y="505"/>
                  </a:lnTo>
                  <a:lnTo>
                    <a:pt x="494" y="505"/>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45"/>
            <p:cNvSpPr/>
            <p:nvPr/>
          </p:nvSpPr>
          <p:spPr>
            <a:xfrm>
              <a:off x="6407107" y="2637967"/>
              <a:ext cx="75186" cy="75338"/>
            </a:xfrm>
            <a:custGeom>
              <a:rect b="b" l="l" r="r" t="t"/>
              <a:pathLst>
                <a:path extrusionOk="0" h="495" w="494">
                  <a:moveTo>
                    <a:pt x="0" y="0"/>
                  </a:moveTo>
                  <a:lnTo>
                    <a:pt x="0"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45"/>
            <p:cNvSpPr/>
            <p:nvPr/>
          </p:nvSpPr>
          <p:spPr>
            <a:xfrm>
              <a:off x="6407107" y="2562933"/>
              <a:ext cx="75186" cy="75186"/>
            </a:xfrm>
            <a:custGeom>
              <a:rect b="b" l="l" r="r" t="t"/>
              <a:pathLst>
                <a:path extrusionOk="0" h="494" w="494">
                  <a:moveTo>
                    <a:pt x="0" y="1"/>
                  </a:moveTo>
                  <a:lnTo>
                    <a:pt x="0"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45"/>
            <p:cNvSpPr/>
            <p:nvPr/>
          </p:nvSpPr>
          <p:spPr>
            <a:xfrm>
              <a:off x="6407107" y="2486073"/>
              <a:ext cx="75186" cy="77012"/>
            </a:xfrm>
            <a:custGeom>
              <a:rect b="b" l="l" r="r" t="t"/>
              <a:pathLst>
                <a:path extrusionOk="0" h="506" w="494">
                  <a:moveTo>
                    <a:pt x="0" y="1"/>
                  </a:moveTo>
                  <a:lnTo>
                    <a:pt x="0" y="506"/>
                  </a:lnTo>
                  <a:lnTo>
                    <a:pt x="494" y="506"/>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45"/>
            <p:cNvSpPr/>
            <p:nvPr/>
          </p:nvSpPr>
          <p:spPr>
            <a:xfrm>
              <a:off x="6407107" y="2411040"/>
              <a:ext cx="75186" cy="75186"/>
            </a:xfrm>
            <a:custGeom>
              <a:rect b="b" l="l" r="r" t="t"/>
              <a:pathLst>
                <a:path extrusionOk="0" h="494" w="494">
                  <a:moveTo>
                    <a:pt x="0" y="0"/>
                  </a:moveTo>
                  <a:lnTo>
                    <a:pt x="0"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45"/>
            <p:cNvSpPr/>
            <p:nvPr/>
          </p:nvSpPr>
          <p:spPr>
            <a:xfrm>
              <a:off x="6407107" y="2336006"/>
              <a:ext cx="75186" cy="75186"/>
            </a:xfrm>
            <a:custGeom>
              <a:rect b="b" l="l" r="r" t="t"/>
              <a:pathLst>
                <a:path extrusionOk="0" h="494" w="494">
                  <a:moveTo>
                    <a:pt x="0" y="0"/>
                  </a:moveTo>
                  <a:lnTo>
                    <a:pt x="0" y="493"/>
                  </a:lnTo>
                  <a:lnTo>
                    <a:pt x="494" y="493"/>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45"/>
            <p:cNvSpPr/>
            <p:nvPr/>
          </p:nvSpPr>
          <p:spPr>
            <a:xfrm>
              <a:off x="6407107" y="2259146"/>
              <a:ext cx="75186" cy="77012"/>
            </a:xfrm>
            <a:custGeom>
              <a:rect b="b" l="l" r="r" t="t"/>
              <a:pathLst>
                <a:path extrusionOk="0" h="506" w="494">
                  <a:moveTo>
                    <a:pt x="0" y="0"/>
                  </a:moveTo>
                  <a:lnTo>
                    <a:pt x="0"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45"/>
            <p:cNvSpPr/>
            <p:nvPr/>
          </p:nvSpPr>
          <p:spPr>
            <a:xfrm>
              <a:off x="6407107" y="2183961"/>
              <a:ext cx="75186" cy="75338"/>
            </a:xfrm>
            <a:custGeom>
              <a:rect b="b" l="l" r="r" t="t"/>
              <a:pathLst>
                <a:path extrusionOk="0" h="495" w="494">
                  <a:moveTo>
                    <a:pt x="0" y="1"/>
                  </a:moveTo>
                  <a:lnTo>
                    <a:pt x="0" y="494"/>
                  </a:lnTo>
                  <a:lnTo>
                    <a:pt x="494" y="494"/>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45"/>
            <p:cNvSpPr/>
            <p:nvPr/>
          </p:nvSpPr>
          <p:spPr>
            <a:xfrm>
              <a:off x="6407107" y="2109079"/>
              <a:ext cx="75186" cy="75033"/>
            </a:xfrm>
            <a:custGeom>
              <a:rect b="b" l="l" r="r" t="t"/>
              <a:pathLst>
                <a:path extrusionOk="0" h="493" w="494">
                  <a:moveTo>
                    <a:pt x="0" y="0"/>
                  </a:moveTo>
                  <a:lnTo>
                    <a:pt x="0" y="493"/>
                  </a:lnTo>
                  <a:lnTo>
                    <a:pt x="494" y="493"/>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45"/>
            <p:cNvSpPr/>
            <p:nvPr/>
          </p:nvSpPr>
          <p:spPr>
            <a:xfrm>
              <a:off x="6407107" y="2032219"/>
              <a:ext cx="75186" cy="77012"/>
            </a:xfrm>
            <a:custGeom>
              <a:rect b="b" l="l" r="r" t="t"/>
              <a:pathLst>
                <a:path extrusionOk="0" h="506" w="494">
                  <a:moveTo>
                    <a:pt x="0" y="0"/>
                  </a:moveTo>
                  <a:lnTo>
                    <a:pt x="0"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45"/>
            <p:cNvSpPr/>
            <p:nvPr/>
          </p:nvSpPr>
          <p:spPr>
            <a:xfrm>
              <a:off x="6407107" y="1957034"/>
              <a:ext cx="75186" cy="75186"/>
            </a:xfrm>
            <a:custGeom>
              <a:rect b="b" l="l" r="r" t="t"/>
              <a:pathLst>
                <a:path extrusionOk="0" h="494" w="494">
                  <a:moveTo>
                    <a:pt x="0" y="0"/>
                  </a:moveTo>
                  <a:lnTo>
                    <a:pt x="0"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45"/>
            <p:cNvSpPr/>
            <p:nvPr/>
          </p:nvSpPr>
          <p:spPr>
            <a:xfrm>
              <a:off x="6407107" y="1882000"/>
              <a:ext cx="75186" cy="75186"/>
            </a:xfrm>
            <a:custGeom>
              <a:rect b="b" l="l" r="r" t="t"/>
              <a:pathLst>
                <a:path extrusionOk="0" h="494" w="494">
                  <a:moveTo>
                    <a:pt x="0" y="1"/>
                  </a:moveTo>
                  <a:lnTo>
                    <a:pt x="0"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45"/>
            <p:cNvSpPr/>
            <p:nvPr/>
          </p:nvSpPr>
          <p:spPr>
            <a:xfrm>
              <a:off x="6330248" y="2713152"/>
              <a:ext cx="77012" cy="77012"/>
            </a:xfrm>
            <a:custGeom>
              <a:rect b="b" l="l" r="r" t="t"/>
              <a:pathLst>
                <a:path extrusionOk="0" h="506" w="506">
                  <a:moveTo>
                    <a:pt x="0" y="0"/>
                  </a:moveTo>
                  <a:lnTo>
                    <a:pt x="0" y="505"/>
                  </a:lnTo>
                  <a:lnTo>
                    <a:pt x="505" y="505"/>
                  </a:lnTo>
                  <a:lnTo>
                    <a:pt x="50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45"/>
            <p:cNvSpPr/>
            <p:nvPr/>
          </p:nvSpPr>
          <p:spPr>
            <a:xfrm>
              <a:off x="6330248" y="2637967"/>
              <a:ext cx="77012" cy="75338"/>
            </a:xfrm>
            <a:custGeom>
              <a:rect b="b" l="l" r="r" t="t"/>
              <a:pathLst>
                <a:path extrusionOk="0" h="495" w="506">
                  <a:moveTo>
                    <a:pt x="0" y="0"/>
                  </a:moveTo>
                  <a:lnTo>
                    <a:pt x="0" y="494"/>
                  </a:lnTo>
                  <a:lnTo>
                    <a:pt x="505" y="494"/>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45"/>
            <p:cNvSpPr/>
            <p:nvPr/>
          </p:nvSpPr>
          <p:spPr>
            <a:xfrm>
              <a:off x="6330248" y="2562933"/>
              <a:ext cx="77012" cy="75186"/>
            </a:xfrm>
            <a:custGeom>
              <a:rect b="b" l="l" r="r" t="t"/>
              <a:pathLst>
                <a:path extrusionOk="0" h="494" w="506">
                  <a:moveTo>
                    <a:pt x="0" y="1"/>
                  </a:moveTo>
                  <a:lnTo>
                    <a:pt x="0" y="493"/>
                  </a:lnTo>
                  <a:lnTo>
                    <a:pt x="505" y="493"/>
                  </a:lnTo>
                  <a:lnTo>
                    <a:pt x="5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45"/>
            <p:cNvSpPr/>
            <p:nvPr/>
          </p:nvSpPr>
          <p:spPr>
            <a:xfrm>
              <a:off x="6330248" y="2486073"/>
              <a:ext cx="77012" cy="77012"/>
            </a:xfrm>
            <a:custGeom>
              <a:rect b="b" l="l" r="r" t="t"/>
              <a:pathLst>
                <a:path extrusionOk="0" h="506" w="506">
                  <a:moveTo>
                    <a:pt x="0" y="1"/>
                  </a:moveTo>
                  <a:lnTo>
                    <a:pt x="0" y="506"/>
                  </a:lnTo>
                  <a:lnTo>
                    <a:pt x="505" y="506"/>
                  </a:lnTo>
                  <a:lnTo>
                    <a:pt x="5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45"/>
            <p:cNvSpPr/>
            <p:nvPr/>
          </p:nvSpPr>
          <p:spPr>
            <a:xfrm>
              <a:off x="6330248" y="2411040"/>
              <a:ext cx="77012" cy="75186"/>
            </a:xfrm>
            <a:custGeom>
              <a:rect b="b" l="l" r="r" t="t"/>
              <a:pathLst>
                <a:path extrusionOk="0" h="494" w="506">
                  <a:moveTo>
                    <a:pt x="0" y="0"/>
                  </a:moveTo>
                  <a:lnTo>
                    <a:pt x="0" y="494"/>
                  </a:lnTo>
                  <a:lnTo>
                    <a:pt x="505" y="494"/>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45"/>
            <p:cNvSpPr/>
            <p:nvPr/>
          </p:nvSpPr>
          <p:spPr>
            <a:xfrm>
              <a:off x="6330248" y="2336006"/>
              <a:ext cx="77012" cy="75186"/>
            </a:xfrm>
            <a:custGeom>
              <a:rect b="b" l="l" r="r" t="t"/>
              <a:pathLst>
                <a:path extrusionOk="0" h="494" w="506">
                  <a:moveTo>
                    <a:pt x="0" y="0"/>
                  </a:moveTo>
                  <a:lnTo>
                    <a:pt x="0" y="493"/>
                  </a:lnTo>
                  <a:lnTo>
                    <a:pt x="505" y="493"/>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45"/>
            <p:cNvSpPr/>
            <p:nvPr/>
          </p:nvSpPr>
          <p:spPr>
            <a:xfrm>
              <a:off x="6330248" y="2259146"/>
              <a:ext cx="77012" cy="77012"/>
            </a:xfrm>
            <a:custGeom>
              <a:rect b="b" l="l" r="r" t="t"/>
              <a:pathLst>
                <a:path extrusionOk="0" h="506" w="506">
                  <a:moveTo>
                    <a:pt x="0" y="0"/>
                  </a:moveTo>
                  <a:lnTo>
                    <a:pt x="0" y="505"/>
                  </a:lnTo>
                  <a:lnTo>
                    <a:pt x="505" y="505"/>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45"/>
            <p:cNvSpPr/>
            <p:nvPr/>
          </p:nvSpPr>
          <p:spPr>
            <a:xfrm>
              <a:off x="6330248" y="2183961"/>
              <a:ext cx="77012" cy="75338"/>
            </a:xfrm>
            <a:custGeom>
              <a:rect b="b" l="l" r="r" t="t"/>
              <a:pathLst>
                <a:path extrusionOk="0" h="495" w="506">
                  <a:moveTo>
                    <a:pt x="0" y="1"/>
                  </a:moveTo>
                  <a:lnTo>
                    <a:pt x="0" y="494"/>
                  </a:lnTo>
                  <a:lnTo>
                    <a:pt x="505" y="494"/>
                  </a:lnTo>
                  <a:lnTo>
                    <a:pt x="5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45"/>
            <p:cNvSpPr/>
            <p:nvPr/>
          </p:nvSpPr>
          <p:spPr>
            <a:xfrm>
              <a:off x="6330248" y="2109079"/>
              <a:ext cx="77012" cy="75033"/>
            </a:xfrm>
            <a:custGeom>
              <a:rect b="b" l="l" r="r" t="t"/>
              <a:pathLst>
                <a:path extrusionOk="0" h="493" w="506">
                  <a:moveTo>
                    <a:pt x="0" y="0"/>
                  </a:moveTo>
                  <a:lnTo>
                    <a:pt x="0" y="493"/>
                  </a:lnTo>
                  <a:lnTo>
                    <a:pt x="505" y="493"/>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45"/>
            <p:cNvSpPr/>
            <p:nvPr/>
          </p:nvSpPr>
          <p:spPr>
            <a:xfrm>
              <a:off x="6330248" y="2032219"/>
              <a:ext cx="77012" cy="77012"/>
            </a:xfrm>
            <a:custGeom>
              <a:rect b="b" l="l" r="r" t="t"/>
              <a:pathLst>
                <a:path extrusionOk="0" h="506" w="506">
                  <a:moveTo>
                    <a:pt x="0" y="0"/>
                  </a:moveTo>
                  <a:lnTo>
                    <a:pt x="0" y="505"/>
                  </a:lnTo>
                  <a:lnTo>
                    <a:pt x="505" y="505"/>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45"/>
            <p:cNvSpPr/>
            <p:nvPr/>
          </p:nvSpPr>
          <p:spPr>
            <a:xfrm>
              <a:off x="6330248" y="1957034"/>
              <a:ext cx="77012" cy="75186"/>
            </a:xfrm>
            <a:custGeom>
              <a:rect b="b" l="l" r="r" t="t"/>
              <a:pathLst>
                <a:path extrusionOk="0" h="494" w="506">
                  <a:moveTo>
                    <a:pt x="0" y="0"/>
                  </a:moveTo>
                  <a:lnTo>
                    <a:pt x="0" y="494"/>
                  </a:lnTo>
                  <a:lnTo>
                    <a:pt x="505" y="494"/>
                  </a:lnTo>
                  <a:lnTo>
                    <a:pt x="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45"/>
            <p:cNvSpPr/>
            <p:nvPr/>
          </p:nvSpPr>
          <p:spPr>
            <a:xfrm>
              <a:off x="6330248" y="1882000"/>
              <a:ext cx="77012" cy="75186"/>
            </a:xfrm>
            <a:custGeom>
              <a:rect b="b" l="l" r="r" t="t"/>
              <a:pathLst>
                <a:path extrusionOk="0" h="494" w="506">
                  <a:moveTo>
                    <a:pt x="0" y="1"/>
                  </a:moveTo>
                  <a:lnTo>
                    <a:pt x="0" y="493"/>
                  </a:lnTo>
                  <a:lnTo>
                    <a:pt x="505" y="493"/>
                  </a:lnTo>
                  <a:lnTo>
                    <a:pt x="5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45"/>
            <p:cNvSpPr/>
            <p:nvPr/>
          </p:nvSpPr>
          <p:spPr>
            <a:xfrm>
              <a:off x="6255215" y="2713152"/>
              <a:ext cx="75186" cy="77012"/>
            </a:xfrm>
            <a:custGeom>
              <a:rect b="b" l="l" r="r" t="t"/>
              <a:pathLst>
                <a:path extrusionOk="0" h="506" w="494">
                  <a:moveTo>
                    <a:pt x="1" y="0"/>
                  </a:moveTo>
                  <a:lnTo>
                    <a:pt x="1" y="505"/>
                  </a:lnTo>
                  <a:lnTo>
                    <a:pt x="493" y="505"/>
                  </a:lnTo>
                  <a:lnTo>
                    <a:pt x="4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45"/>
            <p:cNvSpPr/>
            <p:nvPr/>
          </p:nvSpPr>
          <p:spPr>
            <a:xfrm>
              <a:off x="6255215" y="2637967"/>
              <a:ext cx="75186" cy="75338"/>
            </a:xfrm>
            <a:custGeom>
              <a:rect b="b" l="l" r="r" t="t"/>
              <a:pathLst>
                <a:path extrusionOk="0" h="495" w="494">
                  <a:moveTo>
                    <a:pt x="1" y="0"/>
                  </a:moveTo>
                  <a:lnTo>
                    <a:pt x="1"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45"/>
            <p:cNvSpPr/>
            <p:nvPr/>
          </p:nvSpPr>
          <p:spPr>
            <a:xfrm>
              <a:off x="6255215" y="2562933"/>
              <a:ext cx="75186" cy="75186"/>
            </a:xfrm>
            <a:custGeom>
              <a:rect b="b" l="l" r="r" t="t"/>
              <a:pathLst>
                <a:path extrusionOk="0" h="494" w="494">
                  <a:moveTo>
                    <a:pt x="1" y="1"/>
                  </a:moveTo>
                  <a:lnTo>
                    <a:pt x="1" y="493"/>
                  </a:lnTo>
                  <a:lnTo>
                    <a:pt x="493" y="493"/>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45"/>
            <p:cNvSpPr/>
            <p:nvPr/>
          </p:nvSpPr>
          <p:spPr>
            <a:xfrm>
              <a:off x="6255215" y="2486073"/>
              <a:ext cx="75186" cy="77012"/>
            </a:xfrm>
            <a:custGeom>
              <a:rect b="b" l="l" r="r" t="t"/>
              <a:pathLst>
                <a:path extrusionOk="0" h="506" w="494">
                  <a:moveTo>
                    <a:pt x="1" y="1"/>
                  </a:moveTo>
                  <a:lnTo>
                    <a:pt x="1" y="506"/>
                  </a:lnTo>
                  <a:lnTo>
                    <a:pt x="493" y="506"/>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45"/>
            <p:cNvSpPr/>
            <p:nvPr/>
          </p:nvSpPr>
          <p:spPr>
            <a:xfrm>
              <a:off x="6255215" y="2411040"/>
              <a:ext cx="75186" cy="75186"/>
            </a:xfrm>
            <a:custGeom>
              <a:rect b="b" l="l" r="r" t="t"/>
              <a:pathLst>
                <a:path extrusionOk="0" h="494" w="494">
                  <a:moveTo>
                    <a:pt x="1" y="0"/>
                  </a:moveTo>
                  <a:lnTo>
                    <a:pt x="1"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45"/>
            <p:cNvSpPr/>
            <p:nvPr/>
          </p:nvSpPr>
          <p:spPr>
            <a:xfrm>
              <a:off x="6255215" y="2336006"/>
              <a:ext cx="75186" cy="75186"/>
            </a:xfrm>
            <a:custGeom>
              <a:rect b="b" l="l" r="r" t="t"/>
              <a:pathLst>
                <a:path extrusionOk="0" h="494" w="494">
                  <a:moveTo>
                    <a:pt x="1" y="0"/>
                  </a:moveTo>
                  <a:lnTo>
                    <a:pt x="1"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45"/>
            <p:cNvSpPr/>
            <p:nvPr/>
          </p:nvSpPr>
          <p:spPr>
            <a:xfrm>
              <a:off x="6255215" y="2259146"/>
              <a:ext cx="75186" cy="77012"/>
            </a:xfrm>
            <a:custGeom>
              <a:rect b="b" l="l" r="r" t="t"/>
              <a:pathLst>
                <a:path extrusionOk="0" h="506" w="494">
                  <a:moveTo>
                    <a:pt x="1" y="0"/>
                  </a:moveTo>
                  <a:lnTo>
                    <a:pt x="1"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45"/>
            <p:cNvSpPr/>
            <p:nvPr/>
          </p:nvSpPr>
          <p:spPr>
            <a:xfrm>
              <a:off x="6255215" y="2183961"/>
              <a:ext cx="75186" cy="75338"/>
            </a:xfrm>
            <a:custGeom>
              <a:rect b="b" l="l" r="r" t="t"/>
              <a:pathLst>
                <a:path extrusionOk="0" h="495" w="494">
                  <a:moveTo>
                    <a:pt x="1" y="1"/>
                  </a:moveTo>
                  <a:lnTo>
                    <a:pt x="1" y="494"/>
                  </a:lnTo>
                  <a:lnTo>
                    <a:pt x="493" y="494"/>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45"/>
            <p:cNvSpPr/>
            <p:nvPr/>
          </p:nvSpPr>
          <p:spPr>
            <a:xfrm>
              <a:off x="6255215" y="2109079"/>
              <a:ext cx="75186" cy="75033"/>
            </a:xfrm>
            <a:custGeom>
              <a:rect b="b" l="l" r="r" t="t"/>
              <a:pathLst>
                <a:path extrusionOk="0" h="493" w="494">
                  <a:moveTo>
                    <a:pt x="1" y="0"/>
                  </a:moveTo>
                  <a:lnTo>
                    <a:pt x="1"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45"/>
            <p:cNvSpPr/>
            <p:nvPr/>
          </p:nvSpPr>
          <p:spPr>
            <a:xfrm>
              <a:off x="6255215" y="2032219"/>
              <a:ext cx="75186" cy="77012"/>
            </a:xfrm>
            <a:custGeom>
              <a:rect b="b" l="l" r="r" t="t"/>
              <a:pathLst>
                <a:path extrusionOk="0" h="506" w="494">
                  <a:moveTo>
                    <a:pt x="1" y="0"/>
                  </a:moveTo>
                  <a:lnTo>
                    <a:pt x="1"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45"/>
            <p:cNvSpPr/>
            <p:nvPr/>
          </p:nvSpPr>
          <p:spPr>
            <a:xfrm>
              <a:off x="6255215" y="1957034"/>
              <a:ext cx="75186" cy="75186"/>
            </a:xfrm>
            <a:custGeom>
              <a:rect b="b" l="l" r="r" t="t"/>
              <a:pathLst>
                <a:path extrusionOk="0" h="494" w="494">
                  <a:moveTo>
                    <a:pt x="1" y="0"/>
                  </a:moveTo>
                  <a:lnTo>
                    <a:pt x="1"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45"/>
            <p:cNvSpPr/>
            <p:nvPr/>
          </p:nvSpPr>
          <p:spPr>
            <a:xfrm>
              <a:off x="6255215" y="1882000"/>
              <a:ext cx="75186" cy="75186"/>
            </a:xfrm>
            <a:custGeom>
              <a:rect b="b" l="l" r="r" t="t"/>
              <a:pathLst>
                <a:path extrusionOk="0" h="494" w="494">
                  <a:moveTo>
                    <a:pt x="1" y="1"/>
                  </a:moveTo>
                  <a:lnTo>
                    <a:pt x="1" y="493"/>
                  </a:lnTo>
                  <a:lnTo>
                    <a:pt x="493" y="493"/>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45"/>
            <p:cNvSpPr/>
            <p:nvPr/>
          </p:nvSpPr>
          <p:spPr>
            <a:xfrm>
              <a:off x="6178355" y="2713152"/>
              <a:ext cx="77012" cy="77012"/>
            </a:xfrm>
            <a:custGeom>
              <a:rect b="b" l="l" r="r" t="t"/>
              <a:pathLst>
                <a:path extrusionOk="0" h="506" w="506">
                  <a:moveTo>
                    <a:pt x="0" y="0"/>
                  </a:moveTo>
                  <a:lnTo>
                    <a:pt x="0" y="505"/>
                  </a:lnTo>
                  <a:lnTo>
                    <a:pt x="506" y="505"/>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45"/>
            <p:cNvSpPr/>
            <p:nvPr/>
          </p:nvSpPr>
          <p:spPr>
            <a:xfrm>
              <a:off x="6178355" y="2637967"/>
              <a:ext cx="77012" cy="75338"/>
            </a:xfrm>
            <a:custGeom>
              <a:rect b="b" l="l" r="r" t="t"/>
              <a:pathLst>
                <a:path extrusionOk="0" h="495" w="506">
                  <a:moveTo>
                    <a:pt x="0" y="0"/>
                  </a:moveTo>
                  <a:lnTo>
                    <a:pt x="0"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45"/>
            <p:cNvSpPr/>
            <p:nvPr/>
          </p:nvSpPr>
          <p:spPr>
            <a:xfrm>
              <a:off x="6178355" y="2562933"/>
              <a:ext cx="77012" cy="75186"/>
            </a:xfrm>
            <a:custGeom>
              <a:rect b="b" l="l" r="r" t="t"/>
              <a:pathLst>
                <a:path extrusionOk="0" h="494" w="506">
                  <a:moveTo>
                    <a:pt x="0" y="1"/>
                  </a:moveTo>
                  <a:lnTo>
                    <a:pt x="0"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45"/>
            <p:cNvSpPr/>
            <p:nvPr/>
          </p:nvSpPr>
          <p:spPr>
            <a:xfrm>
              <a:off x="6178355" y="2486073"/>
              <a:ext cx="77012" cy="77012"/>
            </a:xfrm>
            <a:custGeom>
              <a:rect b="b" l="l" r="r" t="t"/>
              <a:pathLst>
                <a:path extrusionOk="0" h="506" w="506">
                  <a:moveTo>
                    <a:pt x="0" y="1"/>
                  </a:moveTo>
                  <a:lnTo>
                    <a:pt x="0"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45"/>
            <p:cNvSpPr/>
            <p:nvPr/>
          </p:nvSpPr>
          <p:spPr>
            <a:xfrm>
              <a:off x="6178355" y="2411040"/>
              <a:ext cx="77012" cy="75186"/>
            </a:xfrm>
            <a:custGeom>
              <a:rect b="b" l="l" r="r" t="t"/>
              <a:pathLst>
                <a:path extrusionOk="0" h="494" w="506">
                  <a:moveTo>
                    <a:pt x="0" y="0"/>
                  </a:moveTo>
                  <a:lnTo>
                    <a:pt x="0"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45"/>
            <p:cNvSpPr/>
            <p:nvPr/>
          </p:nvSpPr>
          <p:spPr>
            <a:xfrm>
              <a:off x="6178355" y="2336006"/>
              <a:ext cx="77012" cy="75186"/>
            </a:xfrm>
            <a:custGeom>
              <a:rect b="b" l="l" r="r" t="t"/>
              <a:pathLst>
                <a:path extrusionOk="0" h="494" w="506">
                  <a:moveTo>
                    <a:pt x="0" y="0"/>
                  </a:moveTo>
                  <a:lnTo>
                    <a:pt x="0"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45"/>
            <p:cNvSpPr/>
            <p:nvPr/>
          </p:nvSpPr>
          <p:spPr>
            <a:xfrm>
              <a:off x="6178355" y="2259146"/>
              <a:ext cx="77012" cy="77012"/>
            </a:xfrm>
            <a:custGeom>
              <a:rect b="b" l="l" r="r" t="t"/>
              <a:pathLst>
                <a:path extrusionOk="0" h="506" w="506">
                  <a:moveTo>
                    <a:pt x="0" y="0"/>
                  </a:moveTo>
                  <a:lnTo>
                    <a:pt x="0"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45"/>
            <p:cNvSpPr/>
            <p:nvPr/>
          </p:nvSpPr>
          <p:spPr>
            <a:xfrm>
              <a:off x="6178355" y="2183961"/>
              <a:ext cx="77012" cy="75338"/>
            </a:xfrm>
            <a:custGeom>
              <a:rect b="b" l="l" r="r" t="t"/>
              <a:pathLst>
                <a:path extrusionOk="0" h="495" w="506">
                  <a:moveTo>
                    <a:pt x="0" y="1"/>
                  </a:moveTo>
                  <a:lnTo>
                    <a:pt x="0"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45"/>
            <p:cNvSpPr/>
            <p:nvPr/>
          </p:nvSpPr>
          <p:spPr>
            <a:xfrm>
              <a:off x="6178355" y="2109079"/>
              <a:ext cx="77012" cy="75033"/>
            </a:xfrm>
            <a:custGeom>
              <a:rect b="b" l="l" r="r" t="t"/>
              <a:pathLst>
                <a:path extrusionOk="0" h="493" w="506">
                  <a:moveTo>
                    <a:pt x="0" y="0"/>
                  </a:moveTo>
                  <a:lnTo>
                    <a:pt x="0"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45"/>
            <p:cNvSpPr/>
            <p:nvPr/>
          </p:nvSpPr>
          <p:spPr>
            <a:xfrm>
              <a:off x="6178355" y="2032219"/>
              <a:ext cx="77012" cy="77012"/>
            </a:xfrm>
            <a:custGeom>
              <a:rect b="b" l="l" r="r" t="t"/>
              <a:pathLst>
                <a:path extrusionOk="0" h="506" w="506">
                  <a:moveTo>
                    <a:pt x="0" y="0"/>
                  </a:moveTo>
                  <a:lnTo>
                    <a:pt x="0"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45"/>
            <p:cNvSpPr/>
            <p:nvPr/>
          </p:nvSpPr>
          <p:spPr>
            <a:xfrm>
              <a:off x="6178355" y="1957034"/>
              <a:ext cx="77012" cy="75186"/>
            </a:xfrm>
            <a:custGeom>
              <a:rect b="b" l="l" r="r" t="t"/>
              <a:pathLst>
                <a:path extrusionOk="0" h="494" w="506">
                  <a:moveTo>
                    <a:pt x="0" y="0"/>
                  </a:moveTo>
                  <a:lnTo>
                    <a:pt x="0"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45"/>
            <p:cNvSpPr/>
            <p:nvPr/>
          </p:nvSpPr>
          <p:spPr>
            <a:xfrm>
              <a:off x="6178355" y="1882000"/>
              <a:ext cx="77012" cy="75186"/>
            </a:xfrm>
            <a:custGeom>
              <a:rect b="b" l="l" r="r" t="t"/>
              <a:pathLst>
                <a:path extrusionOk="0" h="494" w="506">
                  <a:moveTo>
                    <a:pt x="0" y="1"/>
                  </a:moveTo>
                  <a:lnTo>
                    <a:pt x="0"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45"/>
            <p:cNvSpPr/>
            <p:nvPr/>
          </p:nvSpPr>
          <p:spPr>
            <a:xfrm>
              <a:off x="6103170" y="2713152"/>
              <a:ext cx="75338" cy="77012"/>
            </a:xfrm>
            <a:custGeom>
              <a:rect b="b" l="l" r="r" t="t"/>
              <a:pathLst>
                <a:path extrusionOk="0" h="506" w="495">
                  <a:moveTo>
                    <a:pt x="1" y="0"/>
                  </a:moveTo>
                  <a:lnTo>
                    <a:pt x="1" y="505"/>
                  </a:lnTo>
                  <a:lnTo>
                    <a:pt x="494" y="505"/>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45"/>
            <p:cNvSpPr/>
            <p:nvPr/>
          </p:nvSpPr>
          <p:spPr>
            <a:xfrm>
              <a:off x="6103170" y="2637967"/>
              <a:ext cx="75338" cy="75338"/>
            </a:xfrm>
            <a:custGeom>
              <a:rect b="b" l="l" r="r" t="t"/>
              <a:pathLst>
                <a:path extrusionOk="0" h="495" w="495">
                  <a:moveTo>
                    <a:pt x="1" y="0"/>
                  </a:moveTo>
                  <a:lnTo>
                    <a:pt x="1"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45"/>
            <p:cNvSpPr/>
            <p:nvPr/>
          </p:nvSpPr>
          <p:spPr>
            <a:xfrm>
              <a:off x="6103170" y="2562933"/>
              <a:ext cx="75338" cy="75186"/>
            </a:xfrm>
            <a:custGeom>
              <a:rect b="b" l="l" r="r" t="t"/>
              <a:pathLst>
                <a:path extrusionOk="0" h="494" w="495">
                  <a:moveTo>
                    <a:pt x="1" y="1"/>
                  </a:moveTo>
                  <a:lnTo>
                    <a:pt x="1" y="493"/>
                  </a:lnTo>
                  <a:lnTo>
                    <a:pt x="494" y="493"/>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45"/>
            <p:cNvSpPr/>
            <p:nvPr/>
          </p:nvSpPr>
          <p:spPr>
            <a:xfrm>
              <a:off x="6103170" y="2486073"/>
              <a:ext cx="75338" cy="77012"/>
            </a:xfrm>
            <a:custGeom>
              <a:rect b="b" l="l" r="r" t="t"/>
              <a:pathLst>
                <a:path extrusionOk="0" h="506" w="495">
                  <a:moveTo>
                    <a:pt x="1" y="1"/>
                  </a:moveTo>
                  <a:lnTo>
                    <a:pt x="1" y="506"/>
                  </a:lnTo>
                  <a:lnTo>
                    <a:pt x="494" y="506"/>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45"/>
            <p:cNvSpPr/>
            <p:nvPr/>
          </p:nvSpPr>
          <p:spPr>
            <a:xfrm>
              <a:off x="6103170" y="2411040"/>
              <a:ext cx="75338" cy="75186"/>
            </a:xfrm>
            <a:custGeom>
              <a:rect b="b" l="l" r="r" t="t"/>
              <a:pathLst>
                <a:path extrusionOk="0" h="494" w="495">
                  <a:moveTo>
                    <a:pt x="1" y="0"/>
                  </a:moveTo>
                  <a:lnTo>
                    <a:pt x="1"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45"/>
            <p:cNvSpPr/>
            <p:nvPr/>
          </p:nvSpPr>
          <p:spPr>
            <a:xfrm>
              <a:off x="6103170" y="2336006"/>
              <a:ext cx="75338" cy="75186"/>
            </a:xfrm>
            <a:custGeom>
              <a:rect b="b" l="l" r="r" t="t"/>
              <a:pathLst>
                <a:path extrusionOk="0" h="494" w="495">
                  <a:moveTo>
                    <a:pt x="1" y="0"/>
                  </a:moveTo>
                  <a:lnTo>
                    <a:pt x="1" y="493"/>
                  </a:lnTo>
                  <a:lnTo>
                    <a:pt x="494" y="493"/>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45"/>
            <p:cNvSpPr/>
            <p:nvPr/>
          </p:nvSpPr>
          <p:spPr>
            <a:xfrm>
              <a:off x="6103170" y="2259146"/>
              <a:ext cx="75338" cy="77012"/>
            </a:xfrm>
            <a:custGeom>
              <a:rect b="b" l="l" r="r" t="t"/>
              <a:pathLst>
                <a:path extrusionOk="0" h="506" w="495">
                  <a:moveTo>
                    <a:pt x="1" y="0"/>
                  </a:moveTo>
                  <a:lnTo>
                    <a:pt x="1"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45"/>
            <p:cNvSpPr/>
            <p:nvPr/>
          </p:nvSpPr>
          <p:spPr>
            <a:xfrm>
              <a:off x="6103170" y="2183961"/>
              <a:ext cx="75338" cy="75338"/>
            </a:xfrm>
            <a:custGeom>
              <a:rect b="b" l="l" r="r" t="t"/>
              <a:pathLst>
                <a:path extrusionOk="0" h="495" w="495">
                  <a:moveTo>
                    <a:pt x="1" y="1"/>
                  </a:moveTo>
                  <a:lnTo>
                    <a:pt x="1" y="494"/>
                  </a:lnTo>
                  <a:lnTo>
                    <a:pt x="494" y="494"/>
                  </a:lnTo>
                  <a:lnTo>
                    <a:pt x="49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45"/>
            <p:cNvSpPr/>
            <p:nvPr/>
          </p:nvSpPr>
          <p:spPr>
            <a:xfrm>
              <a:off x="6103170" y="2109079"/>
              <a:ext cx="75338" cy="75033"/>
            </a:xfrm>
            <a:custGeom>
              <a:rect b="b" l="l" r="r" t="t"/>
              <a:pathLst>
                <a:path extrusionOk="0" h="493" w="495">
                  <a:moveTo>
                    <a:pt x="1" y="0"/>
                  </a:moveTo>
                  <a:lnTo>
                    <a:pt x="1" y="493"/>
                  </a:lnTo>
                  <a:lnTo>
                    <a:pt x="494" y="493"/>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45"/>
            <p:cNvSpPr/>
            <p:nvPr/>
          </p:nvSpPr>
          <p:spPr>
            <a:xfrm>
              <a:off x="6103170" y="2032219"/>
              <a:ext cx="75338" cy="77012"/>
            </a:xfrm>
            <a:custGeom>
              <a:rect b="b" l="l" r="r" t="t"/>
              <a:pathLst>
                <a:path extrusionOk="0" h="506" w="495">
                  <a:moveTo>
                    <a:pt x="1" y="0"/>
                  </a:moveTo>
                  <a:lnTo>
                    <a:pt x="1"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45"/>
            <p:cNvSpPr/>
            <p:nvPr/>
          </p:nvSpPr>
          <p:spPr>
            <a:xfrm>
              <a:off x="6103170" y="1957034"/>
              <a:ext cx="75338" cy="75186"/>
            </a:xfrm>
            <a:custGeom>
              <a:rect b="b" l="l" r="r" t="t"/>
              <a:pathLst>
                <a:path extrusionOk="0" h="494" w="495">
                  <a:moveTo>
                    <a:pt x="1" y="0"/>
                  </a:moveTo>
                  <a:lnTo>
                    <a:pt x="1" y="494"/>
                  </a:lnTo>
                  <a:lnTo>
                    <a:pt x="494" y="494"/>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45"/>
            <p:cNvSpPr/>
            <p:nvPr/>
          </p:nvSpPr>
          <p:spPr>
            <a:xfrm>
              <a:off x="6103170" y="1882000"/>
              <a:ext cx="75338" cy="75186"/>
            </a:xfrm>
            <a:custGeom>
              <a:rect b="b" l="l" r="r" t="t"/>
              <a:pathLst>
                <a:path extrusionOk="0" h="494" w="495">
                  <a:moveTo>
                    <a:pt x="1" y="1"/>
                  </a:moveTo>
                  <a:lnTo>
                    <a:pt x="1"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45"/>
            <p:cNvSpPr/>
            <p:nvPr/>
          </p:nvSpPr>
          <p:spPr>
            <a:xfrm>
              <a:off x="6026310" y="2713152"/>
              <a:ext cx="77012" cy="77012"/>
            </a:xfrm>
            <a:custGeom>
              <a:rect b="b" l="l" r="r" t="t"/>
              <a:pathLst>
                <a:path extrusionOk="0" h="506" w="506">
                  <a:moveTo>
                    <a:pt x="1" y="0"/>
                  </a:moveTo>
                  <a:lnTo>
                    <a:pt x="1" y="505"/>
                  </a:lnTo>
                  <a:lnTo>
                    <a:pt x="506" y="505"/>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45"/>
            <p:cNvSpPr/>
            <p:nvPr/>
          </p:nvSpPr>
          <p:spPr>
            <a:xfrm>
              <a:off x="6026310" y="2637967"/>
              <a:ext cx="77012" cy="75338"/>
            </a:xfrm>
            <a:custGeom>
              <a:rect b="b" l="l" r="r" t="t"/>
              <a:pathLst>
                <a:path extrusionOk="0" h="495"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45"/>
            <p:cNvSpPr/>
            <p:nvPr/>
          </p:nvSpPr>
          <p:spPr>
            <a:xfrm>
              <a:off x="6026310" y="2562933"/>
              <a:ext cx="77012" cy="75186"/>
            </a:xfrm>
            <a:custGeom>
              <a:rect b="b" l="l" r="r" t="t"/>
              <a:pathLst>
                <a:path extrusionOk="0" h="494" w="506">
                  <a:moveTo>
                    <a:pt x="1" y="1"/>
                  </a:moveTo>
                  <a:lnTo>
                    <a:pt x="1"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45"/>
            <p:cNvSpPr/>
            <p:nvPr/>
          </p:nvSpPr>
          <p:spPr>
            <a:xfrm>
              <a:off x="6026310" y="2486073"/>
              <a:ext cx="77012" cy="77012"/>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45"/>
            <p:cNvSpPr/>
            <p:nvPr/>
          </p:nvSpPr>
          <p:spPr>
            <a:xfrm>
              <a:off x="6026310" y="2411040"/>
              <a:ext cx="77012" cy="75186"/>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45"/>
            <p:cNvSpPr/>
            <p:nvPr/>
          </p:nvSpPr>
          <p:spPr>
            <a:xfrm>
              <a:off x="6026310" y="2336006"/>
              <a:ext cx="77012" cy="75186"/>
            </a:xfrm>
            <a:custGeom>
              <a:rect b="b" l="l" r="r" t="t"/>
              <a:pathLst>
                <a:path extrusionOk="0" h="494"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45"/>
            <p:cNvSpPr/>
            <p:nvPr/>
          </p:nvSpPr>
          <p:spPr>
            <a:xfrm>
              <a:off x="6026310" y="2259146"/>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45"/>
            <p:cNvSpPr/>
            <p:nvPr/>
          </p:nvSpPr>
          <p:spPr>
            <a:xfrm>
              <a:off x="6026310" y="2183961"/>
              <a:ext cx="77012" cy="75338"/>
            </a:xfrm>
            <a:custGeom>
              <a:rect b="b" l="l" r="r" t="t"/>
              <a:pathLst>
                <a:path extrusionOk="0" h="495" w="506">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45"/>
            <p:cNvSpPr/>
            <p:nvPr/>
          </p:nvSpPr>
          <p:spPr>
            <a:xfrm>
              <a:off x="6026310" y="2109079"/>
              <a:ext cx="77012" cy="75033"/>
            </a:xfrm>
            <a:custGeom>
              <a:rect b="b" l="l" r="r" t="t"/>
              <a:pathLst>
                <a:path extrusionOk="0" h="493"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45"/>
            <p:cNvSpPr/>
            <p:nvPr/>
          </p:nvSpPr>
          <p:spPr>
            <a:xfrm>
              <a:off x="6026310" y="2032219"/>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45"/>
            <p:cNvSpPr/>
            <p:nvPr/>
          </p:nvSpPr>
          <p:spPr>
            <a:xfrm>
              <a:off x="6026310" y="1957034"/>
              <a:ext cx="77012" cy="75186"/>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45"/>
            <p:cNvSpPr/>
            <p:nvPr/>
          </p:nvSpPr>
          <p:spPr>
            <a:xfrm>
              <a:off x="6026310" y="1882000"/>
              <a:ext cx="77012" cy="75186"/>
            </a:xfrm>
            <a:custGeom>
              <a:rect b="b" l="l" r="r" t="t"/>
              <a:pathLst>
                <a:path extrusionOk="0" h="494" w="506">
                  <a:moveTo>
                    <a:pt x="1" y="1"/>
                  </a:moveTo>
                  <a:lnTo>
                    <a:pt x="1"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45"/>
            <p:cNvSpPr/>
            <p:nvPr/>
          </p:nvSpPr>
          <p:spPr>
            <a:xfrm>
              <a:off x="5949451" y="2637967"/>
              <a:ext cx="77012" cy="75338"/>
            </a:xfrm>
            <a:custGeom>
              <a:rect b="b" l="l" r="r" t="t"/>
              <a:pathLst>
                <a:path extrusionOk="0" h="495" w="506">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45"/>
            <p:cNvSpPr/>
            <p:nvPr/>
          </p:nvSpPr>
          <p:spPr>
            <a:xfrm>
              <a:off x="5949451" y="2562933"/>
              <a:ext cx="77012" cy="75186"/>
            </a:xfrm>
            <a:custGeom>
              <a:rect b="b" l="l" r="r" t="t"/>
              <a:pathLst>
                <a:path extrusionOk="0" h="494" w="506">
                  <a:moveTo>
                    <a:pt x="1" y="1"/>
                  </a:moveTo>
                  <a:lnTo>
                    <a:pt x="1"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45"/>
            <p:cNvSpPr/>
            <p:nvPr/>
          </p:nvSpPr>
          <p:spPr>
            <a:xfrm>
              <a:off x="5949451" y="2486073"/>
              <a:ext cx="77012" cy="77012"/>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45"/>
            <p:cNvSpPr/>
            <p:nvPr/>
          </p:nvSpPr>
          <p:spPr>
            <a:xfrm>
              <a:off x="5949451" y="2411040"/>
              <a:ext cx="77012" cy="75186"/>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45"/>
            <p:cNvSpPr/>
            <p:nvPr/>
          </p:nvSpPr>
          <p:spPr>
            <a:xfrm>
              <a:off x="5949451" y="2336006"/>
              <a:ext cx="77012" cy="75186"/>
            </a:xfrm>
            <a:custGeom>
              <a:rect b="b" l="l" r="r" t="t"/>
              <a:pathLst>
                <a:path extrusionOk="0" h="494"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45"/>
            <p:cNvSpPr/>
            <p:nvPr/>
          </p:nvSpPr>
          <p:spPr>
            <a:xfrm>
              <a:off x="5949451" y="2259146"/>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45"/>
            <p:cNvSpPr/>
            <p:nvPr/>
          </p:nvSpPr>
          <p:spPr>
            <a:xfrm>
              <a:off x="5949451" y="2183961"/>
              <a:ext cx="77012" cy="75338"/>
            </a:xfrm>
            <a:custGeom>
              <a:rect b="b" l="l" r="r" t="t"/>
              <a:pathLst>
                <a:path extrusionOk="0" h="495" w="506">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45"/>
            <p:cNvSpPr/>
            <p:nvPr/>
          </p:nvSpPr>
          <p:spPr>
            <a:xfrm>
              <a:off x="5949451" y="2109079"/>
              <a:ext cx="77012" cy="75033"/>
            </a:xfrm>
            <a:custGeom>
              <a:rect b="b" l="l" r="r" t="t"/>
              <a:pathLst>
                <a:path extrusionOk="0" h="493"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45"/>
            <p:cNvSpPr/>
            <p:nvPr/>
          </p:nvSpPr>
          <p:spPr>
            <a:xfrm>
              <a:off x="5949451" y="2032219"/>
              <a:ext cx="77012" cy="77012"/>
            </a:xfrm>
            <a:custGeom>
              <a:rect b="b" l="l" r="r" t="t"/>
              <a:pathLst>
                <a:path extrusionOk="0" h="506" w="506">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45"/>
            <p:cNvSpPr/>
            <p:nvPr/>
          </p:nvSpPr>
          <p:spPr>
            <a:xfrm>
              <a:off x="5949451" y="1957034"/>
              <a:ext cx="77012" cy="75186"/>
            </a:xfrm>
            <a:custGeom>
              <a:rect b="b" l="l" r="r" t="t"/>
              <a:pathLst>
                <a:path extrusionOk="0" h="494" w="506">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45"/>
            <p:cNvSpPr/>
            <p:nvPr/>
          </p:nvSpPr>
          <p:spPr>
            <a:xfrm>
              <a:off x="5874570" y="2562933"/>
              <a:ext cx="75033" cy="75186"/>
            </a:xfrm>
            <a:custGeom>
              <a:rect b="b" l="l" r="r" t="t"/>
              <a:pathLst>
                <a:path extrusionOk="0" h="494" w="493">
                  <a:moveTo>
                    <a:pt x="0" y="1"/>
                  </a:moveTo>
                  <a:lnTo>
                    <a:pt x="0" y="493"/>
                  </a:lnTo>
                  <a:lnTo>
                    <a:pt x="493" y="493"/>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45"/>
            <p:cNvSpPr/>
            <p:nvPr/>
          </p:nvSpPr>
          <p:spPr>
            <a:xfrm>
              <a:off x="5874570" y="2486073"/>
              <a:ext cx="75033" cy="77012"/>
            </a:xfrm>
            <a:custGeom>
              <a:rect b="b" l="l" r="r" t="t"/>
              <a:pathLst>
                <a:path extrusionOk="0" h="506" w="493">
                  <a:moveTo>
                    <a:pt x="0" y="1"/>
                  </a:moveTo>
                  <a:lnTo>
                    <a:pt x="0" y="506"/>
                  </a:lnTo>
                  <a:lnTo>
                    <a:pt x="493" y="506"/>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45"/>
            <p:cNvSpPr/>
            <p:nvPr/>
          </p:nvSpPr>
          <p:spPr>
            <a:xfrm>
              <a:off x="5874570" y="2411040"/>
              <a:ext cx="75033" cy="75186"/>
            </a:xfrm>
            <a:custGeom>
              <a:rect b="b" l="l" r="r" t="t"/>
              <a:pathLst>
                <a:path extrusionOk="0" h="494" w="493">
                  <a:moveTo>
                    <a:pt x="0" y="0"/>
                  </a:moveTo>
                  <a:lnTo>
                    <a:pt x="0" y="494"/>
                  </a:lnTo>
                  <a:lnTo>
                    <a:pt x="493" y="494"/>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45"/>
            <p:cNvSpPr/>
            <p:nvPr/>
          </p:nvSpPr>
          <p:spPr>
            <a:xfrm>
              <a:off x="5874570" y="2336006"/>
              <a:ext cx="75033" cy="75186"/>
            </a:xfrm>
            <a:custGeom>
              <a:rect b="b" l="l" r="r" t="t"/>
              <a:pathLst>
                <a:path extrusionOk="0" h="494" w="493">
                  <a:moveTo>
                    <a:pt x="0" y="0"/>
                  </a:moveTo>
                  <a:lnTo>
                    <a:pt x="0"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45"/>
            <p:cNvSpPr/>
            <p:nvPr/>
          </p:nvSpPr>
          <p:spPr>
            <a:xfrm>
              <a:off x="5874570" y="2259146"/>
              <a:ext cx="75033" cy="77012"/>
            </a:xfrm>
            <a:custGeom>
              <a:rect b="b" l="l" r="r" t="t"/>
              <a:pathLst>
                <a:path extrusionOk="0" h="506" w="493">
                  <a:moveTo>
                    <a:pt x="0" y="0"/>
                  </a:moveTo>
                  <a:lnTo>
                    <a:pt x="0" y="505"/>
                  </a:lnTo>
                  <a:lnTo>
                    <a:pt x="493" y="505"/>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45"/>
            <p:cNvSpPr/>
            <p:nvPr/>
          </p:nvSpPr>
          <p:spPr>
            <a:xfrm>
              <a:off x="5874570" y="2183961"/>
              <a:ext cx="75033" cy="75338"/>
            </a:xfrm>
            <a:custGeom>
              <a:rect b="b" l="l" r="r" t="t"/>
              <a:pathLst>
                <a:path extrusionOk="0" h="495" w="493">
                  <a:moveTo>
                    <a:pt x="0" y="1"/>
                  </a:moveTo>
                  <a:lnTo>
                    <a:pt x="0" y="494"/>
                  </a:lnTo>
                  <a:lnTo>
                    <a:pt x="493" y="494"/>
                  </a:lnTo>
                  <a:lnTo>
                    <a:pt x="49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45"/>
            <p:cNvSpPr/>
            <p:nvPr/>
          </p:nvSpPr>
          <p:spPr>
            <a:xfrm>
              <a:off x="5874570" y="2109079"/>
              <a:ext cx="75033" cy="75033"/>
            </a:xfrm>
            <a:custGeom>
              <a:rect b="b" l="l" r="r" t="t"/>
              <a:pathLst>
                <a:path extrusionOk="0" h="493" w="493">
                  <a:moveTo>
                    <a:pt x="0" y="0"/>
                  </a:moveTo>
                  <a:lnTo>
                    <a:pt x="0" y="493"/>
                  </a:lnTo>
                  <a:lnTo>
                    <a:pt x="493" y="493"/>
                  </a:lnTo>
                  <a:lnTo>
                    <a:pt x="4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45"/>
            <p:cNvSpPr/>
            <p:nvPr/>
          </p:nvSpPr>
          <p:spPr>
            <a:xfrm>
              <a:off x="5874570" y="2032219"/>
              <a:ext cx="75033" cy="77012"/>
            </a:xfrm>
            <a:custGeom>
              <a:rect b="b" l="l" r="r" t="t"/>
              <a:pathLst>
                <a:path extrusionOk="0" h="506" w="493">
                  <a:moveTo>
                    <a:pt x="0" y="0"/>
                  </a:moveTo>
                  <a:lnTo>
                    <a:pt x="0" y="505"/>
                  </a:lnTo>
                  <a:lnTo>
                    <a:pt x="493" y="505"/>
                  </a:lnTo>
                  <a:lnTo>
                    <a:pt x="4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45"/>
            <p:cNvSpPr/>
            <p:nvPr/>
          </p:nvSpPr>
          <p:spPr>
            <a:xfrm>
              <a:off x="5797558" y="2486073"/>
              <a:ext cx="77164" cy="77012"/>
            </a:xfrm>
            <a:custGeom>
              <a:rect b="b" l="l" r="r" t="t"/>
              <a:pathLst>
                <a:path extrusionOk="0" h="506" w="507">
                  <a:moveTo>
                    <a:pt x="1" y="1"/>
                  </a:moveTo>
                  <a:lnTo>
                    <a:pt x="1" y="506"/>
                  </a:lnTo>
                  <a:lnTo>
                    <a:pt x="506" y="506"/>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45"/>
            <p:cNvSpPr/>
            <p:nvPr/>
          </p:nvSpPr>
          <p:spPr>
            <a:xfrm>
              <a:off x="5797558" y="2411040"/>
              <a:ext cx="77164" cy="75186"/>
            </a:xfrm>
            <a:custGeom>
              <a:rect b="b" l="l" r="r" t="t"/>
              <a:pathLst>
                <a:path extrusionOk="0" h="494" w="507">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45"/>
            <p:cNvSpPr/>
            <p:nvPr/>
          </p:nvSpPr>
          <p:spPr>
            <a:xfrm>
              <a:off x="5797558" y="2336006"/>
              <a:ext cx="77164" cy="75186"/>
            </a:xfrm>
            <a:custGeom>
              <a:rect b="b" l="l" r="r" t="t"/>
              <a:pathLst>
                <a:path extrusionOk="0" h="494" w="507">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45"/>
            <p:cNvSpPr/>
            <p:nvPr/>
          </p:nvSpPr>
          <p:spPr>
            <a:xfrm>
              <a:off x="5797558" y="2259146"/>
              <a:ext cx="77164" cy="77012"/>
            </a:xfrm>
            <a:custGeom>
              <a:rect b="b" l="l" r="r" t="t"/>
              <a:pathLst>
                <a:path extrusionOk="0" h="506" w="507">
                  <a:moveTo>
                    <a:pt x="1" y="0"/>
                  </a:moveTo>
                  <a:lnTo>
                    <a:pt x="1" y="505"/>
                  </a:lnTo>
                  <a:lnTo>
                    <a:pt x="506" y="505"/>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45"/>
            <p:cNvSpPr/>
            <p:nvPr/>
          </p:nvSpPr>
          <p:spPr>
            <a:xfrm>
              <a:off x="5797558" y="2183961"/>
              <a:ext cx="77164" cy="75338"/>
            </a:xfrm>
            <a:custGeom>
              <a:rect b="b" l="l" r="r" t="t"/>
              <a:pathLst>
                <a:path extrusionOk="0" h="495" w="507">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45"/>
            <p:cNvSpPr/>
            <p:nvPr/>
          </p:nvSpPr>
          <p:spPr>
            <a:xfrm>
              <a:off x="5797558" y="2109079"/>
              <a:ext cx="77164" cy="75033"/>
            </a:xfrm>
            <a:custGeom>
              <a:rect b="b" l="l" r="r" t="t"/>
              <a:pathLst>
                <a:path extrusionOk="0" h="493" w="507">
                  <a:moveTo>
                    <a:pt x="1" y="0"/>
                  </a:moveTo>
                  <a:lnTo>
                    <a:pt x="1" y="493"/>
                  </a:lnTo>
                  <a:lnTo>
                    <a:pt x="506" y="493"/>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45"/>
            <p:cNvSpPr/>
            <p:nvPr/>
          </p:nvSpPr>
          <p:spPr>
            <a:xfrm>
              <a:off x="5722525" y="2411040"/>
              <a:ext cx="75186" cy="75186"/>
            </a:xfrm>
            <a:custGeom>
              <a:rect b="b" l="l" r="r" t="t"/>
              <a:pathLst>
                <a:path extrusionOk="0" h="494" w="494">
                  <a:moveTo>
                    <a:pt x="0" y="0"/>
                  </a:moveTo>
                  <a:lnTo>
                    <a:pt x="0" y="494"/>
                  </a:lnTo>
                  <a:lnTo>
                    <a:pt x="494" y="494"/>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45"/>
            <p:cNvSpPr/>
            <p:nvPr/>
          </p:nvSpPr>
          <p:spPr>
            <a:xfrm>
              <a:off x="5722525" y="2336006"/>
              <a:ext cx="75186" cy="75186"/>
            </a:xfrm>
            <a:custGeom>
              <a:rect b="b" l="l" r="r" t="t"/>
              <a:pathLst>
                <a:path extrusionOk="0" h="494" w="494">
                  <a:moveTo>
                    <a:pt x="0" y="0"/>
                  </a:moveTo>
                  <a:lnTo>
                    <a:pt x="0" y="493"/>
                  </a:lnTo>
                  <a:lnTo>
                    <a:pt x="494" y="493"/>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45"/>
            <p:cNvSpPr/>
            <p:nvPr/>
          </p:nvSpPr>
          <p:spPr>
            <a:xfrm>
              <a:off x="5722525" y="2259146"/>
              <a:ext cx="75186" cy="77012"/>
            </a:xfrm>
            <a:custGeom>
              <a:rect b="b" l="l" r="r" t="t"/>
              <a:pathLst>
                <a:path extrusionOk="0" h="506" w="494">
                  <a:moveTo>
                    <a:pt x="0" y="0"/>
                  </a:moveTo>
                  <a:lnTo>
                    <a:pt x="0" y="505"/>
                  </a:lnTo>
                  <a:lnTo>
                    <a:pt x="494" y="505"/>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45"/>
            <p:cNvSpPr/>
            <p:nvPr/>
          </p:nvSpPr>
          <p:spPr>
            <a:xfrm>
              <a:off x="5722525" y="2183961"/>
              <a:ext cx="75186" cy="75338"/>
            </a:xfrm>
            <a:custGeom>
              <a:rect b="b" l="l" r="r" t="t"/>
              <a:pathLst>
                <a:path extrusionOk="0" h="495" w="494">
                  <a:moveTo>
                    <a:pt x="0" y="1"/>
                  </a:moveTo>
                  <a:lnTo>
                    <a:pt x="0" y="494"/>
                  </a:lnTo>
                  <a:lnTo>
                    <a:pt x="494" y="494"/>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8" name="Google Shape;5558;p45"/>
          <p:cNvGrpSpPr/>
          <p:nvPr/>
        </p:nvGrpSpPr>
        <p:grpSpPr>
          <a:xfrm>
            <a:off x="5034620" y="2931385"/>
            <a:ext cx="259159" cy="272180"/>
            <a:chOff x="4685992" y="1362548"/>
            <a:chExt cx="720886" cy="757106"/>
          </a:xfrm>
        </p:grpSpPr>
        <p:sp>
          <p:nvSpPr>
            <p:cNvPr id="5559" name="Google Shape;5559;p45"/>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45"/>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45"/>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45"/>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45"/>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45"/>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45"/>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45"/>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45"/>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45"/>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45"/>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45"/>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45"/>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45"/>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45"/>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45"/>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45"/>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45"/>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45"/>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45"/>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45"/>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45"/>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45"/>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45"/>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45"/>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4" name="Google Shape;5584;p45"/>
          <p:cNvGrpSpPr/>
          <p:nvPr/>
        </p:nvGrpSpPr>
        <p:grpSpPr>
          <a:xfrm rot="2700000">
            <a:off x="5478820" y="1297960"/>
            <a:ext cx="124930" cy="124095"/>
            <a:chOff x="4891103" y="1571383"/>
            <a:chExt cx="347518" cy="345195"/>
          </a:xfrm>
        </p:grpSpPr>
        <p:sp>
          <p:nvSpPr>
            <p:cNvPr id="5585" name="Google Shape;5585;p45"/>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45"/>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45"/>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45"/>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45"/>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45"/>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45"/>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45"/>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45"/>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45"/>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45"/>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45"/>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45"/>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8" name="Google Shape;5598;p45"/>
          <p:cNvGrpSpPr/>
          <p:nvPr/>
        </p:nvGrpSpPr>
        <p:grpSpPr>
          <a:xfrm>
            <a:off x="7237820" y="1563735"/>
            <a:ext cx="259159" cy="272180"/>
            <a:chOff x="4685992" y="1362548"/>
            <a:chExt cx="720886" cy="757106"/>
          </a:xfrm>
        </p:grpSpPr>
        <p:sp>
          <p:nvSpPr>
            <p:cNvPr id="5599" name="Google Shape;5599;p45"/>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45"/>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45"/>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45"/>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45"/>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45"/>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45"/>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45"/>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45"/>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45"/>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45"/>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45"/>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45"/>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45"/>
            <p:cNvSpPr/>
            <p:nvPr/>
          </p:nvSpPr>
          <p:spPr>
            <a:xfrm>
              <a:off x="5029695"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45"/>
            <p:cNvSpPr/>
            <p:nvPr/>
          </p:nvSpPr>
          <p:spPr>
            <a:xfrm>
              <a:off x="5029695" y="150257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45"/>
            <p:cNvSpPr/>
            <p:nvPr/>
          </p:nvSpPr>
          <p:spPr>
            <a:xfrm>
              <a:off x="5029695" y="136254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45"/>
            <p:cNvSpPr/>
            <p:nvPr/>
          </p:nvSpPr>
          <p:spPr>
            <a:xfrm>
              <a:off x="5029695" y="205032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45"/>
            <p:cNvSpPr/>
            <p:nvPr/>
          </p:nvSpPr>
          <p:spPr>
            <a:xfrm>
              <a:off x="5029695" y="191412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45"/>
            <p:cNvSpPr/>
            <p:nvPr/>
          </p:nvSpPr>
          <p:spPr>
            <a:xfrm>
              <a:off x="5029695" y="184635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45"/>
            <p:cNvSpPr/>
            <p:nvPr/>
          </p:nvSpPr>
          <p:spPr>
            <a:xfrm rot="-5400000">
              <a:off x="489221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45"/>
            <p:cNvSpPr/>
            <p:nvPr/>
          </p:nvSpPr>
          <p:spPr>
            <a:xfrm rot="-5400000">
              <a:off x="48234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45"/>
            <p:cNvSpPr/>
            <p:nvPr/>
          </p:nvSpPr>
          <p:spPr>
            <a:xfrm rot="-5400000">
              <a:off x="468600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45"/>
            <p:cNvSpPr/>
            <p:nvPr/>
          </p:nvSpPr>
          <p:spPr>
            <a:xfrm rot="-5400000">
              <a:off x="5355553" y="1726875"/>
              <a:ext cx="69325" cy="33325"/>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45"/>
            <p:cNvSpPr/>
            <p:nvPr/>
          </p:nvSpPr>
          <p:spPr>
            <a:xfrm rot="-5400000">
              <a:off x="5234955"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45"/>
            <p:cNvSpPr/>
            <p:nvPr/>
          </p:nvSpPr>
          <p:spPr>
            <a:xfrm rot="-5400000">
              <a:off x="5167180" y="1708868"/>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4" name="Google Shape;5624;p45"/>
          <p:cNvGrpSpPr/>
          <p:nvPr/>
        </p:nvGrpSpPr>
        <p:grpSpPr>
          <a:xfrm rot="2700000">
            <a:off x="7701570" y="2957360"/>
            <a:ext cx="124930" cy="124095"/>
            <a:chOff x="4891103" y="1571383"/>
            <a:chExt cx="347518" cy="345195"/>
          </a:xfrm>
        </p:grpSpPr>
        <p:sp>
          <p:nvSpPr>
            <p:cNvPr id="5625" name="Google Shape;5625;p45"/>
            <p:cNvSpPr/>
            <p:nvPr/>
          </p:nvSpPr>
          <p:spPr>
            <a:xfrm>
              <a:off x="496080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45"/>
            <p:cNvSpPr/>
            <p:nvPr/>
          </p:nvSpPr>
          <p:spPr>
            <a:xfrm>
              <a:off x="5029695"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45"/>
            <p:cNvSpPr/>
            <p:nvPr/>
          </p:nvSpPr>
          <p:spPr>
            <a:xfrm>
              <a:off x="496080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45"/>
            <p:cNvSpPr/>
            <p:nvPr/>
          </p:nvSpPr>
          <p:spPr>
            <a:xfrm>
              <a:off x="5029695"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45"/>
            <p:cNvSpPr/>
            <p:nvPr/>
          </p:nvSpPr>
          <p:spPr>
            <a:xfrm>
              <a:off x="5168028"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45"/>
            <p:cNvSpPr/>
            <p:nvPr/>
          </p:nvSpPr>
          <p:spPr>
            <a:xfrm>
              <a:off x="4891103" y="184724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45"/>
            <p:cNvSpPr/>
            <p:nvPr/>
          </p:nvSpPr>
          <p:spPr>
            <a:xfrm>
              <a:off x="496080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45"/>
            <p:cNvSpPr/>
            <p:nvPr/>
          </p:nvSpPr>
          <p:spPr>
            <a:xfrm>
              <a:off x="5029695"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45"/>
            <p:cNvSpPr/>
            <p:nvPr/>
          </p:nvSpPr>
          <p:spPr>
            <a:xfrm>
              <a:off x="5098857" y="170857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45"/>
            <p:cNvSpPr/>
            <p:nvPr/>
          </p:nvSpPr>
          <p:spPr>
            <a:xfrm>
              <a:off x="5098857" y="1777699"/>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45"/>
            <p:cNvSpPr/>
            <p:nvPr/>
          </p:nvSpPr>
          <p:spPr>
            <a:xfrm>
              <a:off x="5098857" y="1639845"/>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45"/>
            <p:cNvSpPr/>
            <p:nvPr/>
          </p:nvSpPr>
          <p:spPr>
            <a:xfrm>
              <a:off x="51693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45"/>
            <p:cNvSpPr/>
            <p:nvPr/>
          </p:nvSpPr>
          <p:spPr>
            <a:xfrm>
              <a:off x="4891107" y="1571383"/>
              <a:ext cx="69313" cy="69330"/>
            </a:xfrm>
            <a:custGeom>
              <a:rect b="b" l="l" r="r" t="t"/>
              <a:pathLst>
                <a:path extrusionOk="0" h="506" w="506">
                  <a:moveTo>
                    <a:pt x="1" y="1"/>
                  </a:moveTo>
                  <a:lnTo>
                    <a:pt x="1" y="506"/>
                  </a:lnTo>
                  <a:lnTo>
                    <a:pt x="506" y="506"/>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8" name="Google Shape;5638;p45"/>
          <p:cNvGrpSpPr/>
          <p:nvPr/>
        </p:nvGrpSpPr>
        <p:grpSpPr>
          <a:xfrm>
            <a:off x="7190935" y="4095440"/>
            <a:ext cx="309146" cy="170855"/>
            <a:chOff x="641500" y="4451875"/>
            <a:chExt cx="211700" cy="117000"/>
          </a:xfrm>
        </p:grpSpPr>
        <p:sp>
          <p:nvSpPr>
            <p:cNvPr id="5639" name="Google Shape;5639;p45"/>
            <p:cNvSpPr/>
            <p:nvPr/>
          </p:nvSpPr>
          <p:spPr>
            <a:xfrm>
              <a:off x="8297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45"/>
            <p:cNvSpPr/>
            <p:nvPr/>
          </p:nvSpPr>
          <p:spPr>
            <a:xfrm>
              <a:off x="829725" y="4522225"/>
              <a:ext cx="23475" cy="23200"/>
            </a:xfrm>
            <a:custGeom>
              <a:rect b="b" l="l" r="r" t="t"/>
              <a:pathLst>
                <a:path extrusionOk="0" h="928" w="939">
                  <a:moveTo>
                    <a:pt x="0" y="1"/>
                  </a:moveTo>
                  <a:lnTo>
                    <a:pt x="0" y="927"/>
                  </a:lnTo>
                  <a:lnTo>
                    <a:pt x="938" y="927"/>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45"/>
            <p:cNvSpPr/>
            <p:nvPr/>
          </p:nvSpPr>
          <p:spPr>
            <a:xfrm>
              <a:off x="806275" y="4545400"/>
              <a:ext cx="23475" cy="23475"/>
            </a:xfrm>
            <a:custGeom>
              <a:rect b="b" l="l" r="r" t="t"/>
              <a:pathLst>
                <a:path extrusionOk="0" h="939" w="939">
                  <a:moveTo>
                    <a:pt x="0" y="0"/>
                  </a:moveTo>
                  <a:lnTo>
                    <a:pt x="0" y="939"/>
                  </a:lnTo>
                  <a:lnTo>
                    <a:pt x="938" y="939"/>
                  </a:lnTo>
                  <a:lnTo>
                    <a:pt x="938"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45"/>
            <p:cNvSpPr/>
            <p:nvPr/>
          </p:nvSpPr>
          <p:spPr>
            <a:xfrm>
              <a:off x="806275"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45"/>
            <p:cNvSpPr/>
            <p:nvPr/>
          </p:nvSpPr>
          <p:spPr>
            <a:xfrm>
              <a:off x="806275"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45"/>
            <p:cNvSpPr/>
            <p:nvPr/>
          </p:nvSpPr>
          <p:spPr>
            <a:xfrm>
              <a:off x="806275"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45"/>
            <p:cNvSpPr/>
            <p:nvPr/>
          </p:nvSpPr>
          <p:spPr>
            <a:xfrm>
              <a:off x="7828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45"/>
            <p:cNvSpPr/>
            <p:nvPr/>
          </p:nvSpPr>
          <p:spPr>
            <a:xfrm>
              <a:off x="782825" y="4522225"/>
              <a:ext cx="23475" cy="23200"/>
            </a:xfrm>
            <a:custGeom>
              <a:rect b="b" l="l" r="r" t="t"/>
              <a:pathLst>
                <a:path extrusionOk="0" h="928" w="939">
                  <a:moveTo>
                    <a:pt x="0" y="1"/>
                  </a:moveTo>
                  <a:lnTo>
                    <a:pt x="0" y="927"/>
                  </a:lnTo>
                  <a:lnTo>
                    <a:pt x="938" y="927"/>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45"/>
            <p:cNvSpPr/>
            <p:nvPr/>
          </p:nvSpPr>
          <p:spPr>
            <a:xfrm>
              <a:off x="782825"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45"/>
            <p:cNvSpPr/>
            <p:nvPr/>
          </p:nvSpPr>
          <p:spPr>
            <a:xfrm>
              <a:off x="782825"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45"/>
            <p:cNvSpPr/>
            <p:nvPr/>
          </p:nvSpPr>
          <p:spPr>
            <a:xfrm>
              <a:off x="759050" y="4545400"/>
              <a:ext cx="23800" cy="23475"/>
            </a:xfrm>
            <a:custGeom>
              <a:rect b="b" l="l" r="r" t="t"/>
              <a:pathLst>
                <a:path extrusionOk="0" h="939" w="952">
                  <a:moveTo>
                    <a:pt x="1" y="0"/>
                  </a:moveTo>
                  <a:lnTo>
                    <a:pt x="1" y="939"/>
                  </a:lnTo>
                  <a:lnTo>
                    <a:pt x="951" y="939"/>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45"/>
            <p:cNvSpPr/>
            <p:nvPr/>
          </p:nvSpPr>
          <p:spPr>
            <a:xfrm>
              <a:off x="759050" y="4522225"/>
              <a:ext cx="23800" cy="23200"/>
            </a:xfrm>
            <a:custGeom>
              <a:rect b="b" l="l" r="r" t="t"/>
              <a:pathLst>
                <a:path extrusionOk="0" h="928" w="952">
                  <a:moveTo>
                    <a:pt x="1" y="1"/>
                  </a:moveTo>
                  <a:lnTo>
                    <a:pt x="1" y="927"/>
                  </a:lnTo>
                  <a:lnTo>
                    <a:pt x="951" y="927"/>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45"/>
            <p:cNvSpPr/>
            <p:nvPr/>
          </p:nvSpPr>
          <p:spPr>
            <a:xfrm>
              <a:off x="759050" y="4498775"/>
              <a:ext cx="23800" cy="23475"/>
            </a:xfrm>
            <a:custGeom>
              <a:rect b="b" l="l" r="r" t="t"/>
              <a:pathLst>
                <a:path extrusionOk="0" h="939" w="952">
                  <a:moveTo>
                    <a:pt x="1" y="1"/>
                  </a:moveTo>
                  <a:lnTo>
                    <a:pt x="1" y="939"/>
                  </a:lnTo>
                  <a:lnTo>
                    <a:pt x="951" y="939"/>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45"/>
            <p:cNvSpPr/>
            <p:nvPr/>
          </p:nvSpPr>
          <p:spPr>
            <a:xfrm>
              <a:off x="759050" y="4475325"/>
              <a:ext cx="23800" cy="23475"/>
            </a:xfrm>
            <a:custGeom>
              <a:rect b="b" l="l" r="r" t="t"/>
              <a:pathLst>
                <a:path extrusionOk="0" h="939" w="952">
                  <a:moveTo>
                    <a:pt x="1" y="1"/>
                  </a:moveTo>
                  <a:lnTo>
                    <a:pt x="1" y="939"/>
                  </a:lnTo>
                  <a:lnTo>
                    <a:pt x="951" y="939"/>
                  </a:lnTo>
                  <a:lnTo>
                    <a:pt x="951"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45"/>
            <p:cNvSpPr/>
            <p:nvPr/>
          </p:nvSpPr>
          <p:spPr>
            <a:xfrm>
              <a:off x="759050" y="4451875"/>
              <a:ext cx="23800" cy="23475"/>
            </a:xfrm>
            <a:custGeom>
              <a:rect b="b" l="l" r="r" t="t"/>
              <a:pathLst>
                <a:path extrusionOk="0" h="939" w="952">
                  <a:moveTo>
                    <a:pt x="1" y="1"/>
                  </a:moveTo>
                  <a:lnTo>
                    <a:pt x="1" y="939"/>
                  </a:lnTo>
                  <a:lnTo>
                    <a:pt x="951" y="939"/>
                  </a:lnTo>
                  <a:lnTo>
                    <a:pt x="9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45"/>
            <p:cNvSpPr/>
            <p:nvPr/>
          </p:nvSpPr>
          <p:spPr>
            <a:xfrm>
              <a:off x="735600" y="4545400"/>
              <a:ext cx="23475" cy="23475"/>
            </a:xfrm>
            <a:custGeom>
              <a:rect b="b" l="l" r="r" t="t"/>
              <a:pathLst>
                <a:path extrusionOk="0" h="939" w="939">
                  <a:moveTo>
                    <a:pt x="0" y="0"/>
                  </a:moveTo>
                  <a:lnTo>
                    <a:pt x="0" y="939"/>
                  </a:lnTo>
                  <a:lnTo>
                    <a:pt x="939" y="939"/>
                  </a:lnTo>
                  <a:lnTo>
                    <a:pt x="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45"/>
            <p:cNvSpPr/>
            <p:nvPr/>
          </p:nvSpPr>
          <p:spPr>
            <a:xfrm>
              <a:off x="735600" y="4522225"/>
              <a:ext cx="23475" cy="23200"/>
            </a:xfrm>
            <a:custGeom>
              <a:rect b="b" l="l" r="r" t="t"/>
              <a:pathLst>
                <a:path extrusionOk="0" h="928" w="939">
                  <a:moveTo>
                    <a:pt x="0" y="1"/>
                  </a:moveTo>
                  <a:lnTo>
                    <a:pt x="0" y="927"/>
                  </a:lnTo>
                  <a:lnTo>
                    <a:pt x="939" y="927"/>
                  </a:lnTo>
                  <a:lnTo>
                    <a:pt x="9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45"/>
            <p:cNvSpPr/>
            <p:nvPr/>
          </p:nvSpPr>
          <p:spPr>
            <a:xfrm>
              <a:off x="735600" y="4498775"/>
              <a:ext cx="23475" cy="23475"/>
            </a:xfrm>
            <a:custGeom>
              <a:rect b="b" l="l" r="r" t="t"/>
              <a:pathLst>
                <a:path extrusionOk="0" h="939" w="939">
                  <a:moveTo>
                    <a:pt x="0" y="1"/>
                  </a:moveTo>
                  <a:lnTo>
                    <a:pt x="0" y="939"/>
                  </a:lnTo>
                  <a:lnTo>
                    <a:pt x="939" y="939"/>
                  </a:lnTo>
                  <a:lnTo>
                    <a:pt x="939"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45"/>
            <p:cNvSpPr/>
            <p:nvPr/>
          </p:nvSpPr>
          <p:spPr>
            <a:xfrm>
              <a:off x="735600" y="4475325"/>
              <a:ext cx="23475" cy="23475"/>
            </a:xfrm>
            <a:custGeom>
              <a:rect b="b" l="l" r="r" t="t"/>
              <a:pathLst>
                <a:path extrusionOk="0" h="939" w="939">
                  <a:moveTo>
                    <a:pt x="0" y="1"/>
                  </a:moveTo>
                  <a:lnTo>
                    <a:pt x="0" y="939"/>
                  </a:lnTo>
                  <a:lnTo>
                    <a:pt x="939" y="939"/>
                  </a:lnTo>
                  <a:lnTo>
                    <a:pt x="939"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45"/>
            <p:cNvSpPr/>
            <p:nvPr/>
          </p:nvSpPr>
          <p:spPr>
            <a:xfrm>
              <a:off x="735600" y="4451875"/>
              <a:ext cx="23475" cy="23475"/>
            </a:xfrm>
            <a:custGeom>
              <a:rect b="b" l="l" r="r" t="t"/>
              <a:pathLst>
                <a:path extrusionOk="0" h="939" w="939">
                  <a:moveTo>
                    <a:pt x="0" y="1"/>
                  </a:moveTo>
                  <a:lnTo>
                    <a:pt x="0" y="939"/>
                  </a:lnTo>
                  <a:lnTo>
                    <a:pt x="939" y="939"/>
                  </a:lnTo>
                  <a:lnTo>
                    <a:pt x="9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45"/>
            <p:cNvSpPr/>
            <p:nvPr/>
          </p:nvSpPr>
          <p:spPr>
            <a:xfrm>
              <a:off x="712150"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45"/>
            <p:cNvSpPr/>
            <p:nvPr/>
          </p:nvSpPr>
          <p:spPr>
            <a:xfrm>
              <a:off x="712150"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45"/>
            <p:cNvSpPr/>
            <p:nvPr/>
          </p:nvSpPr>
          <p:spPr>
            <a:xfrm>
              <a:off x="712150" y="449877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45"/>
            <p:cNvSpPr/>
            <p:nvPr/>
          </p:nvSpPr>
          <p:spPr>
            <a:xfrm>
              <a:off x="712150"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45"/>
            <p:cNvSpPr/>
            <p:nvPr/>
          </p:nvSpPr>
          <p:spPr>
            <a:xfrm>
              <a:off x="688700" y="4545400"/>
              <a:ext cx="23475" cy="23475"/>
            </a:xfrm>
            <a:custGeom>
              <a:rect b="b" l="l" r="r" t="t"/>
              <a:pathLst>
                <a:path extrusionOk="0" h="939" w="939">
                  <a:moveTo>
                    <a:pt x="0" y="0"/>
                  </a:moveTo>
                  <a:lnTo>
                    <a:pt x="0" y="939"/>
                  </a:lnTo>
                  <a:lnTo>
                    <a:pt x="938" y="939"/>
                  </a:lnTo>
                  <a:lnTo>
                    <a:pt x="938"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45"/>
            <p:cNvSpPr/>
            <p:nvPr/>
          </p:nvSpPr>
          <p:spPr>
            <a:xfrm>
              <a:off x="688700"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45"/>
            <p:cNvSpPr/>
            <p:nvPr/>
          </p:nvSpPr>
          <p:spPr>
            <a:xfrm>
              <a:off x="688700"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45"/>
            <p:cNvSpPr/>
            <p:nvPr/>
          </p:nvSpPr>
          <p:spPr>
            <a:xfrm>
              <a:off x="688700"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45"/>
            <p:cNvSpPr/>
            <p:nvPr/>
          </p:nvSpPr>
          <p:spPr>
            <a:xfrm>
              <a:off x="664950" y="4545400"/>
              <a:ext cx="23775" cy="23475"/>
            </a:xfrm>
            <a:custGeom>
              <a:rect b="b" l="l" r="r" t="t"/>
              <a:pathLst>
                <a:path extrusionOk="0" h="939" w="951">
                  <a:moveTo>
                    <a:pt x="1" y="0"/>
                  </a:moveTo>
                  <a:lnTo>
                    <a:pt x="1" y="939"/>
                  </a:lnTo>
                  <a:lnTo>
                    <a:pt x="950" y="939"/>
                  </a:lnTo>
                  <a:lnTo>
                    <a:pt x="950"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45"/>
            <p:cNvSpPr/>
            <p:nvPr/>
          </p:nvSpPr>
          <p:spPr>
            <a:xfrm>
              <a:off x="664950" y="4522225"/>
              <a:ext cx="23775" cy="23200"/>
            </a:xfrm>
            <a:custGeom>
              <a:rect b="b" l="l" r="r" t="t"/>
              <a:pathLst>
                <a:path extrusionOk="0" h="928" w="951">
                  <a:moveTo>
                    <a:pt x="1" y="1"/>
                  </a:moveTo>
                  <a:lnTo>
                    <a:pt x="1" y="927"/>
                  </a:lnTo>
                  <a:lnTo>
                    <a:pt x="950" y="927"/>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45"/>
            <p:cNvSpPr/>
            <p:nvPr/>
          </p:nvSpPr>
          <p:spPr>
            <a:xfrm>
              <a:off x="664950" y="4498775"/>
              <a:ext cx="23775" cy="23475"/>
            </a:xfrm>
            <a:custGeom>
              <a:rect b="b" l="l" r="r" t="t"/>
              <a:pathLst>
                <a:path extrusionOk="0" h="939" w="951">
                  <a:moveTo>
                    <a:pt x="1" y="1"/>
                  </a:moveTo>
                  <a:lnTo>
                    <a:pt x="1" y="939"/>
                  </a:lnTo>
                  <a:lnTo>
                    <a:pt x="950" y="939"/>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45"/>
            <p:cNvSpPr/>
            <p:nvPr/>
          </p:nvSpPr>
          <p:spPr>
            <a:xfrm>
              <a:off x="641500" y="4545400"/>
              <a:ext cx="23475" cy="23475"/>
            </a:xfrm>
            <a:custGeom>
              <a:rect b="b" l="l" r="r" t="t"/>
              <a:pathLst>
                <a:path extrusionOk="0" h="939" w="939">
                  <a:moveTo>
                    <a:pt x="1" y="0"/>
                  </a:moveTo>
                  <a:lnTo>
                    <a:pt x="1" y="939"/>
                  </a:lnTo>
                  <a:lnTo>
                    <a:pt x="939" y="939"/>
                  </a:lnTo>
                  <a:lnTo>
                    <a:pt x="9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1" name="Google Shape;5671;p45"/>
          <p:cNvGrpSpPr/>
          <p:nvPr/>
        </p:nvGrpSpPr>
        <p:grpSpPr>
          <a:xfrm>
            <a:off x="6445048" y="3693528"/>
            <a:ext cx="523853" cy="572689"/>
            <a:chOff x="306250" y="4311475"/>
            <a:chExt cx="235450" cy="257400"/>
          </a:xfrm>
        </p:grpSpPr>
        <p:sp>
          <p:nvSpPr>
            <p:cNvPr id="5672" name="Google Shape;5672;p45"/>
            <p:cNvSpPr/>
            <p:nvPr/>
          </p:nvSpPr>
          <p:spPr>
            <a:xfrm>
              <a:off x="518225"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45"/>
            <p:cNvSpPr/>
            <p:nvPr/>
          </p:nvSpPr>
          <p:spPr>
            <a:xfrm>
              <a:off x="47100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45"/>
            <p:cNvSpPr/>
            <p:nvPr/>
          </p:nvSpPr>
          <p:spPr>
            <a:xfrm>
              <a:off x="471000" y="4404975"/>
              <a:ext cx="23475" cy="23475"/>
            </a:xfrm>
            <a:custGeom>
              <a:rect b="b" l="l" r="r" t="t"/>
              <a:pathLst>
                <a:path extrusionOk="0" h="939" w="939">
                  <a:moveTo>
                    <a:pt x="1" y="0"/>
                  </a:moveTo>
                  <a:lnTo>
                    <a:pt x="1" y="939"/>
                  </a:lnTo>
                  <a:lnTo>
                    <a:pt x="939" y="939"/>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45"/>
            <p:cNvSpPr/>
            <p:nvPr/>
          </p:nvSpPr>
          <p:spPr>
            <a:xfrm>
              <a:off x="44755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45"/>
            <p:cNvSpPr/>
            <p:nvPr/>
          </p:nvSpPr>
          <p:spPr>
            <a:xfrm>
              <a:off x="400350" y="4428425"/>
              <a:ext cx="47225" cy="46925"/>
            </a:xfrm>
            <a:custGeom>
              <a:rect b="b" l="l" r="r" t="t"/>
              <a:pathLst>
                <a:path extrusionOk="0" h="1877" w="1889">
                  <a:moveTo>
                    <a:pt x="1" y="1"/>
                  </a:moveTo>
                  <a:lnTo>
                    <a:pt x="1" y="939"/>
                  </a:lnTo>
                  <a:lnTo>
                    <a:pt x="1" y="1877"/>
                  </a:lnTo>
                  <a:lnTo>
                    <a:pt x="1889" y="1877"/>
                  </a:lnTo>
                  <a:lnTo>
                    <a:pt x="1889" y="939"/>
                  </a:lnTo>
                  <a:lnTo>
                    <a:pt x="188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45"/>
            <p:cNvSpPr/>
            <p:nvPr/>
          </p:nvSpPr>
          <p:spPr>
            <a:xfrm>
              <a:off x="400350" y="4358075"/>
              <a:ext cx="23500" cy="23475"/>
            </a:xfrm>
            <a:custGeom>
              <a:rect b="b" l="l" r="r" t="t"/>
              <a:pathLst>
                <a:path extrusionOk="0" h="939" w="940">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45"/>
            <p:cNvSpPr/>
            <p:nvPr/>
          </p:nvSpPr>
          <p:spPr>
            <a:xfrm>
              <a:off x="37690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45"/>
            <p:cNvSpPr/>
            <p:nvPr/>
          </p:nvSpPr>
          <p:spPr>
            <a:xfrm>
              <a:off x="35345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45"/>
            <p:cNvSpPr/>
            <p:nvPr/>
          </p:nvSpPr>
          <p:spPr>
            <a:xfrm>
              <a:off x="400350" y="4311475"/>
              <a:ext cx="23500" cy="23475"/>
            </a:xfrm>
            <a:custGeom>
              <a:rect b="b" l="l" r="r" t="t"/>
              <a:pathLst>
                <a:path extrusionOk="0" h="939" w="940">
                  <a:moveTo>
                    <a:pt x="1" y="1"/>
                  </a:moveTo>
                  <a:lnTo>
                    <a:pt x="1" y="939"/>
                  </a:lnTo>
                  <a:lnTo>
                    <a:pt x="939" y="939"/>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45"/>
            <p:cNvSpPr/>
            <p:nvPr/>
          </p:nvSpPr>
          <p:spPr>
            <a:xfrm>
              <a:off x="376900" y="4334925"/>
              <a:ext cx="23475" cy="23175"/>
            </a:xfrm>
            <a:custGeom>
              <a:rect b="b" l="l" r="r" t="t"/>
              <a:pathLst>
                <a:path extrusionOk="0" h="927" w="939">
                  <a:moveTo>
                    <a:pt x="1" y="1"/>
                  </a:moveTo>
                  <a:lnTo>
                    <a:pt x="1" y="926"/>
                  </a:lnTo>
                  <a:lnTo>
                    <a:pt x="939" y="926"/>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45"/>
            <p:cNvSpPr/>
            <p:nvPr/>
          </p:nvSpPr>
          <p:spPr>
            <a:xfrm>
              <a:off x="353450" y="4358075"/>
              <a:ext cx="23475" cy="23475"/>
            </a:xfrm>
            <a:custGeom>
              <a:rect b="b" l="l" r="r" t="t"/>
              <a:pathLst>
                <a:path extrusionOk="0" h="939" w="939">
                  <a:moveTo>
                    <a:pt x="1" y="0"/>
                  </a:moveTo>
                  <a:lnTo>
                    <a:pt x="1" y="938"/>
                  </a:lnTo>
                  <a:lnTo>
                    <a:pt x="939" y="938"/>
                  </a:lnTo>
                  <a:lnTo>
                    <a:pt x="939"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45"/>
            <p:cNvSpPr/>
            <p:nvPr/>
          </p:nvSpPr>
          <p:spPr>
            <a:xfrm>
              <a:off x="329700" y="4381525"/>
              <a:ext cx="23775" cy="23475"/>
            </a:xfrm>
            <a:custGeom>
              <a:rect b="b" l="l" r="r" t="t"/>
              <a:pathLst>
                <a:path extrusionOk="0" h="939" w="951">
                  <a:moveTo>
                    <a:pt x="0" y="0"/>
                  </a:moveTo>
                  <a:lnTo>
                    <a:pt x="0" y="938"/>
                  </a:lnTo>
                  <a:lnTo>
                    <a:pt x="951" y="938"/>
                  </a:lnTo>
                  <a:lnTo>
                    <a:pt x="951"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45"/>
            <p:cNvSpPr/>
            <p:nvPr/>
          </p:nvSpPr>
          <p:spPr>
            <a:xfrm>
              <a:off x="306250" y="4404975"/>
              <a:ext cx="23475" cy="93825"/>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45"/>
            <p:cNvSpPr/>
            <p:nvPr/>
          </p:nvSpPr>
          <p:spPr>
            <a:xfrm>
              <a:off x="400350" y="4498775"/>
              <a:ext cx="47225" cy="70100"/>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45"/>
            <p:cNvSpPr/>
            <p:nvPr/>
          </p:nvSpPr>
          <p:spPr>
            <a:xfrm>
              <a:off x="400350" y="4475325"/>
              <a:ext cx="47225" cy="23475"/>
            </a:xfrm>
            <a:custGeom>
              <a:rect b="b" l="l" r="r" t="t"/>
              <a:pathLst>
                <a:path extrusionOk="0" h="939" w="1889">
                  <a:moveTo>
                    <a:pt x="1" y="1"/>
                  </a:moveTo>
                  <a:lnTo>
                    <a:pt x="1" y="939"/>
                  </a:lnTo>
                  <a:lnTo>
                    <a:pt x="1889" y="939"/>
                  </a:lnTo>
                  <a:lnTo>
                    <a:pt x="188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45"/>
            <p:cNvSpPr/>
            <p:nvPr/>
          </p:nvSpPr>
          <p:spPr>
            <a:xfrm>
              <a:off x="329700" y="4311475"/>
              <a:ext cx="212000" cy="140425"/>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45"/>
            <p:cNvSpPr/>
            <p:nvPr/>
          </p:nvSpPr>
          <p:spPr>
            <a:xfrm>
              <a:off x="376900" y="4358075"/>
              <a:ext cx="23475" cy="23475"/>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9" name="Google Shape;5689;p45"/>
          <p:cNvGrpSpPr/>
          <p:nvPr/>
        </p:nvGrpSpPr>
        <p:grpSpPr>
          <a:xfrm>
            <a:off x="7625394" y="3928267"/>
            <a:ext cx="309146" cy="337966"/>
            <a:chOff x="306250" y="4311475"/>
            <a:chExt cx="235450" cy="257400"/>
          </a:xfrm>
        </p:grpSpPr>
        <p:sp>
          <p:nvSpPr>
            <p:cNvPr id="5690" name="Google Shape;5690;p45"/>
            <p:cNvSpPr/>
            <p:nvPr/>
          </p:nvSpPr>
          <p:spPr>
            <a:xfrm>
              <a:off x="518225"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45"/>
            <p:cNvSpPr/>
            <p:nvPr/>
          </p:nvSpPr>
          <p:spPr>
            <a:xfrm>
              <a:off x="47100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45"/>
            <p:cNvSpPr/>
            <p:nvPr/>
          </p:nvSpPr>
          <p:spPr>
            <a:xfrm>
              <a:off x="471000" y="4404975"/>
              <a:ext cx="23475" cy="23475"/>
            </a:xfrm>
            <a:custGeom>
              <a:rect b="b" l="l" r="r" t="t"/>
              <a:pathLst>
                <a:path extrusionOk="0" h="939" w="939">
                  <a:moveTo>
                    <a:pt x="1" y="0"/>
                  </a:moveTo>
                  <a:lnTo>
                    <a:pt x="1" y="939"/>
                  </a:lnTo>
                  <a:lnTo>
                    <a:pt x="939" y="939"/>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45"/>
            <p:cNvSpPr/>
            <p:nvPr/>
          </p:nvSpPr>
          <p:spPr>
            <a:xfrm>
              <a:off x="44755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45"/>
            <p:cNvSpPr/>
            <p:nvPr/>
          </p:nvSpPr>
          <p:spPr>
            <a:xfrm>
              <a:off x="400350" y="4428425"/>
              <a:ext cx="47225" cy="46925"/>
            </a:xfrm>
            <a:custGeom>
              <a:rect b="b" l="l" r="r" t="t"/>
              <a:pathLst>
                <a:path extrusionOk="0" h="1877" w="1889">
                  <a:moveTo>
                    <a:pt x="1" y="1"/>
                  </a:moveTo>
                  <a:lnTo>
                    <a:pt x="1" y="939"/>
                  </a:lnTo>
                  <a:lnTo>
                    <a:pt x="1" y="1877"/>
                  </a:lnTo>
                  <a:lnTo>
                    <a:pt x="1889" y="1877"/>
                  </a:lnTo>
                  <a:lnTo>
                    <a:pt x="1889" y="939"/>
                  </a:lnTo>
                  <a:lnTo>
                    <a:pt x="188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45"/>
            <p:cNvSpPr/>
            <p:nvPr/>
          </p:nvSpPr>
          <p:spPr>
            <a:xfrm>
              <a:off x="400350" y="4358075"/>
              <a:ext cx="23500" cy="23475"/>
            </a:xfrm>
            <a:custGeom>
              <a:rect b="b" l="l" r="r" t="t"/>
              <a:pathLst>
                <a:path extrusionOk="0" h="939" w="940">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45"/>
            <p:cNvSpPr/>
            <p:nvPr/>
          </p:nvSpPr>
          <p:spPr>
            <a:xfrm>
              <a:off x="37690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45"/>
            <p:cNvSpPr/>
            <p:nvPr/>
          </p:nvSpPr>
          <p:spPr>
            <a:xfrm>
              <a:off x="35345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45"/>
            <p:cNvSpPr/>
            <p:nvPr/>
          </p:nvSpPr>
          <p:spPr>
            <a:xfrm>
              <a:off x="400350" y="4311475"/>
              <a:ext cx="23500" cy="23475"/>
            </a:xfrm>
            <a:custGeom>
              <a:rect b="b" l="l" r="r" t="t"/>
              <a:pathLst>
                <a:path extrusionOk="0" h="939" w="940">
                  <a:moveTo>
                    <a:pt x="1" y="1"/>
                  </a:moveTo>
                  <a:lnTo>
                    <a:pt x="1" y="939"/>
                  </a:lnTo>
                  <a:lnTo>
                    <a:pt x="939" y="939"/>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45"/>
            <p:cNvSpPr/>
            <p:nvPr/>
          </p:nvSpPr>
          <p:spPr>
            <a:xfrm>
              <a:off x="376900" y="4334925"/>
              <a:ext cx="23475" cy="23175"/>
            </a:xfrm>
            <a:custGeom>
              <a:rect b="b" l="l" r="r" t="t"/>
              <a:pathLst>
                <a:path extrusionOk="0" h="927" w="939">
                  <a:moveTo>
                    <a:pt x="1" y="1"/>
                  </a:moveTo>
                  <a:lnTo>
                    <a:pt x="1" y="926"/>
                  </a:lnTo>
                  <a:lnTo>
                    <a:pt x="939" y="926"/>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45"/>
            <p:cNvSpPr/>
            <p:nvPr/>
          </p:nvSpPr>
          <p:spPr>
            <a:xfrm>
              <a:off x="353450" y="4358075"/>
              <a:ext cx="23475" cy="23475"/>
            </a:xfrm>
            <a:custGeom>
              <a:rect b="b" l="l" r="r" t="t"/>
              <a:pathLst>
                <a:path extrusionOk="0" h="939" w="939">
                  <a:moveTo>
                    <a:pt x="1" y="0"/>
                  </a:moveTo>
                  <a:lnTo>
                    <a:pt x="1" y="938"/>
                  </a:lnTo>
                  <a:lnTo>
                    <a:pt x="939" y="938"/>
                  </a:lnTo>
                  <a:lnTo>
                    <a:pt x="939"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45"/>
            <p:cNvSpPr/>
            <p:nvPr/>
          </p:nvSpPr>
          <p:spPr>
            <a:xfrm>
              <a:off x="329700" y="4381525"/>
              <a:ext cx="23775" cy="23475"/>
            </a:xfrm>
            <a:custGeom>
              <a:rect b="b" l="l" r="r" t="t"/>
              <a:pathLst>
                <a:path extrusionOk="0" h="939" w="951">
                  <a:moveTo>
                    <a:pt x="0" y="0"/>
                  </a:moveTo>
                  <a:lnTo>
                    <a:pt x="0" y="938"/>
                  </a:lnTo>
                  <a:lnTo>
                    <a:pt x="951" y="938"/>
                  </a:lnTo>
                  <a:lnTo>
                    <a:pt x="951"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45"/>
            <p:cNvSpPr/>
            <p:nvPr/>
          </p:nvSpPr>
          <p:spPr>
            <a:xfrm>
              <a:off x="306250" y="4404975"/>
              <a:ext cx="23475" cy="93825"/>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45"/>
            <p:cNvSpPr/>
            <p:nvPr/>
          </p:nvSpPr>
          <p:spPr>
            <a:xfrm>
              <a:off x="400350" y="4498775"/>
              <a:ext cx="47225" cy="70100"/>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45"/>
            <p:cNvSpPr/>
            <p:nvPr/>
          </p:nvSpPr>
          <p:spPr>
            <a:xfrm>
              <a:off x="400350" y="4475325"/>
              <a:ext cx="47225" cy="23475"/>
            </a:xfrm>
            <a:custGeom>
              <a:rect b="b" l="l" r="r" t="t"/>
              <a:pathLst>
                <a:path extrusionOk="0" h="939" w="1889">
                  <a:moveTo>
                    <a:pt x="1" y="1"/>
                  </a:moveTo>
                  <a:lnTo>
                    <a:pt x="1" y="939"/>
                  </a:lnTo>
                  <a:lnTo>
                    <a:pt x="1889" y="939"/>
                  </a:lnTo>
                  <a:lnTo>
                    <a:pt x="188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45"/>
            <p:cNvSpPr/>
            <p:nvPr/>
          </p:nvSpPr>
          <p:spPr>
            <a:xfrm>
              <a:off x="329700" y="4311475"/>
              <a:ext cx="212000" cy="140425"/>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45"/>
            <p:cNvSpPr/>
            <p:nvPr/>
          </p:nvSpPr>
          <p:spPr>
            <a:xfrm>
              <a:off x="376900" y="4358075"/>
              <a:ext cx="23475" cy="23475"/>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7" name="Google Shape;5707;p45"/>
          <p:cNvGrpSpPr/>
          <p:nvPr/>
        </p:nvGrpSpPr>
        <p:grpSpPr>
          <a:xfrm>
            <a:off x="3828385" y="4095440"/>
            <a:ext cx="309146" cy="170855"/>
            <a:chOff x="641500" y="4451875"/>
            <a:chExt cx="211700" cy="117000"/>
          </a:xfrm>
        </p:grpSpPr>
        <p:sp>
          <p:nvSpPr>
            <p:cNvPr id="5708" name="Google Shape;5708;p45"/>
            <p:cNvSpPr/>
            <p:nvPr/>
          </p:nvSpPr>
          <p:spPr>
            <a:xfrm>
              <a:off x="8297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45"/>
            <p:cNvSpPr/>
            <p:nvPr/>
          </p:nvSpPr>
          <p:spPr>
            <a:xfrm>
              <a:off x="829725" y="4522225"/>
              <a:ext cx="23475" cy="23200"/>
            </a:xfrm>
            <a:custGeom>
              <a:rect b="b" l="l" r="r" t="t"/>
              <a:pathLst>
                <a:path extrusionOk="0" h="928" w="939">
                  <a:moveTo>
                    <a:pt x="0" y="1"/>
                  </a:moveTo>
                  <a:lnTo>
                    <a:pt x="0" y="927"/>
                  </a:lnTo>
                  <a:lnTo>
                    <a:pt x="938" y="927"/>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45"/>
            <p:cNvSpPr/>
            <p:nvPr/>
          </p:nvSpPr>
          <p:spPr>
            <a:xfrm>
              <a:off x="806275" y="4545400"/>
              <a:ext cx="23475" cy="23475"/>
            </a:xfrm>
            <a:custGeom>
              <a:rect b="b" l="l" r="r" t="t"/>
              <a:pathLst>
                <a:path extrusionOk="0" h="939" w="939">
                  <a:moveTo>
                    <a:pt x="0" y="0"/>
                  </a:moveTo>
                  <a:lnTo>
                    <a:pt x="0" y="939"/>
                  </a:lnTo>
                  <a:lnTo>
                    <a:pt x="938" y="939"/>
                  </a:lnTo>
                  <a:lnTo>
                    <a:pt x="938"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45"/>
            <p:cNvSpPr/>
            <p:nvPr/>
          </p:nvSpPr>
          <p:spPr>
            <a:xfrm>
              <a:off x="806275"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45"/>
            <p:cNvSpPr/>
            <p:nvPr/>
          </p:nvSpPr>
          <p:spPr>
            <a:xfrm>
              <a:off x="806275"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45"/>
            <p:cNvSpPr/>
            <p:nvPr/>
          </p:nvSpPr>
          <p:spPr>
            <a:xfrm>
              <a:off x="806275"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45"/>
            <p:cNvSpPr/>
            <p:nvPr/>
          </p:nvSpPr>
          <p:spPr>
            <a:xfrm>
              <a:off x="782825"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45"/>
            <p:cNvSpPr/>
            <p:nvPr/>
          </p:nvSpPr>
          <p:spPr>
            <a:xfrm>
              <a:off x="782825" y="4522225"/>
              <a:ext cx="23475" cy="23200"/>
            </a:xfrm>
            <a:custGeom>
              <a:rect b="b" l="l" r="r" t="t"/>
              <a:pathLst>
                <a:path extrusionOk="0" h="928" w="939">
                  <a:moveTo>
                    <a:pt x="0" y="1"/>
                  </a:moveTo>
                  <a:lnTo>
                    <a:pt x="0" y="927"/>
                  </a:lnTo>
                  <a:lnTo>
                    <a:pt x="938" y="927"/>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45"/>
            <p:cNvSpPr/>
            <p:nvPr/>
          </p:nvSpPr>
          <p:spPr>
            <a:xfrm>
              <a:off x="782825"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45"/>
            <p:cNvSpPr/>
            <p:nvPr/>
          </p:nvSpPr>
          <p:spPr>
            <a:xfrm>
              <a:off x="782825"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45"/>
            <p:cNvSpPr/>
            <p:nvPr/>
          </p:nvSpPr>
          <p:spPr>
            <a:xfrm>
              <a:off x="759050" y="4545400"/>
              <a:ext cx="23800" cy="23475"/>
            </a:xfrm>
            <a:custGeom>
              <a:rect b="b" l="l" r="r" t="t"/>
              <a:pathLst>
                <a:path extrusionOk="0" h="939" w="952">
                  <a:moveTo>
                    <a:pt x="1" y="0"/>
                  </a:moveTo>
                  <a:lnTo>
                    <a:pt x="1" y="939"/>
                  </a:lnTo>
                  <a:lnTo>
                    <a:pt x="951" y="939"/>
                  </a:lnTo>
                  <a:lnTo>
                    <a:pt x="9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45"/>
            <p:cNvSpPr/>
            <p:nvPr/>
          </p:nvSpPr>
          <p:spPr>
            <a:xfrm>
              <a:off x="759050" y="4522225"/>
              <a:ext cx="23800" cy="23200"/>
            </a:xfrm>
            <a:custGeom>
              <a:rect b="b" l="l" r="r" t="t"/>
              <a:pathLst>
                <a:path extrusionOk="0" h="928" w="952">
                  <a:moveTo>
                    <a:pt x="1" y="1"/>
                  </a:moveTo>
                  <a:lnTo>
                    <a:pt x="1" y="927"/>
                  </a:lnTo>
                  <a:lnTo>
                    <a:pt x="951" y="927"/>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45"/>
            <p:cNvSpPr/>
            <p:nvPr/>
          </p:nvSpPr>
          <p:spPr>
            <a:xfrm>
              <a:off x="759050" y="4498775"/>
              <a:ext cx="23800" cy="23475"/>
            </a:xfrm>
            <a:custGeom>
              <a:rect b="b" l="l" r="r" t="t"/>
              <a:pathLst>
                <a:path extrusionOk="0" h="939" w="952">
                  <a:moveTo>
                    <a:pt x="1" y="1"/>
                  </a:moveTo>
                  <a:lnTo>
                    <a:pt x="1" y="939"/>
                  </a:lnTo>
                  <a:lnTo>
                    <a:pt x="951" y="939"/>
                  </a:lnTo>
                  <a:lnTo>
                    <a:pt x="9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45"/>
            <p:cNvSpPr/>
            <p:nvPr/>
          </p:nvSpPr>
          <p:spPr>
            <a:xfrm>
              <a:off x="759050" y="4475325"/>
              <a:ext cx="23800" cy="23475"/>
            </a:xfrm>
            <a:custGeom>
              <a:rect b="b" l="l" r="r" t="t"/>
              <a:pathLst>
                <a:path extrusionOk="0" h="939" w="952">
                  <a:moveTo>
                    <a:pt x="1" y="1"/>
                  </a:moveTo>
                  <a:lnTo>
                    <a:pt x="1" y="939"/>
                  </a:lnTo>
                  <a:lnTo>
                    <a:pt x="951" y="939"/>
                  </a:lnTo>
                  <a:lnTo>
                    <a:pt x="951"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45"/>
            <p:cNvSpPr/>
            <p:nvPr/>
          </p:nvSpPr>
          <p:spPr>
            <a:xfrm>
              <a:off x="759050" y="4451875"/>
              <a:ext cx="23800" cy="23475"/>
            </a:xfrm>
            <a:custGeom>
              <a:rect b="b" l="l" r="r" t="t"/>
              <a:pathLst>
                <a:path extrusionOk="0" h="939" w="952">
                  <a:moveTo>
                    <a:pt x="1" y="1"/>
                  </a:moveTo>
                  <a:lnTo>
                    <a:pt x="1" y="939"/>
                  </a:lnTo>
                  <a:lnTo>
                    <a:pt x="951" y="939"/>
                  </a:lnTo>
                  <a:lnTo>
                    <a:pt x="95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45"/>
            <p:cNvSpPr/>
            <p:nvPr/>
          </p:nvSpPr>
          <p:spPr>
            <a:xfrm>
              <a:off x="735600" y="4545400"/>
              <a:ext cx="23475" cy="23475"/>
            </a:xfrm>
            <a:custGeom>
              <a:rect b="b" l="l" r="r" t="t"/>
              <a:pathLst>
                <a:path extrusionOk="0" h="939" w="939">
                  <a:moveTo>
                    <a:pt x="0" y="0"/>
                  </a:moveTo>
                  <a:lnTo>
                    <a:pt x="0" y="939"/>
                  </a:lnTo>
                  <a:lnTo>
                    <a:pt x="939" y="939"/>
                  </a:lnTo>
                  <a:lnTo>
                    <a:pt x="9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45"/>
            <p:cNvSpPr/>
            <p:nvPr/>
          </p:nvSpPr>
          <p:spPr>
            <a:xfrm>
              <a:off x="735600" y="4522225"/>
              <a:ext cx="23475" cy="23200"/>
            </a:xfrm>
            <a:custGeom>
              <a:rect b="b" l="l" r="r" t="t"/>
              <a:pathLst>
                <a:path extrusionOk="0" h="928" w="939">
                  <a:moveTo>
                    <a:pt x="0" y="1"/>
                  </a:moveTo>
                  <a:lnTo>
                    <a:pt x="0" y="927"/>
                  </a:lnTo>
                  <a:lnTo>
                    <a:pt x="939" y="927"/>
                  </a:lnTo>
                  <a:lnTo>
                    <a:pt x="93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45"/>
            <p:cNvSpPr/>
            <p:nvPr/>
          </p:nvSpPr>
          <p:spPr>
            <a:xfrm>
              <a:off x="735600" y="4498775"/>
              <a:ext cx="23475" cy="23475"/>
            </a:xfrm>
            <a:custGeom>
              <a:rect b="b" l="l" r="r" t="t"/>
              <a:pathLst>
                <a:path extrusionOk="0" h="939" w="939">
                  <a:moveTo>
                    <a:pt x="0" y="1"/>
                  </a:moveTo>
                  <a:lnTo>
                    <a:pt x="0" y="939"/>
                  </a:lnTo>
                  <a:lnTo>
                    <a:pt x="939" y="939"/>
                  </a:lnTo>
                  <a:lnTo>
                    <a:pt x="939"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45"/>
            <p:cNvSpPr/>
            <p:nvPr/>
          </p:nvSpPr>
          <p:spPr>
            <a:xfrm>
              <a:off x="735600" y="4475325"/>
              <a:ext cx="23475" cy="23475"/>
            </a:xfrm>
            <a:custGeom>
              <a:rect b="b" l="l" r="r" t="t"/>
              <a:pathLst>
                <a:path extrusionOk="0" h="939" w="939">
                  <a:moveTo>
                    <a:pt x="0" y="1"/>
                  </a:moveTo>
                  <a:lnTo>
                    <a:pt x="0" y="939"/>
                  </a:lnTo>
                  <a:lnTo>
                    <a:pt x="939" y="939"/>
                  </a:lnTo>
                  <a:lnTo>
                    <a:pt x="939"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45"/>
            <p:cNvSpPr/>
            <p:nvPr/>
          </p:nvSpPr>
          <p:spPr>
            <a:xfrm>
              <a:off x="735600" y="4451875"/>
              <a:ext cx="23475" cy="23475"/>
            </a:xfrm>
            <a:custGeom>
              <a:rect b="b" l="l" r="r" t="t"/>
              <a:pathLst>
                <a:path extrusionOk="0" h="939" w="939">
                  <a:moveTo>
                    <a:pt x="0" y="1"/>
                  </a:moveTo>
                  <a:lnTo>
                    <a:pt x="0" y="939"/>
                  </a:lnTo>
                  <a:lnTo>
                    <a:pt x="939" y="939"/>
                  </a:lnTo>
                  <a:lnTo>
                    <a:pt x="9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45"/>
            <p:cNvSpPr/>
            <p:nvPr/>
          </p:nvSpPr>
          <p:spPr>
            <a:xfrm>
              <a:off x="712150" y="4545400"/>
              <a:ext cx="23475" cy="23475"/>
            </a:xfrm>
            <a:custGeom>
              <a:rect b="b" l="l" r="r" t="t"/>
              <a:pathLst>
                <a:path extrusionOk="0" h="939" w="939">
                  <a:moveTo>
                    <a:pt x="0" y="0"/>
                  </a:moveTo>
                  <a:lnTo>
                    <a:pt x="0" y="939"/>
                  </a:lnTo>
                  <a:lnTo>
                    <a:pt x="938" y="939"/>
                  </a:lnTo>
                  <a:lnTo>
                    <a:pt x="93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45"/>
            <p:cNvSpPr/>
            <p:nvPr/>
          </p:nvSpPr>
          <p:spPr>
            <a:xfrm>
              <a:off x="712150"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45"/>
            <p:cNvSpPr/>
            <p:nvPr/>
          </p:nvSpPr>
          <p:spPr>
            <a:xfrm>
              <a:off x="712150" y="449877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45"/>
            <p:cNvSpPr/>
            <p:nvPr/>
          </p:nvSpPr>
          <p:spPr>
            <a:xfrm>
              <a:off x="712150" y="4475325"/>
              <a:ext cx="23475" cy="23475"/>
            </a:xfrm>
            <a:custGeom>
              <a:rect b="b" l="l" r="r" t="t"/>
              <a:pathLst>
                <a:path extrusionOk="0" h="939" w="939">
                  <a:moveTo>
                    <a:pt x="0" y="1"/>
                  </a:moveTo>
                  <a:lnTo>
                    <a:pt x="0" y="939"/>
                  </a:lnTo>
                  <a:lnTo>
                    <a:pt x="938" y="939"/>
                  </a:lnTo>
                  <a:lnTo>
                    <a:pt x="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45"/>
            <p:cNvSpPr/>
            <p:nvPr/>
          </p:nvSpPr>
          <p:spPr>
            <a:xfrm>
              <a:off x="688700" y="4545400"/>
              <a:ext cx="23475" cy="23475"/>
            </a:xfrm>
            <a:custGeom>
              <a:rect b="b" l="l" r="r" t="t"/>
              <a:pathLst>
                <a:path extrusionOk="0" h="939" w="939">
                  <a:moveTo>
                    <a:pt x="0" y="0"/>
                  </a:moveTo>
                  <a:lnTo>
                    <a:pt x="0" y="939"/>
                  </a:lnTo>
                  <a:lnTo>
                    <a:pt x="938" y="939"/>
                  </a:lnTo>
                  <a:lnTo>
                    <a:pt x="938"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45"/>
            <p:cNvSpPr/>
            <p:nvPr/>
          </p:nvSpPr>
          <p:spPr>
            <a:xfrm>
              <a:off x="688700" y="4522225"/>
              <a:ext cx="23475" cy="23200"/>
            </a:xfrm>
            <a:custGeom>
              <a:rect b="b" l="l" r="r" t="t"/>
              <a:pathLst>
                <a:path extrusionOk="0" h="928" w="939">
                  <a:moveTo>
                    <a:pt x="0" y="1"/>
                  </a:moveTo>
                  <a:lnTo>
                    <a:pt x="0" y="927"/>
                  </a:lnTo>
                  <a:lnTo>
                    <a:pt x="938" y="927"/>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45"/>
            <p:cNvSpPr/>
            <p:nvPr/>
          </p:nvSpPr>
          <p:spPr>
            <a:xfrm>
              <a:off x="688700" y="4498775"/>
              <a:ext cx="23475" cy="23475"/>
            </a:xfrm>
            <a:custGeom>
              <a:rect b="b" l="l" r="r" t="t"/>
              <a:pathLst>
                <a:path extrusionOk="0" h="939" w="939">
                  <a:moveTo>
                    <a:pt x="0" y="1"/>
                  </a:moveTo>
                  <a:lnTo>
                    <a:pt x="0" y="939"/>
                  </a:lnTo>
                  <a:lnTo>
                    <a:pt x="938" y="939"/>
                  </a:lnTo>
                  <a:lnTo>
                    <a:pt x="938" y="1"/>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45"/>
            <p:cNvSpPr/>
            <p:nvPr/>
          </p:nvSpPr>
          <p:spPr>
            <a:xfrm>
              <a:off x="688700" y="4475325"/>
              <a:ext cx="23475" cy="23475"/>
            </a:xfrm>
            <a:custGeom>
              <a:rect b="b" l="l" r="r" t="t"/>
              <a:pathLst>
                <a:path extrusionOk="0" h="939" w="939">
                  <a:moveTo>
                    <a:pt x="0" y="1"/>
                  </a:moveTo>
                  <a:lnTo>
                    <a:pt x="0" y="939"/>
                  </a:lnTo>
                  <a:lnTo>
                    <a:pt x="938" y="939"/>
                  </a:lnTo>
                  <a:lnTo>
                    <a:pt x="9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45"/>
            <p:cNvSpPr/>
            <p:nvPr/>
          </p:nvSpPr>
          <p:spPr>
            <a:xfrm>
              <a:off x="664950" y="4545400"/>
              <a:ext cx="23775" cy="23475"/>
            </a:xfrm>
            <a:custGeom>
              <a:rect b="b" l="l" r="r" t="t"/>
              <a:pathLst>
                <a:path extrusionOk="0" h="939" w="951">
                  <a:moveTo>
                    <a:pt x="1" y="0"/>
                  </a:moveTo>
                  <a:lnTo>
                    <a:pt x="1" y="939"/>
                  </a:lnTo>
                  <a:lnTo>
                    <a:pt x="950" y="939"/>
                  </a:lnTo>
                  <a:lnTo>
                    <a:pt x="950" y="0"/>
                  </a:lnTo>
                  <a:close/>
                </a:path>
              </a:pathLst>
            </a:custGeom>
            <a:solidFill>
              <a:srgbClr val="B2B5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45"/>
            <p:cNvSpPr/>
            <p:nvPr/>
          </p:nvSpPr>
          <p:spPr>
            <a:xfrm>
              <a:off x="664950" y="4522225"/>
              <a:ext cx="23775" cy="23200"/>
            </a:xfrm>
            <a:custGeom>
              <a:rect b="b" l="l" r="r" t="t"/>
              <a:pathLst>
                <a:path extrusionOk="0" h="928" w="951">
                  <a:moveTo>
                    <a:pt x="1" y="1"/>
                  </a:moveTo>
                  <a:lnTo>
                    <a:pt x="1" y="927"/>
                  </a:lnTo>
                  <a:lnTo>
                    <a:pt x="950" y="927"/>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45"/>
            <p:cNvSpPr/>
            <p:nvPr/>
          </p:nvSpPr>
          <p:spPr>
            <a:xfrm>
              <a:off x="664950" y="4498775"/>
              <a:ext cx="23775" cy="23475"/>
            </a:xfrm>
            <a:custGeom>
              <a:rect b="b" l="l" r="r" t="t"/>
              <a:pathLst>
                <a:path extrusionOk="0" h="939" w="951">
                  <a:moveTo>
                    <a:pt x="1" y="1"/>
                  </a:moveTo>
                  <a:lnTo>
                    <a:pt x="1" y="939"/>
                  </a:lnTo>
                  <a:lnTo>
                    <a:pt x="950" y="939"/>
                  </a:lnTo>
                  <a:lnTo>
                    <a:pt x="9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45"/>
            <p:cNvSpPr/>
            <p:nvPr/>
          </p:nvSpPr>
          <p:spPr>
            <a:xfrm>
              <a:off x="641500" y="4545400"/>
              <a:ext cx="23475" cy="23475"/>
            </a:xfrm>
            <a:custGeom>
              <a:rect b="b" l="l" r="r" t="t"/>
              <a:pathLst>
                <a:path extrusionOk="0" h="939" w="939">
                  <a:moveTo>
                    <a:pt x="1" y="0"/>
                  </a:moveTo>
                  <a:lnTo>
                    <a:pt x="1" y="939"/>
                  </a:lnTo>
                  <a:lnTo>
                    <a:pt x="939" y="939"/>
                  </a:lnTo>
                  <a:lnTo>
                    <a:pt x="9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0" name="Google Shape;5740;p45"/>
          <p:cNvGrpSpPr/>
          <p:nvPr/>
        </p:nvGrpSpPr>
        <p:grpSpPr>
          <a:xfrm>
            <a:off x="4262844" y="3928267"/>
            <a:ext cx="309146" cy="337966"/>
            <a:chOff x="306250" y="4311475"/>
            <a:chExt cx="235450" cy="257400"/>
          </a:xfrm>
        </p:grpSpPr>
        <p:sp>
          <p:nvSpPr>
            <p:cNvPr id="5741" name="Google Shape;5741;p45"/>
            <p:cNvSpPr/>
            <p:nvPr/>
          </p:nvSpPr>
          <p:spPr>
            <a:xfrm>
              <a:off x="518225"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45"/>
            <p:cNvSpPr/>
            <p:nvPr/>
          </p:nvSpPr>
          <p:spPr>
            <a:xfrm>
              <a:off x="47100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45"/>
            <p:cNvSpPr/>
            <p:nvPr/>
          </p:nvSpPr>
          <p:spPr>
            <a:xfrm>
              <a:off x="471000" y="4404975"/>
              <a:ext cx="23475" cy="23475"/>
            </a:xfrm>
            <a:custGeom>
              <a:rect b="b" l="l" r="r" t="t"/>
              <a:pathLst>
                <a:path extrusionOk="0" h="939" w="939">
                  <a:moveTo>
                    <a:pt x="1" y="0"/>
                  </a:moveTo>
                  <a:lnTo>
                    <a:pt x="1" y="939"/>
                  </a:lnTo>
                  <a:lnTo>
                    <a:pt x="939" y="939"/>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45"/>
            <p:cNvSpPr/>
            <p:nvPr/>
          </p:nvSpPr>
          <p:spPr>
            <a:xfrm>
              <a:off x="44755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45"/>
            <p:cNvSpPr/>
            <p:nvPr/>
          </p:nvSpPr>
          <p:spPr>
            <a:xfrm>
              <a:off x="400350" y="4428425"/>
              <a:ext cx="47225" cy="46925"/>
            </a:xfrm>
            <a:custGeom>
              <a:rect b="b" l="l" r="r" t="t"/>
              <a:pathLst>
                <a:path extrusionOk="0" h="1877" w="1889">
                  <a:moveTo>
                    <a:pt x="1" y="1"/>
                  </a:moveTo>
                  <a:lnTo>
                    <a:pt x="1" y="939"/>
                  </a:lnTo>
                  <a:lnTo>
                    <a:pt x="1" y="1877"/>
                  </a:lnTo>
                  <a:lnTo>
                    <a:pt x="1889" y="1877"/>
                  </a:lnTo>
                  <a:lnTo>
                    <a:pt x="1889" y="939"/>
                  </a:lnTo>
                  <a:lnTo>
                    <a:pt x="188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45"/>
            <p:cNvSpPr/>
            <p:nvPr/>
          </p:nvSpPr>
          <p:spPr>
            <a:xfrm>
              <a:off x="400350" y="4358075"/>
              <a:ext cx="23500" cy="23475"/>
            </a:xfrm>
            <a:custGeom>
              <a:rect b="b" l="l" r="r" t="t"/>
              <a:pathLst>
                <a:path extrusionOk="0" h="939" w="940">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45"/>
            <p:cNvSpPr/>
            <p:nvPr/>
          </p:nvSpPr>
          <p:spPr>
            <a:xfrm>
              <a:off x="376900" y="4381525"/>
              <a:ext cx="23475" cy="23475"/>
            </a:xfrm>
            <a:custGeom>
              <a:rect b="b" l="l" r="r" t="t"/>
              <a:pathLst>
                <a:path extrusionOk="0" h="939" w="939">
                  <a:moveTo>
                    <a:pt x="1" y="0"/>
                  </a:moveTo>
                  <a:lnTo>
                    <a:pt x="1" y="938"/>
                  </a:lnTo>
                  <a:lnTo>
                    <a:pt x="939" y="938"/>
                  </a:lnTo>
                  <a:lnTo>
                    <a:pt x="939" y="0"/>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45"/>
            <p:cNvSpPr/>
            <p:nvPr/>
          </p:nvSpPr>
          <p:spPr>
            <a:xfrm>
              <a:off x="353450" y="4451875"/>
              <a:ext cx="23475" cy="46925"/>
            </a:xfrm>
            <a:custGeom>
              <a:rect b="b" l="l" r="r" t="t"/>
              <a:pathLst>
                <a:path extrusionOk="0" h="1877" w="939">
                  <a:moveTo>
                    <a:pt x="1" y="1"/>
                  </a:moveTo>
                  <a:lnTo>
                    <a:pt x="1" y="939"/>
                  </a:lnTo>
                  <a:lnTo>
                    <a:pt x="1" y="1877"/>
                  </a:lnTo>
                  <a:lnTo>
                    <a:pt x="939" y="1877"/>
                  </a:lnTo>
                  <a:lnTo>
                    <a:pt x="939" y="939"/>
                  </a:lnTo>
                  <a:lnTo>
                    <a:pt x="939" y="1"/>
                  </a:lnTo>
                  <a:close/>
                </a:path>
              </a:pathLst>
            </a:custGeom>
            <a:solidFill>
              <a:srgbClr val="4C7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45"/>
            <p:cNvSpPr/>
            <p:nvPr/>
          </p:nvSpPr>
          <p:spPr>
            <a:xfrm>
              <a:off x="400350" y="4311475"/>
              <a:ext cx="23500" cy="23475"/>
            </a:xfrm>
            <a:custGeom>
              <a:rect b="b" l="l" r="r" t="t"/>
              <a:pathLst>
                <a:path extrusionOk="0" h="939" w="940">
                  <a:moveTo>
                    <a:pt x="1" y="1"/>
                  </a:moveTo>
                  <a:lnTo>
                    <a:pt x="1" y="939"/>
                  </a:lnTo>
                  <a:lnTo>
                    <a:pt x="939" y="939"/>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45"/>
            <p:cNvSpPr/>
            <p:nvPr/>
          </p:nvSpPr>
          <p:spPr>
            <a:xfrm>
              <a:off x="376900" y="4334925"/>
              <a:ext cx="23475" cy="23175"/>
            </a:xfrm>
            <a:custGeom>
              <a:rect b="b" l="l" r="r" t="t"/>
              <a:pathLst>
                <a:path extrusionOk="0" h="927" w="939">
                  <a:moveTo>
                    <a:pt x="1" y="1"/>
                  </a:moveTo>
                  <a:lnTo>
                    <a:pt x="1" y="926"/>
                  </a:lnTo>
                  <a:lnTo>
                    <a:pt x="939" y="926"/>
                  </a:lnTo>
                  <a:lnTo>
                    <a:pt x="939" y="1"/>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45"/>
            <p:cNvSpPr/>
            <p:nvPr/>
          </p:nvSpPr>
          <p:spPr>
            <a:xfrm>
              <a:off x="353450" y="4358075"/>
              <a:ext cx="23475" cy="23475"/>
            </a:xfrm>
            <a:custGeom>
              <a:rect b="b" l="l" r="r" t="t"/>
              <a:pathLst>
                <a:path extrusionOk="0" h="939" w="939">
                  <a:moveTo>
                    <a:pt x="1" y="0"/>
                  </a:moveTo>
                  <a:lnTo>
                    <a:pt x="1" y="938"/>
                  </a:lnTo>
                  <a:lnTo>
                    <a:pt x="939" y="938"/>
                  </a:lnTo>
                  <a:lnTo>
                    <a:pt x="939"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45"/>
            <p:cNvSpPr/>
            <p:nvPr/>
          </p:nvSpPr>
          <p:spPr>
            <a:xfrm>
              <a:off x="329700" y="4381525"/>
              <a:ext cx="23775" cy="23475"/>
            </a:xfrm>
            <a:custGeom>
              <a:rect b="b" l="l" r="r" t="t"/>
              <a:pathLst>
                <a:path extrusionOk="0" h="939" w="951">
                  <a:moveTo>
                    <a:pt x="0" y="0"/>
                  </a:moveTo>
                  <a:lnTo>
                    <a:pt x="0" y="938"/>
                  </a:lnTo>
                  <a:lnTo>
                    <a:pt x="951" y="938"/>
                  </a:lnTo>
                  <a:lnTo>
                    <a:pt x="951"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45"/>
            <p:cNvSpPr/>
            <p:nvPr/>
          </p:nvSpPr>
          <p:spPr>
            <a:xfrm>
              <a:off x="306250" y="4404975"/>
              <a:ext cx="23475" cy="93825"/>
            </a:xfrm>
            <a:custGeom>
              <a:rect b="b" l="l" r="r" t="t"/>
              <a:pathLst>
                <a:path extrusionOk="0" h="3753" w="939">
                  <a:moveTo>
                    <a:pt x="0" y="0"/>
                  </a:moveTo>
                  <a:lnTo>
                    <a:pt x="0" y="939"/>
                  </a:lnTo>
                  <a:lnTo>
                    <a:pt x="0" y="1877"/>
                  </a:lnTo>
                  <a:lnTo>
                    <a:pt x="0" y="2815"/>
                  </a:lnTo>
                  <a:lnTo>
                    <a:pt x="0" y="3753"/>
                  </a:lnTo>
                  <a:lnTo>
                    <a:pt x="938" y="3753"/>
                  </a:lnTo>
                  <a:lnTo>
                    <a:pt x="938" y="2815"/>
                  </a:lnTo>
                  <a:lnTo>
                    <a:pt x="938" y="1877"/>
                  </a:lnTo>
                  <a:lnTo>
                    <a:pt x="938" y="939"/>
                  </a:lnTo>
                  <a:lnTo>
                    <a:pt x="938" y="0"/>
                  </a:lnTo>
                  <a:close/>
                </a:path>
              </a:pathLst>
            </a:custGeom>
            <a:solidFill>
              <a:srgbClr val="9BE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45"/>
            <p:cNvSpPr/>
            <p:nvPr/>
          </p:nvSpPr>
          <p:spPr>
            <a:xfrm>
              <a:off x="400350" y="4498775"/>
              <a:ext cx="47225" cy="70100"/>
            </a:xfrm>
            <a:custGeom>
              <a:rect b="b" l="l" r="r" t="t"/>
              <a:pathLst>
                <a:path extrusionOk="0" h="2804" w="1889">
                  <a:moveTo>
                    <a:pt x="1" y="1"/>
                  </a:moveTo>
                  <a:lnTo>
                    <a:pt x="1" y="939"/>
                  </a:lnTo>
                  <a:lnTo>
                    <a:pt x="1" y="1865"/>
                  </a:lnTo>
                  <a:lnTo>
                    <a:pt x="1" y="2804"/>
                  </a:lnTo>
                  <a:lnTo>
                    <a:pt x="1889" y="2804"/>
                  </a:lnTo>
                  <a:lnTo>
                    <a:pt x="1889" y="1865"/>
                  </a:lnTo>
                  <a:lnTo>
                    <a:pt x="1889" y="939"/>
                  </a:lnTo>
                  <a:lnTo>
                    <a:pt x="1889" y="1"/>
                  </a:lnTo>
                  <a:close/>
                </a:path>
              </a:pathLst>
            </a:custGeom>
            <a:solidFill>
              <a:srgbClr val="C96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45"/>
            <p:cNvSpPr/>
            <p:nvPr/>
          </p:nvSpPr>
          <p:spPr>
            <a:xfrm>
              <a:off x="400350" y="4475325"/>
              <a:ext cx="47225" cy="23475"/>
            </a:xfrm>
            <a:custGeom>
              <a:rect b="b" l="l" r="r" t="t"/>
              <a:pathLst>
                <a:path extrusionOk="0" h="939" w="1889">
                  <a:moveTo>
                    <a:pt x="1" y="1"/>
                  </a:moveTo>
                  <a:lnTo>
                    <a:pt x="1" y="939"/>
                  </a:lnTo>
                  <a:lnTo>
                    <a:pt x="1889" y="939"/>
                  </a:lnTo>
                  <a:lnTo>
                    <a:pt x="1889" y="1"/>
                  </a:lnTo>
                  <a:close/>
                </a:path>
              </a:pathLst>
            </a:custGeom>
            <a:solidFill>
              <a:srgbClr val="8738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45"/>
            <p:cNvSpPr/>
            <p:nvPr/>
          </p:nvSpPr>
          <p:spPr>
            <a:xfrm>
              <a:off x="329700" y="4311475"/>
              <a:ext cx="212000" cy="140425"/>
            </a:xfrm>
            <a:custGeom>
              <a:rect b="b" l="l" r="r" t="t"/>
              <a:pathLst>
                <a:path extrusionOk="0" h="5617" w="8480">
                  <a:moveTo>
                    <a:pt x="5653" y="2802"/>
                  </a:moveTo>
                  <a:lnTo>
                    <a:pt x="5653" y="3740"/>
                  </a:lnTo>
                  <a:lnTo>
                    <a:pt x="6591" y="3740"/>
                  </a:lnTo>
                  <a:lnTo>
                    <a:pt x="6591" y="4679"/>
                  </a:lnTo>
                  <a:lnTo>
                    <a:pt x="5653" y="4679"/>
                  </a:lnTo>
                  <a:lnTo>
                    <a:pt x="5653" y="3740"/>
                  </a:lnTo>
                  <a:lnTo>
                    <a:pt x="4715" y="3740"/>
                  </a:lnTo>
                  <a:lnTo>
                    <a:pt x="4715" y="2802"/>
                  </a:lnTo>
                  <a:close/>
                  <a:moveTo>
                    <a:pt x="3765" y="1"/>
                  </a:moveTo>
                  <a:lnTo>
                    <a:pt x="3765" y="939"/>
                  </a:lnTo>
                  <a:lnTo>
                    <a:pt x="2827" y="939"/>
                  </a:lnTo>
                  <a:lnTo>
                    <a:pt x="2827" y="1864"/>
                  </a:lnTo>
                  <a:lnTo>
                    <a:pt x="3765" y="1864"/>
                  </a:lnTo>
                  <a:lnTo>
                    <a:pt x="3765" y="2802"/>
                  </a:lnTo>
                  <a:lnTo>
                    <a:pt x="2827" y="2802"/>
                  </a:lnTo>
                  <a:lnTo>
                    <a:pt x="2827" y="3740"/>
                  </a:lnTo>
                  <a:lnTo>
                    <a:pt x="1889" y="3740"/>
                  </a:lnTo>
                  <a:lnTo>
                    <a:pt x="1889" y="2802"/>
                  </a:lnTo>
                  <a:lnTo>
                    <a:pt x="951" y="2802"/>
                  </a:lnTo>
                  <a:lnTo>
                    <a:pt x="951" y="3740"/>
                  </a:lnTo>
                  <a:lnTo>
                    <a:pt x="0" y="3740"/>
                  </a:lnTo>
                  <a:lnTo>
                    <a:pt x="0" y="4679"/>
                  </a:lnTo>
                  <a:lnTo>
                    <a:pt x="0" y="5617"/>
                  </a:lnTo>
                  <a:lnTo>
                    <a:pt x="2827" y="5617"/>
                  </a:lnTo>
                  <a:lnTo>
                    <a:pt x="2827" y="4679"/>
                  </a:lnTo>
                  <a:lnTo>
                    <a:pt x="4715" y="4679"/>
                  </a:lnTo>
                  <a:lnTo>
                    <a:pt x="4715" y="5617"/>
                  </a:lnTo>
                  <a:lnTo>
                    <a:pt x="8480" y="5617"/>
                  </a:lnTo>
                  <a:lnTo>
                    <a:pt x="8480" y="4679"/>
                  </a:lnTo>
                  <a:lnTo>
                    <a:pt x="8480" y="3740"/>
                  </a:lnTo>
                  <a:lnTo>
                    <a:pt x="7542" y="3740"/>
                  </a:lnTo>
                  <a:lnTo>
                    <a:pt x="7542" y="2802"/>
                  </a:lnTo>
                  <a:lnTo>
                    <a:pt x="6591" y="2802"/>
                  </a:lnTo>
                  <a:lnTo>
                    <a:pt x="6591" y="1864"/>
                  </a:lnTo>
                  <a:lnTo>
                    <a:pt x="5653" y="1864"/>
                  </a:lnTo>
                  <a:lnTo>
                    <a:pt x="5653" y="939"/>
                  </a:lnTo>
                  <a:lnTo>
                    <a:pt x="4715" y="939"/>
                  </a:lnTo>
                  <a:lnTo>
                    <a:pt x="4715" y="1"/>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45"/>
            <p:cNvSpPr/>
            <p:nvPr/>
          </p:nvSpPr>
          <p:spPr>
            <a:xfrm>
              <a:off x="376900" y="4358075"/>
              <a:ext cx="23475" cy="23475"/>
            </a:xfrm>
            <a:custGeom>
              <a:rect b="b" l="l" r="r" t="t"/>
              <a:pathLst>
                <a:path extrusionOk="0" h="939" w="939">
                  <a:moveTo>
                    <a:pt x="1" y="0"/>
                  </a:moveTo>
                  <a:lnTo>
                    <a:pt x="1" y="938"/>
                  </a:lnTo>
                  <a:lnTo>
                    <a:pt x="939" y="938"/>
                  </a:lnTo>
                  <a:lnTo>
                    <a:pt x="939" y="0"/>
                  </a:lnTo>
                  <a:close/>
                </a:path>
              </a:pathLst>
            </a:custGeom>
            <a:solidFill>
              <a:srgbClr val="79B3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8" name="Google Shape;5758;p45"/>
          <p:cNvGrpSpPr/>
          <p:nvPr/>
        </p:nvGrpSpPr>
        <p:grpSpPr>
          <a:xfrm>
            <a:off x="1562558" y="723976"/>
            <a:ext cx="366189" cy="349806"/>
            <a:chOff x="255150" y="1482125"/>
            <a:chExt cx="174725" cy="166900"/>
          </a:xfrm>
        </p:grpSpPr>
        <p:sp>
          <p:nvSpPr>
            <p:cNvPr id="5759" name="Google Shape;5759;p45"/>
            <p:cNvSpPr/>
            <p:nvPr/>
          </p:nvSpPr>
          <p:spPr>
            <a:xfrm>
              <a:off x="337225" y="1521525"/>
              <a:ext cx="17775" cy="17750"/>
            </a:xfrm>
            <a:custGeom>
              <a:rect b="b" l="l" r="r" t="t"/>
              <a:pathLst>
                <a:path extrusionOk="0" h="710" w="711">
                  <a:moveTo>
                    <a:pt x="373" y="0"/>
                  </a:moveTo>
                  <a:lnTo>
                    <a:pt x="1" y="337"/>
                  </a:lnTo>
                  <a:lnTo>
                    <a:pt x="325" y="709"/>
                  </a:lnTo>
                  <a:lnTo>
                    <a:pt x="710" y="372"/>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45"/>
            <p:cNvSpPr/>
            <p:nvPr/>
          </p:nvSpPr>
          <p:spPr>
            <a:xfrm>
              <a:off x="338450" y="1504075"/>
              <a:ext cx="17450" cy="17475"/>
            </a:xfrm>
            <a:custGeom>
              <a:rect b="b" l="l" r="r" t="t"/>
              <a:pathLst>
                <a:path extrusionOk="0" h="699" w="698">
                  <a:moveTo>
                    <a:pt x="372" y="1"/>
                  </a:moveTo>
                  <a:lnTo>
                    <a:pt x="0" y="325"/>
                  </a:lnTo>
                  <a:lnTo>
                    <a:pt x="324" y="698"/>
                  </a:lnTo>
                  <a:lnTo>
                    <a:pt x="698" y="373"/>
                  </a:lnTo>
                  <a:lnTo>
                    <a:pt x="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45"/>
            <p:cNvSpPr/>
            <p:nvPr/>
          </p:nvSpPr>
          <p:spPr>
            <a:xfrm>
              <a:off x="339650" y="1486325"/>
              <a:ext cx="17450" cy="17775"/>
            </a:xfrm>
            <a:custGeom>
              <a:rect b="b" l="l" r="r" t="t"/>
              <a:pathLst>
                <a:path extrusionOk="0" h="711" w="698">
                  <a:moveTo>
                    <a:pt x="373" y="0"/>
                  </a:moveTo>
                  <a:lnTo>
                    <a:pt x="0" y="337"/>
                  </a:lnTo>
                  <a:lnTo>
                    <a:pt x="324" y="711"/>
                  </a:lnTo>
                  <a:lnTo>
                    <a:pt x="698" y="374"/>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45"/>
            <p:cNvSpPr/>
            <p:nvPr/>
          </p:nvSpPr>
          <p:spPr>
            <a:xfrm>
              <a:off x="321900" y="1485425"/>
              <a:ext cx="17775" cy="17475"/>
            </a:xfrm>
            <a:custGeom>
              <a:rect b="b" l="l" r="r" t="t"/>
              <a:pathLst>
                <a:path extrusionOk="0" h="699" w="711">
                  <a:moveTo>
                    <a:pt x="373" y="1"/>
                  </a:moveTo>
                  <a:lnTo>
                    <a:pt x="0" y="325"/>
                  </a:lnTo>
                  <a:lnTo>
                    <a:pt x="337" y="698"/>
                  </a:lnTo>
                  <a:lnTo>
                    <a:pt x="710" y="373"/>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45"/>
            <p:cNvSpPr/>
            <p:nvPr/>
          </p:nvSpPr>
          <p:spPr>
            <a:xfrm>
              <a:off x="304450" y="1484225"/>
              <a:ext cx="17475" cy="17750"/>
            </a:xfrm>
            <a:custGeom>
              <a:rect b="b" l="l" r="r" t="t"/>
              <a:pathLst>
                <a:path extrusionOk="0" h="710" w="699">
                  <a:moveTo>
                    <a:pt x="374" y="1"/>
                  </a:moveTo>
                  <a:lnTo>
                    <a:pt x="1" y="325"/>
                  </a:lnTo>
                  <a:lnTo>
                    <a:pt x="326" y="710"/>
                  </a:lnTo>
                  <a:lnTo>
                    <a:pt x="698" y="373"/>
                  </a:lnTo>
                  <a:lnTo>
                    <a:pt x="3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45"/>
            <p:cNvSpPr/>
            <p:nvPr/>
          </p:nvSpPr>
          <p:spPr>
            <a:xfrm>
              <a:off x="286725" y="1483025"/>
              <a:ext cx="17750" cy="17750"/>
            </a:xfrm>
            <a:custGeom>
              <a:rect b="b" l="l" r="r" t="t"/>
              <a:pathLst>
                <a:path extrusionOk="0" h="710" w="710">
                  <a:moveTo>
                    <a:pt x="373" y="1"/>
                  </a:moveTo>
                  <a:lnTo>
                    <a:pt x="0" y="337"/>
                  </a:lnTo>
                  <a:lnTo>
                    <a:pt x="325" y="710"/>
                  </a:lnTo>
                  <a:lnTo>
                    <a:pt x="710" y="373"/>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45"/>
            <p:cNvSpPr/>
            <p:nvPr/>
          </p:nvSpPr>
          <p:spPr>
            <a:xfrm>
              <a:off x="269275" y="1482125"/>
              <a:ext cx="17475" cy="17450"/>
            </a:xfrm>
            <a:custGeom>
              <a:rect b="b" l="l" r="r" t="t"/>
              <a:pathLst>
                <a:path extrusionOk="0" h="698" w="699">
                  <a:moveTo>
                    <a:pt x="373" y="0"/>
                  </a:moveTo>
                  <a:lnTo>
                    <a:pt x="1" y="325"/>
                  </a:lnTo>
                  <a:lnTo>
                    <a:pt x="325" y="698"/>
                  </a:lnTo>
                  <a:lnTo>
                    <a:pt x="698" y="373"/>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45"/>
            <p:cNvSpPr/>
            <p:nvPr/>
          </p:nvSpPr>
          <p:spPr>
            <a:xfrm>
              <a:off x="259675" y="1490250"/>
              <a:ext cx="17750" cy="17750"/>
            </a:xfrm>
            <a:custGeom>
              <a:rect b="b" l="l" r="r" t="t"/>
              <a:pathLst>
                <a:path extrusionOk="0" h="710" w="710">
                  <a:moveTo>
                    <a:pt x="385" y="0"/>
                  </a:moveTo>
                  <a:lnTo>
                    <a:pt x="0" y="337"/>
                  </a:lnTo>
                  <a:lnTo>
                    <a:pt x="337" y="709"/>
                  </a:lnTo>
                  <a:lnTo>
                    <a:pt x="709" y="373"/>
                  </a:lnTo>
                  <a:lnTo>
                    <a:pt x="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45"/>
            <p:cNvSpPr/>
            <p:nvPr/>
          </p:nvSpPr>
          <p:spPr>
            <a:xfrm>
              <a:off x="258750" y="1507975"/>
              <a:ext cx="17450" cy="17450"/>
            </a:xfrm>
            <a:custGeom>
              <a:rect b="b" l="l" r="r" t="t"/>
              <a:pathLst>
                <a:path extrusionOk="0" h="698" w="698">
                  <a:moveTo>
                    <a:pt x="374" y="0"/>
                  </a:moveTo>
                  <a:lnTo>
                    <a:pt x="0" y="326"/>
                  </a:lnTo>
                  <a:lnTo>
                    <a:pt x="326" y="698"/>
                  </a:lnTo>
                  <a:lnTo>
                    <a:pt x="698" y="374"/>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45"/>
            <p:cNvSpPr/>
            <p:nvPr/>
          </p:nvSpPr>
          <p:spPr>
            <a:xfrm>
              <a:off x="257550" y="1525400"/>
              <a:ext cx="17450" cy="17800"/>
            </a:xfrm>
            <a:custGeom>
              <a:rect b="b" l="l" r="r" t="t"/>
              <a:pathLst>
                <a:path extrusionOk="0" h="712" w="698">
                  <a:moveTo>
                    <a:pt x="374" y="1"/>
                  </a:moveTo>
                  <a:lnTo>
                    <a:pt x="0" y="338"/>
                  </a:lnTo>
                  <a:lnTo>
                    <a:pt x="326" y="711"/>
                  </a:lnTo>
                  <a:lnTo>
                    <a:pt x="698" y="374"/>
                  </a:lnTo>
                  <a:lnTo>
                    <a:pt x="3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45"/>
            <p:cNvSpPr/>
            <p:nvPr/>
          </p:nvSpPr>
          <p:spPr>
            <a:xfrm>
              <a:off x="412400" y="1587950"/>
              <a:ext cx="17475" cy="17475"/>
            </a:xfrm>
            <a:custGeom>
              <a:rect b="b" l="l" r="r" t="t"/>
              <a:pathLst>
                <a:path extrusionOk="0" h="699" w="699">
                  <a:moveTo>
                    <a:pt x="373" y="1"/>
                  </a:moveTo>
                  <a:lnTo>
                    <a:pt x="1" y="326"/>
                  </a:lnTo>
                  <a:lnTo>
                    <a:pt x="325" y="698"/>
                  </a:lnTo>
                  <a:lnTo>
                    <a:pt x="698" y="374"/>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45"/>
            <p:cNvSpPr/>
            <p:nvPr/>
          </p:nvSpPr>
          <p:spPr>
            <a:xfrm>
              <a:off x="395850" y="1569300"/>
              <a:ext cx="17775" cy="17475"/>
            </a:xfrm>
            <a:custGeom>
              <a:rect b="b" l="l" r="r" t="t"/>
              <a:pathLst>
                <a:path extrusionOk="0" h="699" w="711">
                  <a:moveTo>
                    <a:pt x="374" y="1"/>
                  </a:moveTo>
                  <a:lnTo>
                    <a:pt x="1" y="326"/>
                  </a:lnTo>
                  <a:lnTo>
                    <a:pt x="326" y="698"/>
                  </a:lnTo>
                  <a:lnTo>
                    <a:pt x="711" y="374"/>
                  </a:lnTo>
                  <a:lnTo>
                    <a:pt x="3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45"/>
            <p:cNvSpPr/>
            <p:nvPr/>
          </p:nvSpPr>
          <p:spPr>
            <a:xfrm>
              <a:off x="330300" y="1494750"/>
              <a:ext cx="17475" cy="17450"/>
            </a:xfrm>
            <a:custGeom>
              <a:rect b="b" l="l" r="r" t="t"/>
              <a:pathLst>
                <a:path extrusionOk="0" h="698" w="699">
                  <a:moveTo>
                    <a:pt x="374" y="0"/>
                  </a:moveTo>
                  <a:lnTo>
                    <a:pt x="1" y="325"/>
                  </a:lnTo>
                  <a:lnTo>
                    <a:pt x="326" y="698"/>
                  </a:lnTo>
                  <a:lnTo>
                    <a:pt x="698" y="374"/>
                  </a:lnTo>
                  <a:lnTo>
                    <a:pt x="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45"/>
            <p:cNvSpPr/>
            <p:nvPr/>
          </p:nvSpPr>
          <p:spPr>
            <a:xfrm>
              <a:off x="411200" y="1605400"/>
              <a:ext cx="17750" cy="17775"/>
            </a:xfrm>
            <a:custGeom>
              <a:rect b="b" l="l" r="r" t="t"/>
              <a:pathLst>
                <a:path extrusionOk="0" h="711" w="710">
                  <a:moveTo>
                    <a:pt x="373" y="0"/>
                  </a:moveTo>
                  <a:lnTo>
                    <a:pt x="1" y="337"/>
                  </a:lnTo>
                  <a:lnTo>
                    <a:pt x="325" y="710"/>
                  </a:lnTo>
                  <a:lnTo>
                    <a:pt x="710" y="373"/>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45"/>
            <p:cNvSpPr/>
            <p:nvPr/>
          </p:nvSpPr>
          <p:spPr>
            <a:xfrm>
              <a:off x="403075" y="1596075"/>
              <a:ext cx="17450" cy="17750"/>
            </a:xfrm>
            <a:custGeom>
              <a:rect b="b" l="l" r="r" t="t"/>
              <a:pathLst>
                <a:path extrusionOk="0" h="710" w="698">
                  <a:moveTo>
                    <a:pt x="374" y="1"/>
                  </a:moveTo>
                  <a:lnTo>
                    <a:pt x="0" y="338"/>
                  </a:lnTo>
                  <a:lnTo>
                    <a:pt x="326" y="710"/>
                  </a:lnTo>
                  <a:lnTo>
                    <a:pt x="698" y="373"/>
                  </a:lnTo>
                  <a:lnTo>
                    <a:pt x="374"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45"/>
            <p:cNvSpPr/>
            <p:nvPr/>
          </p:nvSpPr>
          <p:spPr>
            <a:xfrm>
              <a:off x="394650" y="1586750"/>
              <a:ext cx="17775" cy="17775"/>
            </a:xfrm>
            <a:custGeom>
              <a:rect b="b" l="l" r="r" t="t"/>
              <a:pathLst>
                <a:path extrusionOk="0" h="711" w="711">
                  <a:moveTo>
                    <a:pt x="374" y="0"/>
                  </a:moveTo>
                  <a:lnTo>
                    <a:pt x="1" y="337"/>
                  </a:lnTo>
                  <a:lnTo>
                    <a:pt x="337" y="711"/>
                  </a:lnTo>
                  <a:lnTo>
                    <a:pt x="711" y="374"/>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45"/>
            <p:cNvSpPr/>
            <p:nvPr/>
          </p:nvSpPr>
          <p:spPr>
            <a:xfrm>
              <a:off x="386550" y="1577450"/>
              <a:ext cx="17450" cy="17750"/>
            </a:xfrm>
            <a:custGeom>
              <a:rect b="b" l="l" r="r" t="t"/>
              <a:pathLst>
                <a:path extrusionOk="0" h="710" w="698">
                  <a:moveTo>
                    <a:pt x="373" y="0"/>
                  </a:moveTo>
                  <a:lnTo>
                    <a:pt x="0" y="337"/>
                  </a:lnTo>
                  <a:lnTo>
                    <a:pt x="325" y="709"/>
                  </a:lnTo>
                  <a:lnTo>
                    <a:pt x="698" y="372"/>
                  </a:lnTo>
                  <a:lnTo>
                    <a:pt x="37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45"/>
            <p:cNvSpPr/>
            <p:nvPr/>
          </p:nvSpPr>
          <p:spPr>
            <a:xfrm>
              <a:off x="378425" y="1568100"/>
              <a:ext cx="17450" cy="17775"/>
            </a:xfrm>
            <a:custGeom>
              <a:rect b="b" l="l" r="r" t="t"/>
              <a:pathLst>
                <a:path extrusionOk="0" h="711" w="698">
                  <a:moveTo>
                    <a:pt x="373" y="1"/>
                  </a:moveTo>
                  <a:lnTo>
                    <a:pt x="0" y="338"/>
                  </a:lnTo>
                  <a:lnTo>
                    <a:pt x="325" y="711"/>
                  </a:lnTo>
                  <a:lnTo>
                    <a:pt x="698" y="374"/>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45"/>
            <p:cNvSpPr/>
            <p:nvPr/>
          </p:nvSpPr>
          <p:spPr>
            <a:xfrm>
              <a:off x="329100" y="1512175"/>
              <a:ext cx="17475" cy="17775"/>
            </a:xfrm>
            <a:custGeom>
              <a:rect b="b" l="l" r="r" t="t"/>
              <a:pathLst>
                <a:path extrusionOk="0" h="711" w="699">
                  <a:moveTo>
                    <a:pt x="374" y="1"/>
                  </a:moveTo>
                  <a:lnTo>
                    <a:pt x="1" y="338"/>
                  </a:lnTo>
                  <a:lnTo>
                    <a:pt x="326" y="711"/>
                  </a:lnTo>
                  <a:lnTo>
                    <a:pt x="698" y="374"/>
                  </a:lnTo>
                  <a:lnTo>
                    <a:pt x="3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45"/>
            <p:cNvSpPr/>
            <p:nvPr/>
          </p:nvSpPr>
          <p:spPr>
            <a:xfrm>
              <a:off x="320675" y="1502875"/>
              <a:ext cx="17800" cy="17750"/>
            </a:xfrm>
            <a:custGeom>
              <a:rect b="b" l="l" r="r" t="t"/>
              <a:pathLst>
                <a:path extrusionOk="0" h="710" w="712">
                  <a:moveTo>
                    <a:pt x="386" y="0"/>
                  </a:moveTo>
                  <a:lnTo>
                    <a:pt x="1" y="337"/>
                  </a:lnTo>
                  <a:lnTo>
                    <a:pt x="338" y="710"/>
                  </a:lnTo>
                  <a:lnTo>
                    <a:pt x="711" y="373"/>
                  </a:lnTo>
                  <a:lnTo>
                    <a:pt x="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45"/>
            <p:cNvSpPr/>
            <p:nvPr/>
          </p:nvSpPr>
          <p:spPr>
            <a:xfrm>
              <a:off x="312575" y="1493550"/>
              <a:ext cx="17750" cy="17775"/>
            </a:xfrm>
            <a:custGeom>
              <a:rect b="b" l="l" r="r" t="t"/>
              <a:pathLst>
                <a:path extrusionOk="0" h="711" w="710">
                  <a:moveTo>
                    <a:pt x="373" y="0"/>
                  </a:moveTo>
                  <a:lnTo>
                    <a:pt x="1" y="337"/>
                  </a:lnTo>
                  <a:lnTo>
                    <a:pt x="325" y="710"/>
                  </a:lnTo>
                  <a:lnTo>
                    <a:pt x="710" y="373"/>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45"/>
            <p:cNvSpPr/>
            <p:nvPr/>
          </p:nvSpPr>
          <p:spPr>
            <a:xfrm>
              <a:off x="401875" y="1613800"/>
              <a:ext cx="17450" cy="17475"/>
            </a:xfrm>
            <a:custGeom>
              <a:rect b="b" l="l" r="r" t="t"/>
              <a:pathLst>
                <a:path extrusionOk="0" h="699" w="698">
                  <a:moveTo>
                    <a:pt x="374" y="1"/>
                  </a:moveTo>
                  <a:lnTo>
                    <a:pt x="0" y="326"/>
                  </a:lnTo>
                  <a:lnTo>
                    <a:pt x="325" y="698"/>
                  </a:lnTo>
                  <a:lnTo>
                    <a:pt x="698" y="374"/>
                  </a:lnTo>
                  <a:lnTo>
                    <a:pt x="3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45"/>
            <p:cNvSpPr/>
            <p:nvPr/>
          </p:nvSpPr>
          <p:spPr>
            <a:xfrm>
              <a:off x="393450" y="1604500"/>
              <a:ext cx="17775" cy="17475"/>
            </a:xfrm>
            <a:custGeom>
              <a:rect b="b" l="l" r="r" t="t"/>
              <a:pathLst>
                <a:path extrusionOk="0" h="699" w="711">
                  <a:moveTo>
                    <a:pt x="385" y="1"/>
                  </a:moveTo>
                  <a:lnTo>
                    <a:pt x="0" y="325"/>
                  </a:lnTo>
                  <a:lnTo>
                    <a:pt x="337" y="698"/>
                  </a:lnTo>
                  <a:lnTo>
                    <a:pt x="711" y="373"/>
                  </a:lnTo>
                  <a:lnTo>
                    <a:pt x="38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45"/>
            <p:cNvSpPr/>
            <p:nvPr/>
          </p:nvSpPr>
          <p:spPr>
            <a:xfrm>
              <a:off x="385350" y="1595175"/>
              <a:ext cx="17750" cy="17450"/>
            </a:xfrm>
            <a:custGeom>
              <a:rect b="b" l="l" r="r" t="t"/>
              <a:pathLst>
                <a:path extrusionOk="0" h="698" w="710">
                  <a:moveTo>
                    <a:pt x="373" y="0"/>
                  </a:moveTo>
                  <a:lnTo>
                    <a:pt x="0" y="325"/>
                  </a:lnTo>
                  <a:lnTo>
                    <a:pt x="324" y="698"/>
                  </a:lnTo>
                  <a:lnTo>
                    <a:pt x="709" y="374"/>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45"/>
            <p:cNvSpPr/>
            <p:nvPr/>
          </p:nvSpPr>
          <p:spPr>
            <a:xfrm>
              <a:off x="377225" y="1585850"/>
              <a:ext cx="17450" cy="17475"/>
            </a:xfrm>
            <a:custGeom>
              <a:rect b="b" l="l" r="r" t="t"/>
              <a:pathLst>
                <a:path extrusionOk="0" h="699" w="698">
                  <a:moveTo>
                    <a:pt x="373" y="1"/>
                  </a:moveTo>
                  <a:lnTo>
                    <a:pt x="0" y="325"/>
                  </a:lnTo>
                  <a:lnTo>
                    <a:pt x="325" y="698"/>
                  </a:lnTo>
                  <a:lnTo>
                    <a:pt x="698" y="373"/>
                  </a:lnTo>
                  <a:lnTo>
                    <a:pt x="37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45"/>
            <p:cNvSpPr/>
            <p:nvPr/>
          </p:nvSpPr>
          <p:spPr>
            <a:xfrm>
              <a:off x="368800" y="1576525"/>
              <a:ext cx="17775" cy="17475"/>
            </a:xfrm>
            <a:custGeom>
              <a:rect b="b" l="l" r="r" t="t"/>
              <a:pathLst>
                <a:path extrusionOk="0" h="699" w="711">
                  <a:moveTo>
                    <a:pt x="385" y="1"/>
                  </a:moveTo>
                  <a:lnTo>
                    <a:pt x="0" y="326"/>
                  </a:lnTo>
                  <a:lnTo>
                    <a:pt x="337" y="698"/>
                  </a:lnTo>
                  <a:lnTo>
                    <a:pt x="710" y="374"/>
                  </a:lnTo>
                  <a:lnTo>
                    <a:pt x="38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45"/>
            <p:cNvSpPr/>
            <p:nvPr/>
          </p:nvSpPr>
          <p:spPr>
            <a:xfrm>
              <a:off x="360700" y="1567225"/>
              <a:ext cx="17750" cy="17450"/>
            </a:xfrm>
            <a:custGeom>
              <a:rect b="b" l="l" r="r" t="t"/>
              <a:pathLst>
                <a:path extrusionOk="0" h="698" w="710">
                  <a:moveTo>
                    <a:pt x="372" y="0"/>
                  </a:moveTo>
                  <a:lnTo>
                    <a:pt x="0" y="324"/>
                  </a:lnTo>
                  <a:lnTo>
                    <a:pt x="324" y="698"/>
                  </a:lnTo>
                  <a:lnTo>
                    <a:pt x="709" y="373"/>
                  </a:lnTo>
                  <a:lnTo>
                    <a:pt x="3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45"/>
            <p:cNvSpPr/>
            <p:nvPr/>
          </p:nvSpPr>
          <p:spPr>
            <a:xfrm>
              <a:off x="352550" y="1557875"/>
              <a:ext cx="17475" cy="17475"/>
            </a:xfrm>
            <a:custGeom>
              <a:rect b="b" l="l" r="r" t="t"/>
              <a:pathLst>
                <a:path extrusionOk="0" h="699" w="699">
                  <a:moveTo>
                    <a:pt x="374" y="1"/>
                  </a:moveTo>
                  <a:lnTo>
                    <a:pt x="1" y="326"/>
                  </a:lnTo>
                  <a:lnTo>
                    <a:pt x="326" y="698"/>
                  </a:lnTo>
                  <a:lnTo>
                    <a:pt x="698" y="374"/>
                  </a:lnTo>
                  <a:lnTo>
                    <a:pt x="3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45"/>
            <p:cNvSpPr/>
            <p:nvPr/>
          </p:nvSpPr>
          <p:spPr>
            <a:xfrm>
              <a:off x="344150" y="1548575"/>
              <a:ext cx="17775" cy="17475"/>
            </a:xfrm>
            <a:custGeom>
              <a:rect b="b" l="l" r="r" t="t"/>
              <a:pathLst>
                <a:path extrusionOk="0" h="699" w="711">
                  <a:moveTo>
                    <a:pt x="385" y="1"/>
                  </a:moveTo>
                  <a:lnTo>
                    <a:pt x="0" y="325"/>
                  </a:lnTo>
                  <a:lnTo>
                    <a:pt x="337" y="698"/>
                  </a:lnTo>
                  <a:lnTo>
                    <a:pt x="710" y="373"/>
                  </a:lnTo>
                  <a:lnTo>
                    <a:pt x="3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45"/>
            <p:cNvSpPr/>
            <p:nvPr/>
          </p:nvSpPr>
          <p:spPr>
            <a:xfrm>
              <a:off x="336025" y="1539250"/>
              <a:ext cx="17750" cy="17450"/>
            </a:xfrm>
            <a:custGeom>
              <a:rect b="b" l="l" r="r" t="t"/>
              <a:pathLst>
                <a:path extrusionOk="0" h="698" w="710">
                  <a:moveTo>
                    <a:pt x="373" y="0"/>
                  </a:moveTo>
                  <a:lnTo>
                    <a:pt x="1" y="325"/>
                  </a:lnTo>
                  <a:lnTo>
                    <a:pt x="325" y="698"/>
                  </a:lnTo>
                  <a:lnTo>
                    <a:pt x="710" y="374"/>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45"/>
            <p:cNvSpPr/>
            <p:nvPr/>
          </p:nvSpPr>
          <p:spPr>
            <a:xfrm>
              <a:off x="327900" y="1529925"/>
              <a:ext cx="17475" cy="17475"/>
            </a:xfrm>
            <a:custGeom>
              <a:rect b="b" l="l" r="r" t="t"/>
              <a:pathLst>
                <a:path extrusionOk="0" h="699" w="699">
                  <a:moveTo>
                    <a:pt x="374" y="1"/>
                  </a:moveTo>
                  <a:lnTo>
                    <a:pt x="1" y="325"/>
                  </a:lnTo>
                  <a:lnTo>
                    <a:pt x="326" y="698"/>
                  </a:lnTo>
                  <a:lnTo>
                    <a:pt x="698" y="373"/>
                  </a:lnTo>
                  <a:lnTo>
                    <a:pt x="3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45"/>
            <p:cNvSpPr/>
            <p:nvPr/>
          </p:nvSpPr>
          <p:spPr>
            <a:xfrm>
              <a:off x="319475" y="1520600"/>
              <a:ext cx="17775" cy="17475"/>
            </a:xfrm>
            <a:custGeom>
              <a:rect b="b" l="l" r="r" t="t"/>
              <a:pathLst>
                <a:path extrusionOk="0" h="699" w="711">
                  <a:moveTo>
                    <a:pt x="386" y="1"/>
                  </a:moveTo>
                  <a:lnTo>
                    <a:pt x="1" y="326"/>
                  </a:lnTo>
                  <a:lnTo>
                    <a:pt x="338" y="698"/>
                  </a:lnTo>
                  <a:lnTo>
                    <a:pt x="711" y="374"/>
                  </a:lnTo>
                  <a:lnTo>
                    <a:pt x="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45"/>
            <p:cNvSpPr/>
            <p:nvPr/>
          </p:nvSpPr>
          <p:spPr>
            <a:xfrm>
              <a:off x="311375" y="1511300"/>
              <a:ext cx="17750" cy="17450"/>
            </a:xfrm>
            <a:custGeom>
              <a:rect b="b" l="l" r="r" t="t"/>
              <a:pathLst>
                <a:path extrusionOk="0" h="698" w="710">
                  <a:moveTo>
                    <a:pt x="373" y="0"/>
                  </a:moveTo>
                  <a:lnTo>
                    <a:pt x="1" y="324"/>
                  </a:lnTo>
                  <a:lnTo>
                    <a:pt x="325" y="698"/>
                  </a:lnTo>
                  <a:lnTo>
                    <a:pt x="710" y="373"/>
                  </a:lnTo>
                  <a:lnTo>
                    <a:pt x="373" y="0"/>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45"/>
            <p:cNvSpPr/>
            <p:nvPr/>
          </p:nvSpPr>
          <p:spPr>
            <a:xfrm>
              <a:off x="303250" y="1501950"/>
              <a:ext cx="17450" cy="17475"/>
            </a:xfrm>
            <a:custGeom>
              <a:rect b="b" l="l" r="r" t="t"/>
              <a:pathLst>
                <a:path extrusionOk="0" h="699" w="698">
                  <a:moveTo>
                    <a:pt x="374" y="1"/>
                  </a:moveTo>
                  <a:lnTo>
                    <a:pt x="0" y="326"/>
                  </a:lnTo>
                  <a:lnTo>
                    <a:pt x="326" y="698"/>
                  </a:lnTo>
                  <a:lnTo>
                    <a:pt x="698" y="374"/>
                  </a:lnTo>
                  <a:lnTo>
                    <a:pt x="3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45"/>
            <p:cNvSpPr/>
            <p:nvPr/>
          </p:nvSpPr>
          <p:spPr>
            <a:xfrm>
              <a:off x="294825" y="1492325"/>
              <a:ext cx="17775" cy="17800"/>
            </a:xfrm>
            <a:custGeom>
              <a:rect b="b" l="l" r="r" t="t"/>
              <a:pathLst>
                <a:path extrusionOk="0" h="712" w="711">
                  <a:moveTo>
                    <a:pt x="386" y="1"/>
                  </a:moveTo>
                  <a:lnTo>
                    <a:pt x="1" y="338"/>
                  </a:lnTo>
                  <a:lnTo>
                    <a:pt x="337" y="711"/>
                  </a:lnTo>
                  <a:lnTo>
                    <a:pt x="711" y="386"/>
                  </a:lnTo>
                  <a:lnTo>
                    <a:pt x="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45"/>
            <p:cNvSpPr/>
            <p:nvPr/>
          </p:nvSpPr>
          <p:spPr>
            <a:xfrm>
              <a:off x="400675" y="1631250"/>
              <a:ext cx="17450" cy="17775"/>
            </a:xfrm>
            <a:custGeom>
              <a:rect b="b" l="l" r="r" t="t"/>
              <a:pathLst>
                <a:path extrusionOk="0" h="711" w="698">
                  <a:moveTo>
                    <a:pt x="373" y="0"/>
                  </a:moveTo>
                  <a:lnTo>
                    <a:pt x="0" y="337"/>
                  </a:lnTo>
                  <a:lnTo>
                    <a:pt x="325" y="710"/>
                  </a:lnTo>
                  <a:lnTo>
                    <a:pt x="698" y="374"/>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45"/>
            <p:cNvSpPr/>
            <p:nvPr/>
          </p:nvSpPr>
          <p:spPr>
            <a:xfrm>
              <a:off x="392550" y="1621950"/>
              <a:ext cx="17475" cy="17750"/>
            </a:xfrm>
            <a:custGeom>
              <a:rect b="b" l="l" r="r" t="t"/>
              <a:pathLst>
                <a:path extrusionOk="0" h="710" w="699">
                  <a:moveTo>
                    <a:pt x="373" y="0"/>
                  </a:moveTo>
                  <a:lnTo>
                    <a:pt x="1" y="337"/>
                  </a:lnTo>
                  <a:lnTo>
                    <a:pt x="325" y="709"/>
                  </a:lnTo>
                  <a:lnTo>
                    <a:pt x="698" y="372"/>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45"/>
            <p:cNvSpPr/>
            <p:nvPr/>
          </p:nvSpPr>
          <p:spPr>
            <a:xfrm>
              <a:off x="384150" y="1612600"/>
              <a:ext cx="17750" cy="17775"/>
            </a:xfrm>
            <a:custGeom>
              <a:rect b="b" l="l" r="r" t="t"/>
              <a:pathLst>
                <a:path extrusionOk="0" h="711" w="710">
                  <a:moveTo>
                    <a:pt x="372" y="1"/>
                  </a:moveTo>
                  <a:lnTo>
                    <a:pt x="0" y="338"/>
                  </a:lnTo>
                  <a:lnTo>
                    <a:pt x="337" y="711"/>
                  </a:lnTo>
                  <a:lnTo>
                    <a:pt x="709" y="374"/>
                  </a:lnTo>
                  <a:lnTo>
                    <a:pt x="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45"/>
            <p:cNvSpPr/>
            <p:nvPr/>
          </p:nvSpPr>
          <p:spPr>
            <a:xfrm>
              <a:off x="376000" y="1603300"/>
              <a:ext cx="17475" cy="17750"/>
            </a:xfrm>
            <a:custGeom>
              <a:rect b="b" l="l" r="r" t="t"/>
              <a:pathLst>
                <a:path extrusionOk="0" h="710" w="699">
                  <a:moveTo>
                    <a:pt x="374" y="0"/>
                  </a:moveTo>
                  <a:lnTo>
                    <a:pt x="1" y="337"/>
                  </a:lnTo>
                  <a:lnTo>
                    <a:pt x="326" y="710"/>
                  </a:lnTo>
                  <a:lnTo>
                    <a:pt x="698" y="373"/>
                  </a:lnTo>
                  <a:lnTo>
                    <a:pt x="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45"/>
            <p:cNvSpPr/>
            <p:nvPr/>
          </p:nvSpPr>
          <p:spPr>
            <a:xfrm>
              <a:off x="367900" y="1593975"/>
              <a:ext cx="17475" cy="17775"/>
            </a:xfrm>
            <a:custGeom>
              <a:rect b="b" l="l" r="r" t="t"/>
              <a:pathLst>
                <a:path extrusionOk="0" h="711" w="699">
                  <a:moveTo>
                    <a:pt x="373" y="0"/>
                  </a:moveTo>
                  <a:lnTo>
                    <a:pt x="1" y="337"/>
                  </a:lnTo>
                  <a:lnTo>
                    <a:pt x="325" y="710"/>
                  </a:lnTo>
                  <a:lnTo>
                    <a:pt x="698" y="373"/>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45"/>
            <p:cNvSpPr/>
            <p:nvPr/>
          </p:nvSpPr>
          <p:spPr>
            <a:xfrm>
              <a:off x="359475" y="1584650"/>
              <a:ext cx="17775" cy="17750"/>
            </a:xfrm>
            <a:custGeom>
              <a:rect b="b" l="l" r="r" t="t"/>
              <a:pathLst>
                <a:path extrusionOk="0" h="710" w="711">
                  <a:moveTo>
                    <a:pt x="373" y="1"/>
                  </a:moveTo>
                  <a:lnTo>
                    <a:pt x="1" y="337"/>
                  </a:lnTo>
                  <a:lnTo>
                    <a:pt x="338" y="710"/>
                  </a:lnTo>
                  <a:lnTo>
                    <a:pt x="710" y="373"/>
                  </a:lnTo>
                  <a:lnTo>
                    <a:pt x="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45"/>
            <p:cNvSpPr/>
            <p:nvPr/>
          </p:nvSpPr>
          <p:spPr>
            <a:xfrm>
              <a:off x="351350" y="1575325"/>
              <a:ext cx="17475" cy="17775"/>
            </a:xfrm>
            <a:custGeom>
              <a:rect b="b" l="l" r="r" t="t"/>
              <a:pathLst>
                <a:path extrusionOk="0" h="711" w="699">
                  <a:moveTo>
                    <a:pt x="374" y="0"/>
                  </a:moveTo>
                  <a:lnTo>
                    <a:pt x="1" y="337"/>
                  </a:lnTo>
                  <a:lnTo>
                    <a:pt x="326" y="710"/>
                  </a:lnTo>
                  <a:lnTo>
                    <a:pt x="698" y="374"/>
                  </a:lnTo>
                  <a:lnTo>
                    <a:pt x="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45"/>
            <p:cNvSpPr/>
            <p:nvPr/>
          </p:nvSpPr>
          <p:spPr>
            <a:xfrm>
              <a:off x="343250" y="1566025"/>
              <a:ext cx="17475" cy="17750"/>
            </a:xfrm>
            <a:custGeom>
              <a:rect b="b" l="l" r="r" t="t"/>
              <a:pathLst>
                <a:path extrusionOk="0" h="710" w="699">
                  <a:moveTo>
                    <a:pt x="373" y="0"/>
                  </a:moveTo>
                  <a:lnTo>
                    <a:pt x="0" y="337"/>
                  </a:lnTo>
                  <a:lnTo>
                    <a:pt x="325" y="709"/>
                  </a:lnTo>
                  <a:lnTo>
                    <a:pt x="698" y="372"/>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45"/>
            <p:cNvSpPr/>
            <p:nvPr/>
          </p:nvSpPr>
          <p:spPr>
            <a:xfrm>
              <a:off x="334825" y="1556675"/>
              <a:ext cx="17750" cy="17775"/>
            </a:xfrm>
            <a:custGeom>
              <a:rect b="b" l="l" r="r" t="t"/>
              <a:pathLst>
                <a:path extrusionOk="0" h="711" w="710">
                  <a:moveTo>
                    <a:pt x="373" y="1"/>
                  </a:moveTo>
                  <a:lnTo>
                    <a:pt x="1" y="338"/>
                  </a:lnTo>
                  <a:lnTo>
                    <a:pt x="337" y="711"/>
                  </a:lnTo>
                  <a:lnTo>
                    <a:pt x="710" y="374"/>
                  </a:lnTo>
                  <a:lnTo>
                    <a:pt x="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45"/>
            <p:cNvSpPr/>
            <p:nvPr/>
          </p:nvSpPr>
          <p:spPr>
            <a:xfrm>
              <a:off x="326700" y="1547375"/>
              <a:ext cx="17475" cy="17750"/>
            </a:xfrm>
            <a:custGeom>
              <a:rect b="b" l="l" r="r" t="t"/>
              <a:pathLst>
                <a:path extrusionOk="0" h="710" w="699">
                  <a:moveTo>
                    <a:pt x="374" y="0"/>
                  </a:moveTo>
                  <a:lnTo>
                    <a:pt x="1" y="325"/>
                  </a:lnTo>
                  <a:lnTo>
                    <a:pt x="326" y="710"/>
                  </a:lnTo>
                  <a:lnTo>
                    <a:pt x="698" y="373"/>
                  </a:lnTo>
                  <a:lnTo>
                    <a:pt x="37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45"/>
            <p:cNvSpPr/>
            <p:nvPr/>
          </p:nvSpPr>
          <p:spPr>
            <a:xfrm>
              <a:off x="318600" y="1538050"/>
              <a:ext cx="17450" cy="17450"/>
            </a:xfrm>
            <a:custGeom>
              <a:rect b="b" l="l" r="r" t="t"/>
              <a:pathLst>
                <a:path extrusionOk="0" h="698" w="698">
                  <a:moveTo>
                    <a:pt x="373" y="0"/>
                  </a:moveTo>
                  <a:lnTo>
                    <a:pt x="0" y="325"/>
                  </a:lnTo>
                  <a:lnTo>
                    <a:pt x="325" y="698"/>
                  </a:lnTo>
                  <a:lnTo>
                    <a:pt x="698" y="373"/>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45"/>
            <p:cNvSpPr/>
            <p:nvPr/>
          </p:nvSpPr>
          <p:spPr>
            <a:xfrm>
              <a:off x="310175" y="1528725"/>
              <a:ext cx="17750" cy="17475"/>
            </a:xfrm>
            <a:custGeom>
              <a:rect b="b" l="l" r="r" t="t"/>
              <a:pathLst>
                <a:path extrusionOk="0" h="699" w="710">
                  <a:moveTo>
                    <a:pt x="373" y="1"/>
                  </a:moveTo>
                  <a:lnTo>
                    <a:pt x="1" y="325"/>
                  </a:lnTo>
                  <a:lnTo>
                    <a:pt x="337" y="698"/>
                  </a:lnTo>
                  <a:lnTo>
                    <a:pt x="710" y="373"/>
                  </a:lnTo>
                  <a:lnTo>
                    <a:pt x="373" y="1"/>
                  </a:lnTo>
                  <a:close/>
                </a:path>
              </a:pathLst>
            </a:custGeom>
            <a:solidFill>
              <a:srgbClr val="2021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45"/>
            <p:cNvSpPr/>
            <p:nvPr/>
          </p:nvSpPr>
          <p:spPr>
            <a:xfrm>
              <a:off x="302050" y="1519400"/>
              <a:ext cx="17450" cy="17450"/>
            </a:xfrm>
            <a:custGeom>
              <a:rect b="b" l="l" r="r" t="t"/>
              <a:pathLst>
                <a:path extrusionOk="0" h="698" w="698">
                  <a:moveTo>
                    <a:pt x="374" y="0"/>
                  </a:moveTo>
                  <a:lnTo>
                    <a:pt x="0" y="326"/>
                  </a:lnTo>
                  <a:lnTo>
                    <a:pt x="326" y="698"/>
                  </a:lnTo>
                  <a:lnTo>
                    <a:pt x="698" y="374"/>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45"/>
            <p:cNvSpPr/>
            <p:nvPr/>
          </p:nvSpPr>
          <p:spPr>
            <a:xfrm>
              <a:off x="293950" y="1510100"/>
              <a:ext cx="17450" cy="17450"/>
            </a:xfrm>
            <a:custGeom>
              <a:rect b="b" l="l" r="r" t="t"/>
              <a:pathLst>
                <a:path extrusionOk="0" h="698" w="698">
                  <a:moveTo>
                    <a:pt x="372" y="0"/>
                  </a:moveTo>
                  <a:lnTo>
                    <a:pt x="0" y="324"/>
                  </a:lnTo>
                  <a:lnTo>
                    <a:pt x="324" y="698"/>
                  </a:lnTo>
                  <a:lnTo>
                    <a:pt x="698" y="372"/>
                  </a:lnTo>
                  <a:lnTo>
                    <a:pt x="3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45"/>
            <p:cNvSpPr/>
            <p:nvPr/>
          </p:nvSpPr>
          <p:spPr>
            <a:xfrm>
              <a:off x="285525" y="1500750"/>
              <a:ext cx="17750" cy="17475"/>
            </a:xfrm>
            <a:custGeom>
              <a:rect b="b" l="l" r="r" t="t"/>
              <a:pathLst>
                <a:path extrusionOk="0" h="699" w="710">
                  <a:moveTo>
                    <a:pt x="373" y="1"/>
                  </a:moveTo>
                  <a:lnTo>
                    <a:pt x="0" y="326"/>
                  </a:lnTo>
                  <a:lnTo>
                    <a:pt x="337" y="698"/>
                  </a:lnTo>
                  <a:lnTo>
                    <a:pt x="709" y="374"/>
                  </a:lnTo>
                  <a:lnTo>
                    <a:pt x="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45"/>
            <p:cNvSpPr/>
            <p:nvPr/>
          </p:nvSpPr>
          <p:spPr>
            <a:xfrm>
              <a:off x="277400" y="1491450"/>
              <a:ext cx="17450" cy="17450"/>
            </a:xfrm>
            <a:custGeom>
              <a:rect b="b" l="l" r="r" t="t"/>
              <a:pathLst>
                <a:path extrusionOk="0" h="698" w="698">
                  <a:moveTo>
                    <a:pt x="373" y="0"/>
                  </a:moveTo>
                  <a:lnTo>
                    <a:pt x="0" y="325"/>
                  </a:lnTo>
                  <a:lnTo>
                    <a:pt x="325" y="698"/>
                  </a:lnTo>
                  <a:lnTo>
                    <a:pt x="698" y="373"/>
                  </a:lnTo>
                  <a:lnTo>
                    <a:pt x="37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45"/>
            <p:cNvSpPr/>
            <p:nvPr/>
          </p:nvSpPr>
          <p:spPr>
            <a:xfrm>
              <a:off x="382950" y="1630350"/>
              <a:ext cx="17750" cy="17475"/>
            </a:xfrm>
            <a:custGeom>
              <a:rect b="b" l="l" r="r" t="t"/>
              <a:pathLst>
                <a:path extrusionOk="0" h="699" w="710">
                  <a:moveTo>
                    <a:pt x="385" y="1"/>
                  </a:moveTo>
                  <a:lnTo>
                    <a:pt x="0" y="325"/>
                  </a:lnTo>
                  <a:lnTo>
                    <a:pt x="337" y="698"/>
                  </a:lnTo>
                  <a:lnTo>
                    <a:pt x="709" y="373"/>
                  </a:lnTo>
                  <a:lnTo>
                    <a:pt x="3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45"/>
            <p:cNvSpPr/>
            <p:nvPr/>
          </p:nvSpPr>
          <p:spPr>
            <a:xfrm>
              <a:off x="374800" y="1621025"/>
              <a:ext cx="17775" cy="17475"/>
            </a:xfrm>
            <a:custGeom>
              <a:rect b="b" l="l" r="r" t="t"/>
              <a:pathLst>
                <a:path extrusionOk="0" h="699" w="711">
                  <a:moveTo>
                    <a:pt x="374" y="1"/>
                  </a:moveTo>
                  <a:lnTo>
                    <a:pt x="1" y="326"/>
                  </a:lnTo>
                  <a:lnTo>
                    <a:pt x="326" y="698"/>
                  </a:lnTo>
                  <a:lnTo>
                    <a:pt x="711" y="374"/>
                  </a:lnTo>
                  <a:lnTo>
                    <a:pt x="3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45"/>
            <p:cNvSpPr/>
            <p:nvPr/>
          </p:nvSpPr>
          <p:spPr>
            <a:xfrm>
              <a:off x="366700" y="1611725"/>
              <a:ext cx="17475" cy="17450"/>
            </a:xfrm>
            <a:custGeom>
              <a:rect b="b" l="l" r="r" t="t"/>
              <a:pathLst>
                <a:path extrusionOk="0" h="698" w="699">
                  <a:moveTo>
                    <a:pt x="373" y="0"/>
                  </a:moveTo>
                  <a:lnTo>
                    <a:pt x="1" y="324"/>
                  </a:lnTo>
                  <a:lnTo>
                    <a:pt x="325" y="698"/>
                  </a:lnTo>
                  <a:lnTo>
                    <a:pt x="698" y="373"/>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45"/>
            <p:cNvSpPr/>
            <p:nvPr/>
          </p:nvSpPr>
          <p:spPr>
            <a:xfrm>
              <a:off x="358275" y="1602375"/>
              <a:ext cx="17750" cy="17475"/>
            </a:xfrm>
            <a:custGeom>
              <a:rect b="b" l="l" r="r" t="t"/>
              <a:pathLst>
                <a:path extrusionOk="0" h="699" w="710">
                  <a:moveTo>
                    <a:pt x="386" y="1"/>
                  </a:moveTo>
                  <a:lnTo>
                    <a:pt x="1" y="326"/>
                  </a:lnTo>
                  <a:lnTo>
                    <a:pt x="338" y="698"/>
                  </a:lnTo>
                  <a:lnTo>
                    <a:pt x="710" y="374"/>
                  </a:lnTo>
                  <a:lnTo>
                    <a:pt x="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45"/>
            <p:cNvSpPr/>
            <p:nvPr/>
          </p:nvSpPr>
          <p:spPr>
            <a:xfrm>
              <a:off x="350150" y="1593075"/>
              <a:ext cx="17775" cy="17475"/>
            </a:xfrm>
            <a:custGeom>
              <a:rect b="b" l="l" r="r" t="t"/>
              <a:pathLst>
                <a:path extrusionOk="0" h="699" w="711">
                  <a:moveTo>
                    <a:pt x="374" y="0"/>
                  </a:moveTo>
                  <a:lnTo>
                    <a:pt x="1" y="325"/>
                  </a:lnTo>
                  <a:lnTo>
                    <a:pt x="326" y="698"/>
                  </a:lnTo>
                  <a:lnTo>
                    <a:pt x="711" y="373"/>
                  </a:lnTo>
                  <a:lnTo>
                    <a:pt x="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45"/>
            <p:cNvSpPr/>
            <p:nvPr/>
          </p:nvSpPr>
          <p:spPr>
            <a:xfrm>
              <a:off x="342050" y="1583750"/>
              <a:ext cx="17450" cy="17450"/>
            </a:xfrm>
            <a:custGeom>
              <a:rect b="b" l="l" r="r" t="t"/>
              <a:pathLst>
                <a:path extrusionOk="0" h="698" w="698">
                  <a:moveTo>
                    <a:pt x="373" y="0"/>
                  </a:moveTo>
                  <a:lnTo>
                    <a:pt x="0" y="325"/>
                  </a:lnTo>
                  <a:lnTo>
                    <a:pt x="325" y="698"/>
                  </a:lnTo>
                  <a:lnTo>
                    <a:pt x="698" y="373"/>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45"/>
            <p:cNvSpPr/>
            <p:nvPr/>
          </p:nvSpPr>
          <p:spPr>
            <a:xfrm>
              <a:off x="333625" y="1574425"/>
              <a:ext cx="17750" cy="17475"/>
            </a:xfrm>
            <a:custGeom>
              <a:rect b="b" l="l" r="r" t="t"/>
              <a:pathLst>
                <a:path extrusionOk="0" h="699" w="710">
                  <a:moveTo>
                    <a:pt x="385" y="1"/>
                  </a:moveTo>
                  <a:lnTo>
                    <a:pt x="1" y="325"/>
                  </a:lnTo>
                  <a:lnTo>
                    <a:pt x="337" y="698"/>
                  </a:lnTo>
                  <a:lnTo>
                    <a:pt x="710" y="373"/>
                  </a:lnTo>
                  <a:lnTo>
                    <a:pt x="3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45"/>
            <p:cNvSpPr/>
            <p:nvPr/>
          </p:nvSpPr>
          <p:spPr>
            <a:xfrm>
              <a:off x="325500" y="1565100"/>
              <a:ext cx="17775" cy="17475"/>
            </a:xfrm>
            <a:custGeom>
              <a:rect b="b" l="l" r="r" t="t"/>
              <a:pathLst>
                <a:path extrusionOk="0" h="699" w="711">
                  <a:moveTo>
                    <a:pt x="374" y="1"/>
                  </a:moveTo>
                  <a:lnTo>
                    <a:pt x="0" y="326"/>
                  </a:lnTo>
                  <a:lnTo>
                    <a:pt x="326" y="698"/>
                  </a:lnTo>
                  <a:lnTo>
                    <a:pt x="710" y="374"/>
                  </a:lnTo>
                  <a:lnTo>
                    <a:pt x="3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45"/>
            <p:cNvSpPr/>
            <p:nvPr/>
          </p:nvSpPr>
          <p:spPr>
            <a:xfrm>
              <a:off x="317400" y="1555475"/>
              <a:ext cx="17450" cy="17775"/>
            </a:xfrm>
            <a:custGeom>
              <a:rect b="b" l="l" r="r" t="t"/>
              <a:pathLst>
                <a:path extrusionOk="0" h="711" w="698">
                  <a:moveTo>
                    <a:pt x="373" y="1"/>
                  </a:moveTo>
                  <a:lnTo>
                    <a:pt x="0" y="337"/>
                  </a:lnTo>
                  <a:lnTo>
                    <a:pt x="324" y="711"/>
                  </a:lnTo>
                  <a:lnTo>
                    <a:pt x="698" y="386"/>
                  </a:lnTo>
                  <a:lnTo>
                    <a:pt x="37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9" name="Google Shape;5819;p45"/>
            <p:cNvSpPr/>
            <p:nvPr/>
          </p:nvSpPr>
          <p:spPr>
            <a:xfrm>
              <a:off x="308975" y="1546175"/>
              <a:ext cx="17750" cy="17750"/>
            </a:xfrm>
            <a:custGeom>
              <a:rect b="b" l="l" r="r" t="t"/>
              <a:pathLst>
                <a:path extrusionOk="0" h="710" w="710">
                  <a:moveTo>
                    <a:pt x="385" y="0"/>
                  </a:moveTo>
                  <a:lnTo>
                    <a:pt x="0" y="337"/>
                  </a:lnTo>
                  <a:lnTo>
                    <a:pt x="337" y="709"/>
                  </a:lnTo>
                  <a:lnTo>
                    <a:pt x="710" y="373"/>
                  </a:lnTo>
                  <a:lnTo>
                    <a:pt x="3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45"/>
            <p:cNvSpPr/>
            <p:nvPr/>
          </p:nvSpPr>
          <p:spPr>
            <a:xfrm>
              <a:off x="300850" y="1536825"/>
              <a:ext cx="17775" cy="17800"/>
            </a:xfrm>
            <a:custGeom>
              <a:rect b="b" l="l" r="r" t="t"/>
              <a:pathLst>
                <a:path extrusionOk="0" h="712" w="711">
                  <a:moveTo>
                    <a:pt x="374" y="1"/>
                  </a:moveTo>
                  <a:lnTo>
                    <a:pt x="0" y="338"/>
                  </a:lnTo>
                  <a:lnTo>
                    <a:pt x="325" y="711"/>
                  </a:lnTo>
                  <a:lnTo>
                    <a:pt x="710" y="374"/>
                  </a:lnTo>
                  <a:lnTo>
                    <a:pt x="3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45"/>
            <p:cNvSpPr/>
            <p:nvPr/>
          </p:nvSpPr>
          <p:spPr>
            <a:xfrm>
              <a:off x="292725" y="1527525"/>
              <a:ext cx="17475" cy="17750"/>
            </a:xfrm>
            <a:custGeom>
              <a:rect b="b" l="l" r="r" t="t"/>
              <a:pathLst>
                <a:path extrusionOk="0" h="710" w="699">
                  <a:moveTo>
                    <a:pt x="373" y="1"/>
                  </a:moveTo>
                  <a:lnTo>
                    <a:pt x="1" y="337"/>
                  </a:lnTo>
                  <a:lnTo>
                    <a:pt x="325" y="710"/>
                  </a:lnTo>
                  <a:lnTo>
                    <a:pt x="699" y="373"/>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45"/>
            <p:cNvSpPr/>
            <p:nvPr/>
          </p:nvSpPr>
          <p:spPr>
            <a:xfrm>
              <a:off x="284325" y="1518200"/>
              <a:ext cx="17750" cy="17775"/>
            </a:xfrm>
            <a:custGeom>
              <a:rect b="b" l="l" r="r" t="t"/>
              <a:pathLst>
                <a:path extrusionOk="0" h="711" w="710">
                  <a:moveTo>
                    <a:pt x="385" y="0"/>
                  </a:moveTo>
                  <a:lnTo>
                    <a:pt x="0" y="337"/>
                  </a:lnTo>
                  <a:lnTo>
                    <a:pt x="337" y="710"/>
                  </a:lnTo>
                  <a:lnTo>
                    <a:pt x="709" y="374"/>
                  </a:lnTo>
                  <a:lnTo>
                    <a:pt x="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45"/>
            <p:cNvSpPr/>
            <p:nvPr/>
          </p:nvSpPr>
          <p:spPr>
            <a:xfrm>
              <a:off x="276200" y="1508875"/>
              <a:ext cx="17775" cy="17775"/>
            </a:xfrm>
            <a:custGeom>
              <a:rect b="b" l="l" r="r" t="t"/>
              <a:pathLst>
                <a:path extrusionOk="0" h="711" w="711">
                  <a:moveTo>
                    <a:pt x="373" y="1"/>
                  </a:moveTo>
                  <a:lnTo>
                    <a:pt x="0" y="338"/>
                  </a:lnTo>
                  <a:lnTo>
                    <a:pt x="325" y="710"/>
                  </a:lnTo>
                  <a:lnTo>
                    <a:pt x="710" y="373"/>
                  </a:lnTo>
                  <a:lnTo>
                    <a:pt x="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45"/>
            <p:cNvSpPr/>
            <p:nvPr/>
          </p:nvSpPr>
          <p:spPr>
            <a:xfrm>
              <a:off x="268075" y="1499550"/>
              <a:ext cx="17475" cy="17775"/>
            </a:xfrm>
            <a:custGeom>
              <a:rect b="b" l="l" r="r" t="t"/>
              <a:pathLst>
                <a:path extrusionOk="0" h="711" w="699">
                  <a:moveTo>
                    <a:pt x="373" y="1"/>
                  </a:moveTo>
                  <a:lnTo>
                    <a:pt x="1" y="337"/>
                  </a:lnTo>
                  <a:lnTo>
                    <a:pt x="325" y="711"/>
                  </a:lnTo>
                  <a:lnTo>
                    <a:pt x="698" y="374"/>
                  </a:lnTo>
                  <a:lnTo>
                    <a:pt x="3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45"/>
            <p:cNvSpPr/>
            <p:nvPr/>
          </p:nvSpPr>
          <p:spPr>
            <a:xfrm>
              <a:off x="365500" y="1629150"/>
              <a:ext cx="17475" cy="17750"/>
            </a:xfrm>
            <a:custGeom>
              <a:rect b="b" l="l" r="r" t="t"/>
              <a:pathLst>
                <a:path extrusionOk="0" h="710" w="699">
                  <a:moveTo>
                    <a:pt x="373" y="1"/>
                  </a:moveTo>
                  <a:lnTo>
                    <a:pt x="0" y="337"/>
                  </a:lnTo>
                  <a:lnTo>
                    <a:pt x="325" y="710"/>
                  </a:lnTo>
                  <a:lnTo>
                    <a:pt x="698" y="373"/>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45"/>
            <p:cNvSpPr/>
            <p:nvPr/>
          </p:nvSpPr>
          <p:spPr>
            <a:xfrm>
              <a:off x="357375" y="1619825"/>
              <a:ext cx="17450" cy="17775"/>
            </a:xfrm>
            <a:custGeom>
              <a:rect b="b" l="l" r="r" t="t"/>
              <a:pathLst>
                <a:path extrusionOk="0" h="711" w="698">
                  <a:moveTo>
                    <a:pt x="374" y="0"/>
                  </a:moveTo>
                  <a:lnTo>
                    <a:pt x="0" y="337"/>
                  </a:lnTo>
                  <a:lnTo>
                    <a:pt x="325" y="710"/>
                  </a:lnTo>
                  <a:lnTo>
                    <a:pt x="698" y="374"/>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45"/>
            <p:cNvSpPr/>
            <p:nvPr/>
          </p:nvSpPr>
          <p:spPr>
            <a:xfrm>
              <a:off x="348950" y="1610525"/>
              <a:ext cx="17775" cy="17750"/>
            </a:xfrm>
            <a:custGeom>
              <a:rect b="b" l="l" r="r" t="t"/>
              <a:pathLst>
                <a:path extrusionOk="0" h="710" w="711">
                  <a:moveTo>
                    <a:pt x="374" y="0"/>
                  </a:moveTo>
                  <a:lnTo>
                    <a:pt x="1" y="337"/>
                  </a:lnTo>
                  <a:lnTo>
                    <a:pt x="337" y="709"/>
                  </a:lnTo>
                  <a:lnTo>
                    <a:pt x="711" y="372"/>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45"/>
            <p:cNvSpPr/>
            <p:nvPr/>
          </p:nvSpPr>
          <p:spPr>
            <a:xfrm>
              <a:off x="340850" y="1601175"/>
              <a:ext cx="17450" cy="17775"/>
            </a:xfrm>
            <a:custGeom>
              <a:rect b="b" l="l" r="r" t="t"/>
              <a:pathLst>
                <a:path extrusionOk="0" h="711" w="698">
                  <a:moveTo>
                    <a:pt x="373" y="1"/>
                  </a:moveTo>
                  <a:lnTo>
                    <a:pt x="0" y="337"/>
                  </a:lnTo>
                  <a:lnTo>
                    <a:pt x="325" y="711"/>
                  </a:lnTo>
                  <a:lnTo>
                    <a:pt x="698" y="374"/>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45"/>
            <p:cNvSpPr/>
            <p:nvPr/>
          </p:nvSpPr>
          <p:spPr>
            <a:xfrm>
              <a:off x="332725" y="1591875"/>
              <a:ext cx="17450" cy="17750"/>
            </a:xfrm>
            <a:custGeom>
              <a:rect b="b" l="l" r="r" t="t"/>
              <a:pathLst>
                <a:path extrusionOk="0" h="710" w="698">
                  <a:moveTo>
                    <a:pt x="373" y="0"/>
                  </a:moveTo>
                  <a:lnTo>
                    <a:pt x="0" y="337"/>
                  </a:lnTo>
                  <a:lnTo>
                    <a:pt x="325" y="709"/>
                  </a:lnTo>
                  <a:lnTo>
                    <a:pt x="698" y="373"/>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45"/>
            <p:cNvSpPr/>
            <p:nvPr/>
          </p:nvSpPr>
          <p:spPr>
            <a:xfrm>
              <a:off x="324300" y="1582550"/>
              <a:ext cx="17775" cy="17775"/>
            </a:xfrm>
            <a:custGeom>
              <a:rect b="b" l="l" r="r" t="t"/>
              <a:pathLst>
                <a:path extrusionOk="0" h="711" w="711">
                  <a:moveTo>
                    <a:pt x="374" y="0"/>
                  </a:moveTo>
                  <a:lnTo>
                    <a:pt x="0" y="325"/>
                  </a:lnTo>
                  <a:lnTo>
                    <a:pt x="337" y="710"/>
                  </a:lnTo>
                  <a:lnTo>
                    <a:pt x="710" y="373"/>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45"/>
            <p:cNvSpPr/>
            <p:nvPr/>
          </p:nvSpPr>
          <p:spPr>
            <a:xfrm>
              <a:off x="316200" y="1573225"/>
              <a:ext cx="17450" cy="17475"/>
            </a:xfrm>
            <a:custGeom>
              <a:rect b="b" l="l" r="r" t="t"/>
              <a:pathLst>
                <a:path extrusionOk="0" h="699" w="698">
                  <a:moveTo>
                    <a:pt x="372" y="1"/>
                  </a:moveTo>
                  <a:lnTo>
                    <a:pt x="0" y="325"/>
                  </a:lnTo>
                  <a:lnTo>
                    <a:pt x="324" y="698"/>
                  </a:lnTo>
                  <a:lnTo>
                    <a:pt x="698" y="373"/>
                  </a:lnTo>
                  <a:lnTo>
                    <a:pt x="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45"/>
            <p:cNvSpPr/>
            <p:nvPr/>
          </p:nvSpPr>
          <p:spPr>
            <a:xfrm>
              <a:off x="308050" y="1563900"/>
              <a:ext cx="17475" cy="17450"/>
            </a:xfrm>
            <a:custGeom>
              <a:rect b="b" l="l" r="r" t="t"/>
              <a:pathLst>
                <a:path extrusionOk="0" h="698" w="699">
                  <a:moveTo>
                    <a:pt x="374" y="0"/>
                  </a:moveTo>
                  <a:lnTo>
                    <a:pt x="1" y="326"/>
                  </a:lnTo>
                  <a:lnTo>
                    <a:pt x="326" y="698"/>
                  </a:lnTo>
                  <a:lnTo>
                    <a:pt x="698" y="374"/>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45"/>
            <p:cNvSpPr/>
            <p:nvPr/>
          </p:nvSpPr>
          <p:spPr>
            <a:xfrm>
              <a:off x="299650" y="1554600"/>
              <a:ext cx="17775" cy="17450"/>
            </a:xfrm>
            <a:custGeom>
              <a:rect b="b" l="l" r="r" t="t"/>
              <a:pathLst>
                <a:path extrusionOk="0" h="698" w="711">
                  <a:moveTo>
                    <a:pt x="373" y="0"/>
                  </a:moveTo>
                  <a:lnTo>
                    <a:pt x="0" y="324"/>
                  </a:lnTo>
                  <a:lnTo>
                    <a:pt x="337" y="698"/>
                  </a:lnTo>
                  <a:lnTo>
                    <a:pt x="710" y="372"/>
                  </a:lnTo>
                  <a:lnTo>
                    <a:pt x="3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45"/>
            <p:cNvSpPr/>
            <p:nvPr/>
          </p:nvSpPr>
          <p:spPr>
            <a:xfrm>
              <a:off x="291525" y="1545250"/>
              <a:ext cx="17475" cy="17475"/>
            </a:xfrm>
            <a:custGeom>
              <a:rect b="b" l="l" r="r" t="t"/>
              <a:pathLst>
                <a:path extrusionOk="0" h="699" w="699">
                  <a:moveTo>
                    <a:pt x="373" y="1"/>
                  </a:moveTo>
                  <a:lnTo>
                    <a:pt x="1" y="326"/>
                  </a:lnTo>
                  <a:lnTo>
                    <a:pt x="325" y="698"/>
                  </a:lnTo>
                  <a:lnTo>
                    <a:pt x="698" y="374"/>
                  </a:lnTo>
                  <a:lnTo>
                    <a:pt x="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45"/>
            <p:cNvSpPr/>
            <p:nvPr/>
          </p:nvSpPr>
          <p:spPr>
            <a:xfrm>
              <a:off x="283400" y="1535950"/>
              <a:ext cx="17475" cy="17450"/>
            </a:xfrm>
            <a:custGeom>
              <a:rect b="b" l="l" r="r" t="t"/>
              <a:pathLst>
                <a:path extrusionOk="0" h="698" w="699">
                  <a:moveTo>
                    <a:pt x="374" y="0"/>
                  </a:moveTo>
                  <a:lnTo>
                    <a:pt x="1" y="325"/>
                  </a:lnTo>
                  <a:lnTo>
                    <a:pt x="326" y="698"/>
                  </a:lnTo>
                  <a:lnTo>
                    <a:pt x="698" y="373"/>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45"/>
            <p:cNvSpPr/>
            <p:nvPr/>
          </p:nvSpPr>
          <p:spPr>
            <a:xfrm>
              <a:off x="274975" y="1526625"/>
              <a:ext cx="17775" cy="17450"/>
            </a:xfrm>
            <a:custGeom>
              <a:rect b="b" l="l" r="r" t="t"/>
              <a:pathLst>
                <a:path extrusionOk="0" h="698" w="711">
                  <a:moveTo>
                    <a:pt x="374" y="0"/>
                  </a:moveTo>
                  <a:lnTo>
                    <a:pt x="1" y="325"/>
                  </a:lnTo>
                  <a:lnTo>
                    <a:pt x="338" y="698"/>
                  </a:lnTo>
                  <a:lnTo>
                    <a:pt x="711" y="373"/>
                  </a:lnTo>
                  <a:lnTo>
                    <a:pt x="3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45"/>
            <p:cNvSpPr/>
            <p:nvPr/>
          </p:nvSpPr>
          <p:spPr>
            <a:xfrm>
              <a:off x="266875" y="1517300"/>
              <a:ext cx="17475" cy="17475"/>
            </a:xfrm>
            <a:custGeom>
              <a:rect b="b" l="l" r="r" t="t"/>
              <a:pathLst>
                <a:path extrusionOk="0" h="699" w="699">
                  <a:moveTo>
                    <a:pt x="373" y="1"/>
                  </a:moveTo>
                  <a:lnTo>
                    <a:pt x="1" y="325"/>
                  </a:lnTo>
                  <a:lnTo>
                    <a:pt x="325" y="698"/>
                  </a:lnTo>
                  <a:lnTo>
                    <a:pt x="698" y="373"/>
                  </a:lnTo>
                  <a:lnTo>
                    <a:pt x="3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45"/>
            <p:cNvSpPr/>
            <p:nvPr/>
          </p:nvSpPr>
          <p:spPr>
            <a:xfrm>
              <a:off x="290325" y="1562700"/>
              <a:ext cx="17750" cy="17775"/>
            </a:xfrm>
            <a:custGeom>
              <a:rect b="b" l="l" r="r" t="t"/>
              <a:pathLst>
                <a:path extrusionOk="0" h="711" w="710">
                  <a:moveTo>
                    <a:pt x="373" y="0"/>
                  </a:moveTo>
                  <a:lnTo>
                    <a:pt x="1" y="337"/>
                  </a:lnTo>
                  <a:lnTo>
                    <a:pt x="325" y="710"/>
                  </a:lnTo>
                  <a:lnTo>
                    <a:pt x="710" y="374"/>
                  </a:lnTo>
                  <a:lnTo>
                    <a:pt x="3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45"/>
            <p:cNvSpPr/>
            <p:nvPr/>
          </p:nvSpPr>
          <p:spPr>
            <a:xfrm>
              <a:off x="282200" y="1553375"/>
              <a:ext cx="17475" cy="17775"/>
            </a:xfrm>
            <a:custGeom>
              <a:rect b="b" l="l" r="r" t="t"/>
              <a:pathLst>
                <a:path extrusionOk="0" h="711" w="699">
                  <a:moveTo>
                    <a:pt x="374" y="1"/>
                  </a:moveTo>
                  <a:lnTo>
                    <a:pt x="1" y="338"/>
                  </a:lnTo>
                  <a:lnTo>
                    <a:pt x="326" y="710"/>
                  </a:lnTo>
                  <a:lnTo>
                    <a:pt x="698" y="373"/>
                  </a:lnTo>
                  <a:lnTo>
                    <a:pt x="3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45"/>
            <p:cNvSpPr/>
            <p:nvPr/>
          </p:nvSpPr>
          <p:spPr>
            <a:xfrm>
              <a:off x="273775" y="1544050"/>
              <a:ext cx="17775" cy="17775"/>
            </a:xfrm>
            <a:custGeom>
              <a:rect b="b" l="l" r="r" t="t"/>
              <a:pathLst>
                <a:path extrusionOk="0" h="711" w="711">
                  <a:moveTo>
                    <a:pt x="386" y="1"/>
                  </a:moveTo>
                  <a:lnTo>
                    <a:pt x="1" y="337"/>
                  </a:lnTo>
                  <a:lnTo>
                    <a:pt x="338" y="711"/>
                  </a:lnTo>
                  <a:lnTo>
                    <a:pt x="711" y="374"/>
                  </a:lnTo>
                  <a:lnTo>
                    <a:pt x="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45"/>
            <p:cNvSpPr/>
            <p:nvPr/>
          </p:nvSpPr>
          <p:spPr>
            <a:xfrm>
              <a:off x="265675" y="1534750"/>
              <a:ext cx="17750" cy="17750"/>
            </a:xfrm>
            <a:custGeom>
              <a:rect b="b" l="l" r="r" t="t"/>
              <a:pathLst>
                <a:path extrusionOk="0" h="710" w="710">
                  <a:moveTo>
                    <a:pt x="373" y="0"/>
                  </a:moveTo>
                  <a:lnTo>
                    <a:pt x="1" y="337"/>
                  </a:lnTo>
                  <a:lnTo>
                    <a:pt x="325" y="709"/>
                  </a:lnTo>
                  <a:lnTo>
                    <a:pt x="710" y="373"/>
                  </a:lnTo>
                  <a:lnTo>
                    <a:pt x="37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45"/>
            <p:cNvSpPr/>
            <p:nvPr/>
          </p:nvSpPr>
          <p:spPr>
            <a:xfrm>
              <a:off x="272900" y="1561800"/>
              <a:ext cx="17450" cy="17475"/>
            </a:xfrm>
            <a:custGeom>
              <a:rect b="b" l="l" r="r" t="t"/>
              <a:pathLst>
                <a:path extrusionOk="0" h="699" w="698">
                  <a:moveTo>
                    <a:pt x="373" y="1"/>
                  </a:moveTo>
                  <a:lnTo>
                    <a:pt x="0" y="325"/>
                  </a:lnTo>
                  <a:lnTo>
                    <a:pt x="324" y="698"/>
                  </a:lnTo>
                  <a:lnTo>
                    <a:pt x="698" y="373"/>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45"/>
            <p:cNvSpPr/>
            <p:nvPr/>
          </p:nvSpPr>
          <p:spPr>
            <a:xfrm>
              <a:off x="264475" y="1552475"/>
              <a:ext cx="17750" cy="17450"/>
            </a:xfrm>
            <a:custGeom>
              <a:rect b="b" l="l" r="r" t="t"/>
              <a:pathLst>
                <a:path extrusionOk="0" h="698" w="710">
                  <a:moveTo>
                    <a:pt x="373" y="0"/>
                  </a:moveTo>
                  <a:lnTo>
                    <a:pt x="0" y="326"/>
                  </a:lnTo>
                  <a:lnTo>
                    <a:pt x="337" y="698"/>
                  </a:lnTo>
                  <a:lnTo>
                    <a:pt x="710" y="374"/>
                  </a:lnTo>
                  <a:lnTo>
                    <a:pt x="37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45"/>
            <p:cNvSpPr/>
            <p:nvPr/>
          </p:nvSpPr>
          <p:spPr>
            <a:xfrm>
              <a:off x="256350" y="1543175"/>
              <a:ext cx="17450" cy="17450"/>
            </a:xfrm>
            <a:custGeom>
              <a:rect b="b" l="l" r="r" t="t"/>
              <a:pathLst>
                <a:path extrusionOk="0" h="698" w="698">
                  <a:moveTo>
                    <a:pt x="374" y="0"/>
                  </a:moveTo>
                  <a:lnTo>
                    <a:pt x="0" y="324"/>
                  </a:lnTo>
                  <a:lnTo>
                    <a:pt x="325" y="698"/>
                  </a:lnTo>
                  <a:lnTo>
                    <a:pt x="698" y="372"/>
                  </a:lnTo>
                  <a:lnTo>
                    <a:pt x="3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45"/>
            <p:cNvSpPr/>
            <p:nvPr/>
          </p:nvSpPr>
          <p:spPr>
            <a:xfrm>
              <a:off x="255150" y="1560600"/>
              <a:ext cx="17775" cy="17750"/>
            </a:xfrm>
            <a:custGeom>
              <a:rect b="b" l="l" r="r" t="t"/>
              <a:pathLst>
                <a:path extrusionOk="0" h="710" w="711">
                  <a:moveTo>
                    <a:pt x="373" y="1"/>
                  </a:moveTo>
                  <a:lnTo>
                    <a:pt x="0" y="337"/>
                  </a:lnTo>
                  <a:lnTo>
                    <a:pt x="325" y="710"/>
                  </a:lnTo>
                  <a:lnTo>
                    <a:pt x="710" y="373"/>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6" name="Google Shape;5846;p45"/>
          <p:cNvGrpSpPr/>
          <p:nvPr/>
        </p:nvGrpSpPr>
        <p:grpSpPr>
          <a:xfrm>
            <a:off x="1129384" y="699169"/>
            <a:ext cx="351365" cy="399151"/>
            <a:chOff x="1857125" y="1971000"/>
            <a:chExt cx="175000" cy="198800"/>
          </a:xfrm>
        </p:grpSpPr>
        <p:sp>
          <p:nvSpPr>
            <p:cNvPr id="5847" name="Google Shape;5847;p45"/>
            <p:cNvSpPr/>
            <p:nvPr/>
          </p:nvSpPr>
          <p:spPr>
            <a:xfrm>
              <a:off x="2019475" y="2107825"/>
              <a:ext cx="12650" cy="12350"/>
            </a:xfrm>
            <a:custGeom>
              <a:rect b="b" l="l" r="r" t="t"/>
              <a:pathLst>
                <a:path extrusionOk="0" h="494" w="506">
                  <a:moveTo>
                    <a:pt x="1" y="1"/>
                  </a:moveTo>
                  <a:lnTo>
                    <a:pt x="1"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45"/>
            <p:cNvSpPr/>
            <p:nvPr/>
          </p:nvSpPr>
          <p:spPr>
            <a:xfrm>
              <a:off x="2019475" y="2095200"/>
              <a:ext cx="12650" cy="12650"/>
            </a:xfrm>
            <a:custGeom>
              <a:rect b="b" l="l" r="r" t="t"/>
              <a:pathLst>
                <a:path extrusionOk="0" h="506" w="506">
                  <a:moveTo>
                    <a:pt x="1" y="0"/>
                  </a:moveTo>
                  <a:lnTo>
                    <a:pt x="1" y="506"/>
                  </a:lnTo>
                  <a:lnTo>
                    <a:pt x="506" y="506"/>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45"/>
            <p:cNvSpPr/>
            <p:nvPr/>
          </p:nvSpPr>
          <p:spPr>
            <a:xfrm>
              <a:off x="2019475" y="2082850"/>
              <a:ext cx="12650" cy="12375"/>
            </a:xfrm>
            <a:custGeom>
              <a:rect b="b" l="l" r="r" t="t"/>
              <a:pathLst>
                <a:path extrusionOk="0" h="495" w="506">
                  <a:moveTo>
                    <a:pt x="1" y="1"/>
                  </a:moveTo>
                  <a:lnTo>
                    <a:pt x="1" y="494"/>
                  </a:lnTo>
                  <a:lnTo>
                    <a:pt x="506" y="494"/>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45"/>
            <p:cNvSpPr/>
            <p:nvPr/>
          </p:nvSpPr>
          <p:spPr>
            <a:xfrm>
              <a:off x="2006850" y="2120150"/>
              <a:ext cx="12650" cy="12350"/>
            </a:xfrm>
            <a:custGeom>
              <a:rect b="b" l="l" r="r" t="t"/>
              <a:pathLst>
                <a:path extrusionOk="0" h="494" w="506">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45"/>
            <p:cNvSpPr/>
            <p:nvPr/>
          </p:nvSpPr>
          <p:spPr>
            <a:xfrm>
              <a:off x="2006850" y="2070550"/>
              <a:ext cx="12650" cy="12325"/>
            </a:xfrm>
            <a:custGeom>
              <a:rect b="b" l="l" r="r" t="t"/>
              <a:pathLst>
                <a:path extrusionOk="0" h="493" w="506">
                  <a:moveTo>
                    <a:pt x="1" y="0"/>
                  </a:moveTo>
                  <a:lnTo>
                    <a:pt x="1" y="493"/>
                  </a:lnTo>
                  <a:lnTo>
                    <a:pt x="506" y="493"/>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45"/>
            <p:cNvSpPr/>
            <p:nvPr/>
          </p:nvSpPr>
          <p:spPr>
            <a:xfrm>
              <a:off x="1994550" y="2132475"/>
              <a:ext cx="12325" cy="12650"/>
            </a:xfrm>
            <a:custGeom>
              <a:rect b="b" l="l" r="r" t="t"/>
              <a:pathLst>
                <a:path extrusionOk="0" h="506" w="493">
                  <a:moveTo>
                    <a:pt x="0" y="1"/>
                  </a:moveTo>
                  <a:lnTo>
                    <a:pt x="0" y="506"/>
                  </a:lnTo>
                  <a:lnTo>
                    <a:pt x="493" y="506"/>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45"/>
            <p:cNvSpPr/>
            <p:nvPr/>
          </p:nvSpPr>
          <p:spPr>
            <a:xfrm>
              <a:off x="1994550" y="2057925"/>
              <a:ext cx="12325" cy="12650"/>
            </a:xfrm>
            <a:custGeom>
              <a:rect b="b" l="l" r="r" t="t"/>
              <a:pathLst>
                <a:path extrusionOk="0" h="506" w="493">
                  <a:moveTo>
                    <a:pt x="0" y="0"/>
                  </a:moveTo>
                  <a:lnTo>
                    <a:pt x="0" y="505"/>
                  </a:lnTo>
                  <a:lnTo>
                    <a:pt x="493" y="505"/>
                  </a:lnTo>
                  <a:lnTo>
                    <a:pt x="4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45"/>
            <p:cNvSpPr/>
            <p:nvPr/>
          </p:nvSpPr>
          <p:spPr>
            <a:xfrm>
              <a:off x="1981900" y="2145100"/>
              <a:ext cx="12675" cy="12350"/>
            </a:xfrm>
            <a:custGeom>
              <a:rect b="b" l="l" r="r" t="t"/>
              <a:pathLst>
                <a:path extrusionOk="0" h="494" w="507">
                  <a:moveTo>
                    <a:pt x="1" y="1"/>
                  </a:moveTo>
                  <a:lnTo>
                    <a:pt x="1" y="494"/>
                  </a:lnTo>
                  <a:lnTo>
                    <a:pt x="506" y="494"/>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45"/>
            <p:cNvSpPr/>
            <p:nvPr/>
          </p:nvSpPr>
          <p:spPr>
            <a:xfrm>
              <a:off x="1981900" y="2045575"/>
              <a:ext cx="12675" cy="12375"/>
            </a:xfrm>
            <a:custGeom>
              <a:rect b="b" l="l" r="r" t="t"/>
              <a:pathLst>
                <a:path extrusionOk="0" h="495" w="507">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45"/>
            <p:cNvSpPr/>
            <p:nvPr/>
          </p:nvSpPr>
          <p:spPr>
            <a:xfrm>
              <a:off x="1969575" y="2157425"/>
              <a:ext cx="12350" cy="12375"/>
            </a:xfrm>
            <a:custGeom>
              <a:rect b="b" l="l" r="r" t="t"/>
              <a:pathLst>
                <a:path extrusionOk="0" h="495" w="494">
                  <a:moveTo>
                    <a:pt x="0" y="1"/>
                  </a:moveTo>
                  <a:lnTo>
                    <a:pt x="0" y="494"/>
                  </a:lnTo>
                  <a:lnTo>
                    <a:pt x="494" y="494"/>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45"/>
            <p:cNvSpPr/>
            <p:nvPr/>
          </p:nvSpPr>
          <p:spPr>
            <a:xfrm>
              <a:off x="1969575" y="2033250"/>
              <a:ext cx="12350" cy="12350"/>
            </a:xfrm>
            <a:custGeom>
              <a:rect b="b" l="l" r="r" t="t"/>
              <a:pathLst>
                <a:path extrusionOk="0" h="494" w="494">
                  <a:moveTo>
                    <a:pt x="0" y="1"/>
                  </a:moveTo>
                  <a:lnTo>
                    <a:pt x="0"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45"/>
            <p:cNvSpPr/>
            <p:nvPr/>
          </p:nvSpPr>
          <p:spPr>
            <a:xfrm>
              <a:off x="1969575" y="1995975"/>
              <a:ext cx="12350" cy="12350"/>
            </a:xfrm>
            <a:custGeom>
              <a:rect b="b" l="l" r="r" t="t"/>
              <a:pathLst>
                <a:path extrusionOk="0" h="494" w="494">
                  <a:moveTo>
                    <a:pt x="0" y="1"/>
                  </a:moveTo>
                  <a:lnTo>
                    <a:pt x="0"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45"/>
            <p:cNvSpPr/>
            <p:nvPr/>
          </p:nvSpPr>
          <p:spPr>
            <a:xfrm>
              <a:off x="1956950" y="2157425"/>
              <a:ext cx="12650" cy="12375"/>
            </a:xfrm>
            <a:custGeom>
              <a:rect b="b" l="l" r="r" t="t"/>
              <a:pathLst>
                <a:path extrusionOk="0" h="495" w="506">
                  <a:moveTo>
                    <a:pt x="0" y="1"/>
                  </a:moveTo>
                  <a:lnTo>
                    <a:pt x="0" y="494"/>
                  </a:lnTo>
                  <a:lnTo>
                    <a:pt x="505" y="494"/>
                  </a:lnTo>
                  <a:lnTo>
                    <a:pt x="5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45"/>
            <p:cNvSpPr/>
            <p:nvPr/>
          </p:nvSpPr>
          <p:spPr>
            <a:xfrm>
              <a:off x="1956950" y="2033250"/>
              <a:ext cx="12650" cy="12350"/>
            </a:xfrm>
            <a:custGeom>
              <a:rect b="b" l="l" r="r" t="t"/>
              <a:pathLst>
                <a:path extrusionOk="0" h="494" w="506">
                  <a:moveTo>
                    <a:pt x="0" y="1"/>
                  </a:moveTo>
                  <a:lnTo>
                    <a:pt x="0" y="493"/>
                  </a:lnTo>
                  <a:lnTo>
                    <a:pt x="505" y="493"/>
                  </a:lnTo>
                  <a:lnTo>
                    <a:pt x="5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45"/>
            <p:cNvSpPr/>
            <p:nvPr/>
          </p:nvSpPr>
          <p:spPr>
            <a:xfrm>
              <a:off x="1956950" y="2020625"/>
              <a:ext cx="12650" cy="12650"/>
            </a:xfrm>
            <a:custGeom>
              <a:rect b="b" l="l" r="r" t="t"/>
              <a:pathLst>
                <a:path extrusionOk="0" h="506" w="506">
                  <a:moveTo>
                    <a:pt x="0" y="1"/>
                  </a:moveTo>
                  <a:lnTo>
                    <a:pt x="0" y="506"/>
                  </a:lnTo>
                  <a:lnTo>
                    <a:pt x="505" y="506"/>
                  </a:lnTo>
                  <a:lnTo>
                    <a:pt x="5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45"/>
            <p:cNvSpPr/>
            <p:nvPr/>
          </p:nvSpPr>
          <p:spPr>
            <a:xfrm>
              <a:off x="1956950" y="2008300"/>
              <a:ext cx="12650" cy="12350"/>
            </a:xfrm>
            <a:custGeom>
              <a:rect b="b" l="l" r="r" t="t"/>
              <a:pathLst>
                <a:path extrusionOk="0" h="494" w="506">
                  <a:moveTo>
                    <a:pt x="0" y="0"/>
                  </a:moveTo>
                  <a:lnTo>
                    <a:pt x="0" y="494"/>
                  </a:lnTo>
                  <a:lnTo>
                    <a:pt x="505" y="494"/>
                  </a:lnTo>
                  <a:lnTo>
                    <a:pt x="50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45"/>
            <p:cNvSpPr/>
            <p:nvPr/>
          </p:nvSpPr>
          <p:spPr>
            <a:xfrm>
              <a:off x="1956950" y="1983350"/>
              <a:ext cx="12650" cy="12650"/>
            </a:xfrm>
            <a:custGeom>
              <a:rect b="b" l="l" r="r" t="t"/>
              <a:pathLst>
                <a:path extrusionOk="0" h="506" w="506">
                  <a:moveTo>
                    <a:pt x="0" y="0"/>
                  </a:moveTo>
                  <a:lnTo>
                    <a:pt x="0" y="506"/>
                  </a:lnTo>
                  <a:lnTo>
                    <a:pt x="505" y="506"/>
                  </a:lnTo>
                  <a:lnTo>
                    <a:pt x="50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45"/>
            <p:cNvSpPr/>
            <p:nvPr/>
          </p:nvSpPr>
          <p:spPr>
            <a:xfrm>
              <a:off x="1944625" y="2157425"/>
              <a:ext cx="12350" cy="12375"/>
            </a:xfrm>
            <a:custGeom>
              <a:rect b="b" l="l" r="r" t="t"/>
              <a:pathLst>
                <a:path extrusionOk="0" h="495" w="494">
                  <a:moveTo>
                    <a:pt x="1" y="1"/>
                  </a:moveTo>
                  <a:lnTo>
                    <a:pt x="1" y="494"/>
                  </a:lnTo>
                  <a:lnTo>
                    <a:pt x="493" y="494"/>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45"/>
            <p:cNvSpPr/>
            <p:nvPr/>
          </p:nvSpPr>
          <p:spPr>
            <a:xfrm>
              <a:off x="1944625" y="2033250"/>
              <a:ext cx="12350" cy="12350"/>
            </a:xfrm>
            <a:custGeom>
              <a:rect b="b" l="l" r="r" t="t"/>
              <a:pathLst>
                <a:path extrusionOk="0" h="494" w="494">
                  <a:moveTo>
                    <a:pt x="1" y="1"/>
                  </a:moveTo>
                  <a:lnTo>
                    <a:pt x="1" y="493"/>
                  </a:lnTo>
                  <a:lnTo>
                    <a:pt x="493" y="493"/>
                  </a:lnTo>
                  <a:lnTo>
                    <a:pt x="4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45"/>
            <p:cNvSpPr/>
            <p:nvPr/>
          </p:nvSpPr>
          <p:spPr>
            <a:xfrm>
              <a:off x="1944625" y="2020625"/>
              <a:ext cx="12350" cy="12650"/>
            </a:xfrm>
            <a:custGeom>
              <a:rect b="b" l="l" r="r" t="t"/>
              <a:pathLst>
                <a:path extrusionOk="0" h="506" w="494">
                  <a:moveTo>
                    <a:pt x="1" y="1"/>
                  </a:moveTo>
                  <a:lnTo>
                    <a:pt x="1" y="506"/>
                  </a:lnTo>
                  <a:lnTo>
                    <a:pt x="493" y="506"/>
                  </a:lnTo>
                  <a:lnTo>
                    <a:pt x="49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45"/>
            <p:cNvSpPr/>
            <p:nvPr/>
          </p:nvSpPr>
          <p:spPr>
            <a:xfrm>
              <a:off x="1944625" y="2008300"/>
              <a:ext cx="12350" cy="12350"/>
            </a:xfrm>
            <a:custGeom>
              <a:rect b="b" l="l" r="r" t="t"/>
              <a:pathLst>
                <a:path extrusionOk="0" h="494" w="494">
                  <a:moveTo>
                    <a:pt x="1" y="0"/>
                  </a:moveTo>
                  <a:lnTo>
                    <a:pt x="1" y="494"/>
                  </a:lnTo>
                  <a:lnTo>
                    <a:pt x="493" y="494"/>
                  </a:lnTo>
                  <a:lnTo>
                    <a:pt x="49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45"/>
            <p:cNvSpPr/>
            <p:nvPr/>
          </p:nvSpPr>
          <p:spPr>
            <a:xfrm>
              <a:off x="1944625" y="1995975"/>
              <a:ext cx="12350" cy="12350"/>
            </a:xfrm>
            <a:custGeom>
              <a:rect b="b" l="l" r="r" t="t"/>
              <a:pathLst>
                <a:path extrusionOk="0" h="494" w="494">
                  <a:moveTo>
                    <a:pt x="1" y="1"/>
                  </a:moveTo>
                  <a:lnTo>
                    <a:pt x="1" y="493"/>
                  </a:lnTo>
                  <a:lnTo>
                    <a:pt x="493" y="493"/>
                  </a:lnTo>
                  <a:lnTo>
                    <a:pt x="4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45"/>
            <p:cNvSpPr/>
            <p:nvPr/>
          </p:nvSpPr>
          <p:spPr>
            <a:xfrm>
              <a:off x="1944625" y="1971000"/>
              <a:ext cx="12350" cy="12375"/>
            </a:xfrm>
            <a:custGeom>
              <a:rect b="b" l="l" r="r" t="t"/>
              <a:pathLst>
                <a:path extrusionOk="0" h="495" w="494">
                  <a:moveTo>
                    <a:pt x="1" y="1"/>
                  </a:moveTo>
                  <a:lnTo>
                    <a:pt x="1" y="494"/>
                  </a:lnTo>
                  <a:lnTo>
                    <a:pt x="493" y="494"/>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45"/>
            <p:cNvSpPr/>
            <p:nvPr/>
          </p:nvSpPr>
          <p:spPr>
            <a:xfrm>
              <a:off x="1932000" y="2157425"/>
              <a:ext cx="12650" cy="12375"/>
            </a:xfrm>
            <a:custGeom>
              <a:rect b="b" l="l" r="r" t="t"/>
              <a:pathLst>
                <a:path extrusionOk="0" h="495" w="506">
                  <a:moveTo>
                    <a:pt x="0" y="1"/>
                  </a:moveTo>
                  <a:lnTo>
                    <a:pt x="0" y="494"/>
                  </a:lnTo>
                  <a:lnTo>
                    <a:pt x="506" y="494"/>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45"/>
            <p:cNvSpPr/>
            <p:nvPr/>
          </p:nvSpPr>
          <p:spPr>
            <a:xfrm>
              <a:off x="1932000" y="2033250"/>
              <a:ext cx="12650" cy="12350"/>
            </a:xfrm>
            <a:custGeom>
              <a:rect b="b" l="l" r="r" t="t"/>
              <a:pathLst>
                <a:path extrusionOk="0" h="494" w="506">
                  <a:moveTo>
                    <a:pt x="0" y="1"/>
                  </a:moveTo>
                  <a:lnTo>
                    <a:pt x="0" y="493"/>
                  </a:lnTo>
                  <a:lnTo>
                    <a:pt x="506" y="493"/>
                  </a:lnTo>
                  <a:lnTo>
                    <a:pt x="50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45"/>
            <p:cNvSpPr/>
            <p:nvPr/>
          </p:nvSpPr>
          <p:spPr>
            <a:xfrm>
              <a:off x="1932000" y="2020625"/>
              <a:ext cx="12650" cy="12650"/>
            </a:xfrm>
            <a:custGeom>
              <a:rect b="b" l="l" r="r" t="t"/>
              <a:pathLst>
                <a:path extrusionOk="0" h="506" w="506">
                  <a:moveTo>
                    <a:pt x="0" y="1"/>
                  </a:moveTo>
                  <a:lnTo>
                    <a:pt x="0" y="506"/>
                  </a:lnTo>
                  <a:lnTo>
                    <a:pt x="506" y="506"/>
                  </a:lnTo>
                  <a:lnTo>
                    <a:pt x="50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45"/>
            <p:cNvSpPr/>
            <p:nvPr/>
          </p:nvSpPr>
          <p:spPr>
            <a:xfrm>
              <a:off x="1932000" y="2008300"/>
              <a:ext cx="12650" cy="12350"/>
            </a:xfrm>
            <a:custGeom>
              <a:rect b="b" l="l" r="r" t="t"/>
              <a:pathLst>
                <a:path extrusionOk="0" h="494" w="506">
                  <a:moveTo>
                    <a:pt x="0" y="0"/>
                  </a:moveTo>
                  <a:lnTo>
                    <a:pt x="0" y="494"/>
                  </a:lnTo>
                  <a:lnTo>
                    <a:pt x="506" y="494"/>
                  </a:lnTo>
                  <a:lnTo>
                    <a:pt x="50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45"/>
            <p:cNvSpPr/>
            <p:nvPr/>
          </p:nvSpPr>
          <p:spPr>
            <a:xfrm>
              <a:off x="1932000" y="1983350"/>
              <a:ext cx="12650" cy="12650"/>
            </a:xfrm>
            <a:custGeom>
              <a:rect b="b" l="l" r="r" t="t"/>
              <a:pathLst>
                <a:path extrusionOk="0" h="506" w="506">
                  <a:moveTo>
                    <a:pt x="0" y="0"/>
                  </a:moveTo>
                  <a:lnTo>
                    <a:pt x="0" y="506"/>
                  </a:lnTo>
                  <a:lnTo>
                    <a:pt x="506" y="506"/>
                  </a:lnTo>
                  <a:lnTo>
                    <a:pt x="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45"/>
            <p:cNvSpPr/>
            <p:nvPr/>
          </p:nvSpPr>
          <p:spPr>
            <a:xfrm>
              <a:off x="1932000" y="1971000"/>
              <a:ext cx="12650" cy="12375"/>
            </a:xfrm>
            <a:custGeom>
              <a:rect b="b" l="l" r="r" t="t"/>
              <a:pathLst>
                <a:path extrusionOk="0" h="495" w="506">
                  <a:moveTo>
                    <a:pt x="0" y="1"/>
                  </a:moveTo>
                  <a:lnTo>
                    <a:pt x="0" y="494"/>
                  </a:lnTo>
                  <a:lnTo>
                    <a:pt x="506" y="494"/>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45"/>
            <p:cNvSpPr/>
            <p:nvPr/>
          </p:nvSpPr>
          <p:spPr>
            <a:xfrm>
              <a:off x="1919650" y="2157425"/>
              <a:ext cx="12375" cy="12375"/>
            </a:xfrm>
            <a:custGeom>
              <a:rect b="b" l="l" r="r" t="t"/>
              <a:pathLst>
                <a:path extrusionOk="0" h="495" w="495">
                  <a:moveTo>
                    <a:pt x="1" y="1"/>
                  </a:moveTo>
                  <a:lnTo>
                    <a:pt x="1" y="494"/>
                  </a:lnTo>
                  <a:lnTo>
                    <a:pt x="494" y="494"/>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45"/>
            <p:cNvSpPr/>
            <p:nvPr/>
          </p:nvSpPr>
          <p:spPr>
            <a:xfrm>
              <a:off x="1919650" y="2057925"/>
              <a:ext cx="12375" cy="12650"/>
            </a:xfrm>
            <a:custGeom>
              <a:rect b="b" l="l" r="r" t="t"/>
              <a:pathLst>
                <a:path extrusionOk="0" h="506" w="495">
                  <a:moveTo>
                    <a:pt x="1" y="0"/>
                  </a:moveTo>
                  <a:lnTo>
                    <a:pt x="1" y="505"/>
                  </a:lnTo>
                  <a:lnTo>
                    <a:pt x="494" y="505"/>
                  </a:lnTo>
                  <a:lnTo>
                    <a:pt x="49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45"/>
            <p:cNvSpPr/>
            <p:nvPr/>
          </p:nvSpPr>
          <p:spPr>
            <a:xfrm>
              <a:off x="1919650" y="2033250"/>
              <a:ext cx="12375" cy="12350"/>
            </a:xfrm>
            <a:custGeom>
              <a:rect b="b" l="l" r="r" t="t"/>
              <a:pathLst>
                <a:path extrusionOk="0" h="494" w="495">
                  <a:moveTo>
                    <a:pt x="1" y="1"/>
                  </a:moveTo>
                  <a:lnTo>
                    <a:pt x="1" y="493"/>
                  </a:lnTo>
                  <a:lnTo>
                    <a:pt x="494" y="493"/>
                  </a:lnTo>
                  <a:lnTo>
                    <a:pt x="49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45"/>
            <p:cNvSpPr/>
            <p:nvPr/>
          </p:nvSpPr>
          <p:spPr>
            <a:xfrm>
              <a:off x="1919650" y="2020625"/>
              <a:ext cx="12375" cy="12650"/>
            </a:xfrm>
            <a:custGeom>
              <a:rect b="b" l="l" r="r" t="t"/>
              <a:pathLst>
                <a:path extrusionOk="0" h="506" w="495">
                  <a:moveTo>
                    <a:pt x="1" y="1"/>
                  </a:moveTo>
                  <a:lnTo>
                    <a:pt x="1" y="506"/>
                  </a:lnTo>
                  <a:lnTo>
                    <a:pt x="494" y="506"/>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0" name="Google Shape;5880;p45"/>
            <p:cNvSpPr/>
            <p:nvPr/>
          </p:nvSpPr>
          <p:spPr>
            <a:xfrm>
              <a:off x="1919650" y="2008300"/>
              <a:ext cx="12375" cy="12350"/>
            </a:xfrm>
            <a:custGeom>
              <a:rect b="b" l="l" r="r" t="t"/>
              <a:pathLst>
                <a:path extrusionOk="0" h="494" w="495">
                  <a:moveTo>
                    <a:pt x="1" y="0"/>
                  </a:moveTo>
                  <a:lnTo>
                    <a:pt x="1" y="494"/>
                  </a:lnTo>
                  <a:lnTo>
                    <a:pt x="494" y="494"/>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81" name="Google Shape;5881;p45"/>
            <p:cNvGrpSpPr/>
            <p:nvPr/>
          </p:nvGrpSpPr>
          <p:grpSpPr>
            <a:xfrm>
              <a:off x="1919650" y="1983350"/>
              <a:ext cx="49950" cy="24975"/>
              <a:chOff x="1919650" y="1983350"/>
              <a:chExt cx="49950" cy="24975"/>
            </a:xfrm>
          </p:grpSpPr>
          <p:sp>
            <p:nvSpPr>
              <p:cNvPr id="5882" name="Google Shape;5882;p45"/>
              <p:cNvSpPr/>
              <p:nvPr/>
            </p:nvSpPr>
            <p:spPr>
              <a:xfrm>
                <a:off x="1956950" y="1995975"/>
                <a:ext cx="12650" cy="12350"/>
              </a:xfrm>
              <a:custGeom>
                <a:rect b="b" l="l" r="r" t="t"/>
                <a:pathLst>
                  <a:path extrusionOk="0" h="494" w="506">
                    <a:moveTo>
                      <a:pt x="0" y="1"/>
                    </a:moveTo>
                    <a:lnTo>
                      <a:pt x="0" y="493"/>
                    </a:lnTo>
                    <a:lnTo>
                      <a:pt x="505" y="493"/>
                    </a:lnTo>
                    <a:lnTo>
                      <a:pt x="5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45"/>
              <p:cNvSpPr/>
              <p:nvPr/>
            </p:nvSpPr>
            <p:spPr>
              <a:xfrm>
                <a:off x="1944625" y="1983350"/>
                <a:ext cx="12350" cy="12650"/>
              </a:xfrm>
              <a:custGeom>
                <a:rect b="b" l="l" r="r" t="t"/>
                <a:pathLst>
                  <a:path extrusionOk="0" h="506" w="494">
                    <a:moveTo>
                      <a:pt x="1" y="0"/>
                    </a:moveTo>
                    <a:lnTo>
                      <a:pt x="1" y="506"/>
                    </a:lnTo>
                    <a:lnTo>
                      <a:pt x="493" y="506"/>
                    </a:lnTo>
                    <a:lnTo>
                      <a:pt x="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45"/>
              <p:cNvSpPr/>
              <p:nvPr/>
            </p:nvSpPr>
            <p:spPr>
              <a:xfrm>
                <a:off x="1932000" y="1995975"/>
                <a:ext cx="12650" cy="12350"/>
              </a:xfrm>
              <a:custGeom>
                <a:rect b="b" l="l" r="r" t="t"/>
                <a:pathLst>
                  <a:path extrusionOk="0" h="494" w="506">
                    <a:moveTo>
                      <a:pt x="0" y="1"/>
                    </a:moveTo>
                    <a:lnTo>
                      <a:pt x="0" y="493"/>
                    </a:lnTo>
                    <a:lnTo>
                      <a:pt x="506" y="493"/>
                    </a:lnTo>
                    <a:lnTo>
                      <a:pt x="50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45"/>
              <p:cNvSpPr/>
              <p:nvPr/>
            </p:nvSpPr>
            <p:spPr>
              <a:xfrm>
                <a:off x="1919650" y="1995975"/>
                <a:ext cx="12375" cy="12350"/>
              </a:xfrm>
              <a:custGeom>
                <a:rect b="b" l="l" r="r" t="t"/>
                <a:pathLst>
                  <a:path extrusionOk="0" h="494" w="495">
                    <a:moveTo>
                      <a:pt x="1" y="1"/>
                    </a:moveTo>
                    <a:lnTo>
                      <a:pt x="1" y="493"/>
                    </a:lnTo>
                    <a:lnTo>
                      <a:pt x="494" y="493"/>
                    </a:lnTo>
                    <a:lnTo>
                      <a:pt x="4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6" name="Google Shape;5886;p45"/>
            <p:cNvSpPr/>
            <p:nvPr/>
          </p:nvSpPr>
          <p:spPr>
            <a:xfrm>
              <a:off x="1919650" y="1983350"/>
              <a:ext cx="12375" cy="12650"/>
            </a:xfrm>
            <a:custGeom>
              <a:rect b="b" l="l" r="r" t="t"/>
              <a:pathLst>
                <a:path extrusionOk="0" h="506" w="495">
                  <a:moveTo>
                    <a:pt x="1" y="0"/>
                  </a:moveTo>
                  <a:lnTo>
                    <a:pt x="1" y="506"/>
                  </a:lnTo>
                  <a:lnTo>
                    <a:pt x="494" y="506"/>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45"/>
            <p:cNvSpPr/>
            <p:nvPr/>
          </p:nvSpPr>
          <p:spPr>
            <a:xfrm>
              <a:off x="1907025" y="2157425"/>
              <a:ext cx="12650" cy="12375"/>
            </a:xfrm>
            <a:custGeom>
              <a:rect b="b" l="l" r="r" t="t"/>
              <a:pathLst>
                <a:path extrusionOk="0" h="495" w="506">
                  <a:moveTo>
                    <a:pt x="1" y="1"/>
                  </a:moveTo>
                  <a:lnTo>
                    <a:pt x="1" y="494"/>
                  </a:lnTo>
                  <a:lnTo>
                    <a:pt x="506" y="494"/>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45"/>
            <p:cNvSpPr/>
            <p:nvPr/>
          </p:nvSpPr>
          <p:spPr>
            <a:xfrm>
              <a:off x="1907025" y="2120150"/>
              <a:ext cx="12650" cy="12350"/>
            </a:xfrm>
            <a:custGeom>
              <a:rect b="b" l="l" r="r" t="t"/>
              <a:pathLst>
                <a:path extrusionOk="0" h="494" w="506">
                  <a:moveTo>
                    <a:pt x="1" y="0"/>
                  </a:moveTo>
                  <a:lnTo>
                    <a:pt x="1" y="494"/>
                  </a:lnTo>
                  <a:lnTo>
                    <a:pt x="506" y="494"/>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45"/>
            <p:cNvSpPr/>
            <p:nvPr/>
          </p:nvSpPr>
          <p:spPr>
            <a:xfrm>
              <a:off x="1907025" y="2070550"/>
              <a:ext cx="12650" cy="12325"/>
            </a:xfrm>
            <a:custGeom>
              <a:rect b="b" l="l" r="r" t="t"/>
              <a:pathLst>
                <a:path extrusionOk="0" h="493" w="506">
                  <a:moveTo>
                    <a:pt x="1" y="0"/>
                  </a:moveTo>
                  <a:lnTo>
                    <a:pt x="1" y="493"/>
                  </a:lnTo>
                  <a:lnTo>
                    <a:pt x="506" y="493"/>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45"/>
            <p:cNvSpPr/>
            <p:nvPr/>
          </p:nvSpPr>
          <p:spPr>
            <a:xfrm>
              <a:off x="1907025" y="2033250"/>
              <a:ext cx="12650" cy="12350"/>
            </a:xfrm>
            <a:custGeom>
              <a:rect b="b" l="l" r="r" t="t"/>
              <a:pathLst>
                <a:path extrusionOk="0" h="494" w="506">
                  <a:moveTo>
                    <a:pt x="1" y="1"/>
                  </a:moveTo>
                  <a:lnTo>
                    <a:pt x="1"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45"/>
            <p:cNvSpPr/>
            <p:nvPr/>
          </p:nvSpPr>
          <p:spPr>
            <a:xfrm>
              <a:off x="1907025" y="1995975"/>
              <a:ext cx="12650" cy="12350"/>
            </a:xfrm>
            <a:custGeom>
              <a:rect b="b" l="l" r="r" t="t"/>
              <a:pathLst>
                <a:path extrusionOk="0" h="494" w="506">
                  <a:moveTo>
                    <a:pt x="1" y="1"/>
                  </a:moveTo>
                  <a:lnTo>
                    <a:pt x="1" y="493"/>
                  </a:lnTo>
                  <a:lnTo>
                    <a:pt x="506" y="493"/>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45"/>
            <p:cNvSpPr/>
            <p:nvPr/>
          </p:nvSpPr>
          <p:spPr>
            <a:xfrm>
              <a:off x="1894400" y="2145100"/>
              <a:ext cx="12650" cy="12350"/>
            </a:xfrm>
            <a:custGeom>
              <a:rect b="b" l="l" r="r" t="t"/>
              <a:pathLst>
                <a:path extrusionOk="0" h="494" w="506">
                  <a:moveTo>
                    <a:pt x="1" y="1"/>
                  </a:moveTo>
                  <a:lnTo>
                    <a:pt x="1" y="494"/>
                  </a:lnTo>
                  <a:lnTo>
                    <a:pt x="506" y="494"/>
                  </a:lnTo>
                  <a:lnTo>
                    <a:pt x="5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45"/>
            <p:cNvSpPr/>
            <p:nvPr/>
          </p:nvSpPr>
          <p:spPr>
            <a:xfrm>
              <a:off x="1894400" y="2107825"/>
              <a:ext cx="12650" cy="12350"/>
            </a:xfrm>
            <a:custGeom>
              <a:rect b="b" l="l" r="r" t="t"/>
              <a:pathLst>
                <a:path extrusionOk="0" h="494" w="506">
                  <a:moveTo>
                    <a:pt x="1" y="1"/>
                  </a:moveTo>
                  <a:lnTo>
                    <a:pt x="1" y="493"/>
                  </a:lnTo>
                  <a:lnTo>
                    <a:pt x="506" y="493"/>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45"/>
            <p:cNvSpPr/>
            <p:nvPr/>
          </p:nvSpPr>
          <p:spPr>
            <a:xfrm>
              <a:off x="1894400" y="2095200"/>
              <a:ext cx="12650" cy="12650"/>
            </a:xfrm>
            <a:custGeom>
              <a:rect b="b" l="l" r="r" t="t"/>
              <a:pathLst>
                <a:path extrusionOk="0" h="506" w="506">
                  <a:moveTo>
                    <a:pt x="1" y="0"/>
                  </a:moveTo>
                  <a:lnTo>
                    <a:pt x="1" y="506"/>
                  </a:lnTo>
                  <a:lnTo>
                    <a:pt x="506" y="506"/>
                  </a:lnTo>
                  <a:lnTo>
                    <a:pt x="5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45"/>
            <p:cNvSpPr/>
            <p:nvPr/>
          </p:nvSpPr>
          <p:spPr>
            <a:xfrm>
              <a:off x="1894400" y="2082850"/>
              <a:ext cx="12650" cy="12375"/>
            </a:xfrm>
            <a:custGeom>
              <a:rect b="b" l="l" r="r" t="t"/>
              <a:pathLst>
                <a:path extrusionOk="0" h="495" w="506">
                  <a:moveTo>
                    <a:pt x="1" y="1"/>
                  </a:moveTo>
                  <a:lnTo>
                    <a:pt x="1" y="494"/>
                  </a:lnTo>
                  <a:lnTo>
                    <a:pt x="506" y="494"/>
                  </a:lnTo>
                  <a:lnTo>
                    <a:pt x="5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45"/>
            <p:cNvSpPr/>
            <p:nvPr/>
          </p:nvSpPr>
          <p:spPr>
            <a:xfrm>
              <a:off x="1894400" y="2045575"/>
              <a:ext cx="12650" cy="12375"/>
            </a:xfrm>
            <a:custGeom>
              <a:rect b="b" l="l" r="r" t="t"/>
              <a:pathLst>
                <a:path extrusionOk="0" h="495" w="506">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45"/>
            <p:cNvSpPr/>
            <p:nvPr/>
          </p:nvSpPr>
          <p:spPr>
            <a:xfrm>
              <a:off x="1882100" y="2132475"/>
              <a:ext cx="12325" cy="12650"/>
            </a:xfrm>
            <a:custGeom>
              <a:rect b="b" l="l" r="r" t="t"/>
              <a:pathLst>
                <a:path extrusionOk="0" h="506" w="493">
                  <a:moveTo>
                    <a:pt x="0" y="1"/>
                  </a:moveTo>
                  <a:lnTo>
                    <a:pt x="0" y="506"/>
                  </a:lnTo>
                  <a:lnTo>
                    <a:pt x="493" y="506"/>
                  </a:lnTo>
                  <a:lnTo>
                    <a:pt x="4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45"/>
            <p:cNvSpPr/>
            <p:nvPr/>
          </p:nvSpPr>
          <p:spPr>
            <a:xfrm>
              <a:off x="1882100" y="2057925"/>
              <a:ext cx="12325" cy="12650"/>
            </a:xfrm>
            <a:custGeom>
              <a:rect b="b" l="l" r="r" t="t"/>
              <a:pathLst>
                <a:path extrusionOk="0" h="506" w="493">
                  <a:moveTo>
                    <a:pt x="0" y="0"/>
                  </a:moveTo>
                  <a:lnTo>
                    <a:pt x="0" y="505"/>
                  </a:lnTo>
                  <a:lnTo>
                    <a:pt x="493" y="505"/>
                  </a:lnTo>
                  <a:lnTo>
                    <a:pt x="4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45"/>
            <p:cNvSpPr/>
            <p:nvPr/>
          </p:nvSpPr>
          <p:spPr>
            <a:xfrm>
              <a:off x="1869450" y="2120150"/>
              <a:ext cx="12675" cy="12350"/>
            </a:xfrm>
            <a:custGeom>
              <a:rect b="b" l="l" r="r" t="t"/>
              <a:pathLst>
                <a:path extrusionOk="0" h="494" w="507">
                  <a:moveTo>
                    <a:pt x="1" y="0"/>
                  </a:moveTo>
                  <a:lnTo>
                    <a:pt x="1" y="494"/>
                  </a:lnTo>
                  <a:lnTo>
                    <a:pt x="506" y="494"/>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45"/>
            <p:cNvSpPr/>
            <p:nvPr/>
          </p:nvSpPr>
          <p:spPr>
            <a:xfrm>
              <a:off x="1869450" y="2095200"/>
              <a:ext cx="150050" cy="62250"/>
            </a:xfrm>
            <a:custGeom>
              <a:rect b="b" l="l" r="r" t="t"/>
              <a:pathLst>
                <a:path extrusionOk="0" h="2490" w="6002">
                  <a:moveTo>
                    <a:pt x="1" y="0"/>
                  </a:moveTo>
                  <a:lnTo>
                    <a:pt x="1" y="506"/>
                  </a:lnTo>
                  <a:lnTo>
                    <a:pt x="1" y="998"/>
                  </a:lnTo>
                  <a:lnTo>
                    <a:pt x="506" y="998"/>
                  </a:lnTo>
                  <a:lnTo>
                    <a:pt x="506" y="1492"/>
                  </a:lnTo>
                  <a:lnTo>
                    <a:pt x="999" y="1492"/>
                  </a:lnTo>
                  <a:lnTo>
                    <a:pt x="999" y="1997"/>
                  </a:lnTo>
                  <a:lnTo>
                    <a:pt x="1504" y="1997"/>
                  </a:lnTo>
                  <a:lnTo>
                    <a:pt x="1504" y="2490"/>
                  </a:lnTo>
                  <a:lnTo>
                    <a:pt x="4499" y="2490"/>
                  </a:lnTo>
                  <a:lnTo>
                    <a:pt x="4499" y="1997"/>
                  </a:lnTo>
                  <a:lnTo>
                    <a:pt x="5004" y="1997"/>
                  </a:lnTo>
                  <a:lnTo>
                    <a:pt x="5004" y="1492"/>
                  </a:lnTo>
                  <a:lnTo>
                    <a:pt x="5497" y="1492"/>
                  </a:lnTo>
                  <a:lnTo>
                    <a:pt x="5497" y="998"/>
                  </a:lnTo>
                  <a:lnTo>
                    <a:pt x="6002" y="998"/>
                  </a:lnTo>
                  <a:lnTo>
                    <a:pt x="6002" y="506"/>
                  </a:lnTo>
                  <a:lnTo>
                    <a:pt x="6002" y="0"/>
                  </a:lnTo>
                  <a:lnTo>
                    <a:pt x="1504" y="0"/>
                  </a:lnTo>
                  <a:lnTo>
                    <a:pt x="1504" y="506"/>
                  </a:lnTo>
                  <a:lnTo>
                    <a:pt x="1504" y="998"/>
                  </a:lnTo>
                  <a:lnTo>
                    <a:pt x="2009" y="998"/>
                  </a:lnTo>
                  <a:lnTo>
                    <a:pt x="2009" y="1492"/>
                  </a:lnTo>
                  <a:lnTo>
                    <a:pt x="1504" y="1492"/>
                  </a:lnTo>
                  <a:lnTo>
                    <a:pt x="1504" y="998"/>
                  </a:lnTo>
                  <a:lnTo>
                    <a:pt x="999" y="998"/>
                  </a:lnTo>
                  <a:lnTo>
                    <a:pt x="999" y="506"/>
                  </a:lnTo>
                  <a:lnTo>
                    <a:pt x="99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45"/>
            <p:cNvSpPr/>
            <p:nvPr/>
          </p:nvSpPr>
          <p:spPr>
            <a:xfrm>
              <a:off x="1869450" y="2045575"/>
              <a:ext cx="150050" cy="49650"/>
            </a:xfrm>
            <a:custGeom>
              <a:rect b="b" l="l" r="r" t="t"/>
              <a:pathLst>
                <a:path extrusionOk="0" h="1986" w="6002">
                  <a:moveTo>
                    <a:pt x="1504" y="0"/>
                  </a:moveTo>
                  <a:lnTo>
                    <a:pt x="1504" y="494"/>
                  </a:lnTo>
                  <a:lnTo>
                    <a:pt x="999" y="494"/>
                  </a:lnTo>
                  <a:lnTo>
                    <a:pt x="999" y="999"/>
                  </a:lnTo>
                  <a:lnTo>
                    <a:pt x="506" y="999"/>
                  </a:lnTo>
                  <a:lnTo>
                    <a:pt x="506" y="1492"/>
                  </a:lnTo>
                  <a:lnTo>
                    <a:pt x="1" y="1492"/>
                  </a:lnTo>
                  <a:lnTo>
                    <a:pt x="1" y="1985"/>
                  </a:lnTo>
                  <a:lnTo>
                    <a:pt x="999" y="1985"/>
                  </a:lnTo>
                  <a:lnTo>
                    <a:pt x="999" y="1492"/>
                  </a:lnTo>
                  <a:lnTo>
                    <a:pt x="1504" y="1492"/>
                  </a:lnTo>
                  <a:lnTo>
                    <a:pt x="1504" y="999"/>
                  </a:lnTo>
                  <a:lnTo>
                    <a:pt x="2009" y="999"/>
                  </a:lnTo>
                  <a:lnTo>
                    <a:pt x="2009" y="494"/>
                  </a:lnTo>
                  <a:lnTo>
                    <a:pt x="2502" y="494"/>
                  </a:lnTo>
                  <a:lnTo>
                    <a:pt x="2502" y="999"/>
                  </a:lnTo>
                  <a:lnTo>
                    <a:pt x="2009" y="999"/>
                  </a:lnTo>
                  <a:lnTo>
                    <a:pt x="2009" y="1492"/>
                  </a:lnTo>
                  <a:lnTo>
                    <a:pt x="1504" y="1492"/>
                  </a:lnTo>
                  <a:lnTo>
                    <a:pt x="1504" y="1985"/>
                  </a:lnTo>
                  <a:lnTo>
                    <a:pt x="6002" y="1985"/>
                  </a:lnTo>
                  <a:lnTo>
                    <a:pt x="6002" y="1492"/>
                  </a:lnTo>
                  <a:lnTo>
                    <a:pt x="5497" y="1492"/>
                  </a:lnTo>
                  <a:lnTo>
                    <a:pt x="5497" y="999"/>
                  </a:lnTo>
                  <a:lnTo>
                    <a:pt x="5004" y="999"/>
                  </a:lnTo>
                  <a:lnTo>
                    <a:pt x="5004" y="494"/>
                  </a:lnTo>
                  <a:lnTo>
                    <a:pt x="4499" y="494"/>
                  </a:lnTo>
                  <a:lnTo>
                    <a:pt x="44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45"/>
            <p:cNvSpPr/>
            <p:nvPr/>
          </p:nvSpPr>
          <p:spPr>
            <a:xfrm>
              <a:off x="1869450" y="2070550"/>
              <a:ext cx="12675" cy="12325"/>
            </a:xfrm>
            <a:custGeom>
              <a:rect b="b" l="l" r="r" t="t"/>
              <a:pathLst>
                <a:path extrusionOk="0" h="493" w="507">
                  <a:moveTo>
                    <a:pt x="1" y="0"/>
                  </a:moveTo>
                  <a:lnTo>
                    <a:pt x="1" y="493"/>
                  </a:lnTo>
                  <a:lnTo>
                    <a:pt x="506" y="493"/>
                  </a:lnTo>
                  <a:lnTo>
                    <a:pt x="5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45"/>
            <p:cNvSpPr/>
            <p:nvPr/>
          </p:nvSpPr>
          <p:spPr>
            <a:xfrm>
              <a:off x="1857125" y="2107825"/>
              <a:ext cx="12350" cy="12350"/>
            </a:xfrm>
            <a:custGeom>
              <a:rect b="b" l="l" r="r" t="t"/>
              <a:pathLst>
                <a:path extrusionOk="0" h="494" w="494">
                  <a:moveTo>
                    <a:pt x="0" y="1"/>
                  </a:moveTo>
                  <a:lnTo>
                    <a:pt x="0" y="493"/>
                  </a:lnTo>
                  <a:lnTo>
                    <a:pt x="494" y="493"/>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45"/>
            <p:cNvSpPr/>
            <p:nvPr/>
          </p:nvSpPr>
          <p:spPr>
            <a:xfrm>
              <a:off x="1857125" y="2095200"/>
              <a:ext cx="12350" cy="12650"/>
            </a:xfrm>
            <a:custGeom>
              <a:rect b="b" l="l" r="r" t="t"/>
              <a:pathLst>
                <a:path extrusionOk="0" h="506" w="494">
                  <a:moveTo>
                    <a:pt x="0" y="0"/>
                  </a:moveTo>
                  <a:lnTo>
                    <a:pt x="0" y="506"/>
                  </a:lnTo>
                  <a:lnTo>
                    <a:pt x="494" y="506"/>
                  </a:lnTo>
                  <a:lnTo>
                    <a:pt x="4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45"/>
            <p:cNvSpPr/>
            <p:nvPr/>
          </p:nvSpPr>
          <p:spPr>
            <a:xfrm>
              <a:off x="1857125" y="2082850"/>
              <a:ext cx="12350" cy="12375"/>
            </a:xfrm>
            <a:custGeom>
              <a:rect b="b" l="l" r="r" t="t"/>
              <a:pathLst>
                <a:path extrusionOk="0" h="495" w="494">
                  <a:moveTo>
                    <a:pt x="0" y="1"/>
                  </a:moveTo>
                  <a:lnTo>
                    <a:pt x="0" y="494"/>
                  </a:lnTo>
                  <a:lnTo>
                    <a:pt x="494" y="494"/>
                  </a:lnTo>
                  <a:lnTo>
                    <a:pt x="4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6" name="Google Shape;5906;p45"/>
          <p:cNvGrpSpPr/>
          <p:nvPr/>
        </p:nvGrpSpPr>
        <p:grpSpPr>
          <a:xfrm rot="5400000">
            <a:off x="7295052" y="744178"/>
            <a:ext cx="309101" cy="309151"/>
            <a:chOff x="467425" y="2009500"/>
            <a:chExt cx="153950" cy="153975"/>
          </a:xfrm>
        </p:grpSpPr>
        <p:sp>
          <p:nvSpPr>
            <p:cNvPr id="5907" name="Google Shape;5907;p45"/>
            <p:cNvSpPr/>
            <p:nvPr/>
          </p:nvSpPr>
          <p:spPr>
            <a:xfrm rot="10800000">
              <a:off x="518850" y="2060925"/>
              <a:ext cx="51125" cy="17175"/>
            </a:xfrm>
            <a:custGeom>
              <a:rect b="b" l="l" r="r" t="t"/>
              <a:pathLst>
                <a:path extrusionOk="0" h="687" w="2045">
                  <a:moveTo>
                    <a:pt x="0" y="1"/>
                  </a:moveTo>
                  <a:lnTo>
                    <a:pt x="0" y="687"/>
                  </a:lnTo>
                  <a:lnTo>
                    <a:pt x="2045" y="687"/>
                  </a:lnTo>
                  <a:lnTo>
                    <a:pt x="204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45"/>
            <p:cNvSpPr/>
            <p:nvPr/>
          </p:nvSpPr>
          <p:spPr>
            <a:xfrm rot="10800000">
              <a:off x="484575" y="2078075"/>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45"/>
            <p:cNvSpPr/>
            <p:nvPr/>
          </p:nvSpPr>
          <p:spPr>
            <a:xfrm rot="10800000">
              <a:off x="518850" y="2026650"/>
              <a:ext cx="51125" cy="34300"/>
            </a:xfrm>
            <a:custGeom>
              <a:rect b="b" l="l" r="r" t="t"/>
              <a:pathLst>
                <a:path extrusionOk="0" h="1372" w="2045">
                  <a:moveTo>
                    <a:pt x="0" y="1"/>
                  </a:moveTo>
                  <a:lnTo>
                    <a:pt x="0" y="1372"/>
                  </a:lnTo>
                  <a:lnTo>
                    <a:pt x="2045" y="1372"/>
                  </a:lnTo>
                  <a:lnTo>
                    <a:pt x="2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45"/>
            <p:cNvSpPr/>
            <p:nvPr/>
          </p:nvSpPr>
          <p:spPr>
            <a:xfrm rot="10800000">
              <a:off x="467425" y="20780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45"/>
            <p:cNvSpPr/>
            <p:nvPr/>
          </p:nvSpPr>
          <p:spPr>
            <a:xfrm rot="10800000">
              <a:off x="484575" y="20952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45"/>
            <p:cNvSpPr/>
            <p:nvPr/>
          </p:nvSpPr>
          <p:spPr>
            <a:xfrm rot="10800000">
              <a:off x="484575" y="2026650"/>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45"/>
            <p:cNvSpPr/>
            <p:nvPr/>
          </p:nvSpPr>
          <p:spPr>
            <a:xfrm rot="10800000">
              <a:off x="501700" y="21123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45"/>
            <p:cNvSpPr/>
            <p:nvPr/>
          </p:nvSpPr>
          <p:spPr>
            <a:xfrm rot="10800000">
              <a:off x="518850" y="2129475"/>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45"/>
            <p:cNvSpPr/>
            <p:nvPr/>
          </p:nvSpPr>
          <p:spPr>
            <a:xfrm rot="10800000">
              <a:off x="518850" y="20095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45"/>
            <p:cNvSpPr/>
            <p:nvPr/>
          </p:nvSpPr>
          <p:spPr>
            <a:xfrm rot="10800000">
              <a:off x="535975" y="21463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45"/>
            <p:cNvSpPr/>
            <p:nvPr/>
          </p:nvSpPr>
          <p:spPr>
            <a:xfrm rot="10800000">
              <a:off x="552800" y="2129475"/>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45"/>
            <p:cNvSpPr/>
            <p:nvPr/>
          </p:nvSpPr>
          <p:spPr>
            <a:xfrm rot="10800000">
              <a:off x="569950" y="2026650"/>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45"/>
            <p:cNvSpPr/>
            <p:nvPr/>
          </p:nvSpPr>
          <p:spPr>
            <a:xfrm rot="10800000">
              <a:off x="569950" y="21123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45"/>
            <p:cNvSpPr/>
            <p:nvPr/>
          </p:nvSpPr>
          <p:spPr>
            <a:xfrm rot="10800000">
              <a:off x="587075" y="20952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45"/>
            <p:cNvSpPr/>
            <p:nvPr/>
          </p:nvSpPr>
          <p:spPr>
            <a:xfrm rot="10800000">
              <a:off x="604225" y="20780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2" name="Google Shape;5922;p45"/>
          <p:cNvGrpSpPr/>
          <p:nvPr/>
        </p:nvGrpSpPr>
        <p:grpSpPr>
          <a:xfrm>
            <a:off x="7709655" y="744203"/>
            <a:ext cx="309151" cy="309101"/>
            <a:chOff x="7709655" y="744203"/>
            <a:chExt cx="309151" cy="309101"/>
          </a:xfrm>
        </p:grpSpPr>
        <p:grpSp>
          <p:nvGrpSpPr>
            <p:cNvPr id="5923" name="Google Shape;5923;p45"/>
            <p:cNvGrpSpPr/>
            <p:nvPr/>
          </p:nvGrpSpPr>
          <p:grpSpPr>
            <a:xfrm rot="5400000">
              <a:off x="7709680" y="744178"/>
              <a:ext cx="309101" cy="309151"/>
              <a:chOff x="272300" y="2009500"/>
              <a:chExt cx="153950" cy="153975"/>
            </a:xfrm>
          </p:grpSpPr>
          <p:sp>
            <p:nvSpPr>
              <p:cNvPr id="5924" name="Google Shape;5924;p45"/>
              <p:cNvSpPr/>
              <p:nvPr/>
            </p:nvSpPr>
            <p:spPr>
              <a:xfrm>
                <a:off x="289425" y="2026650"/>
                <a:ext cx="119675" cy="68250"/>
              </a:xfrm>
              <a:custGeom>
                <a:rect b="b" l="l" r="r" t="t"/>
                <a:pathLst>
                  <a:path extrusionOk="0" h="2730" w="4787">
                    <a:moveTo>
                      <a:pt x="2057" y="0"/>
                    </a:moveTo>
                    <a:lnTo>
                      <a:pt x="2057" y="674"/>
                    </a:lnTo>
                    <a:lnTo>
                      <a:pt x="1371" y="674"/>
                    </a:lnTo>
                    <a:lnTo>
                      <a:pt x="1371" y="1359"/>
                    </a:lnTo>
                    <a:lnTo>
                      <a:pt x="686" y="1359"/>
                    </a:lnTo>
                    <a:lnTo>
                      <a:pt x="686" y="2045"/>
                    </a:lnTo>
                    <a:lnTo>
                      <a:pt x="0" y="2045"/>
                    </a:lnTo>
                    <a:lnTo>
                      <a:pt x="0" y="2730"/>
                    </a:lnTo>
                    <a:lnTo>
                      <a:pt x="4787" y="2730"/>
                    </a:lnTo>
                    <a:lnTo>
                      <a:pt x="4787" y="2045"/>
                    </a:lnTo>
                    <a:lnTo>
                      <a:pt x="4102" y="2045"/>
                    </a:lnTo>
                    <a:lnTo>
                      <a:pt x="4102" y="1359"/>
                    </a:lnTo>
                    <a:lnTo>
                      <a:pt x="3416" y="1359"/>
                    </a:lnTo>
                    <a:lnTo>
                      <a:pt x="3416" y="674"/>
                    </a:lnTo>
                    <a:lnTo>
                      <a:pt x="2731" y="674"/>
                    </a:lnTo>
                    <a:lnTo>
                      <a:pt x="273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45"/>
              <p:cNvSpPr/>
              <p:nvPr/>
            </p:nvSpPr>
            <p:spPr>
              <a:xfrm>
                <a:off x="323698" y="2094805"/>
                <a:ext cx="51125" cy="51512"/>
              </a:xfrm>
              <a:custGeom>
                <a:rect b="b" l="l" r="r" t="t"/>
                <a:pathLst>
                  <a:path extrusionOk="0" h="1372" w="2045">
                    <a:moveTo>
                      <a:pt x="0" y="1"/>
                    </a:moveTo>
                    <a:lnTo>
                      <a:pt x="0" y="1372"/>
                    </a:lnTo>
                    <a:lnTo>
                      <a:pt x="2045" y="1372"/>
                    </a:lnTo>
                    <a:lnTo>
                      <a:pt x="204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45"/>
              <p:cNvSpPr/>
              <p:nvPr/>
            </p:nvSpPr>
            <p:spPr>
              <a:xfrm>
                <a:off x="409075" y="2077750"/>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45"/>
              <p:cNvSpPr/>
              <p:nvPr/>
            </p:nvSpPr>
            <p:spPr>
              <a:xfrm>
                <a:off x="391950" y="2060600"/>
                <a:ext cx="17150" cy="17175"/>
              </a:xfrm>
              <a:custGeom>
                <a:rect b="b" l="l" r="r" t="t"/>
                <a:pathLst>
                  <a:path extrusionOk="0" h="687" w="686">
                    <a:moveTo>
                      <a:pt x="1" y="1"/>
                    </a:moveTo>
                    <a:lnTo>
                      <a:pt x="1"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45"/>
              <p:cNvSpPr/>
              <p:nvPr/>
            </p:nvSpPr>
            <p:spPr>
              <a:xfrm>
                <a:off x="374800" y="2094875"/>
                <a:ext cx="34300" cy="51450"/>
              </a:xfrm>
              <a:custGeom>
                <a:rect b="b" l="l" r="r" t="t"/>
                <a:pathLst>
                  <a:path extrusionOk="0" h="2058" w="1372">
                    <a:moveTo>
                      <a:pt x="1" y="1"/>
                    </a:moveTo>
                    <a:lnTo>
                      <a:pt x="1" y="2058"/>
                    </a:lnTo>
                    <a:lnTo>
                      <a:pt x="687" y="2058"/>
                    </a:lnTo>
                    <a:lnTo>
                      <a:pt x="687" y="687"/>
                    </a:lnTo>
                    <a:lnTo>
                      <a:pt x="1372" y="687"/>
                    </a:lnTo>
                    <a:lnTo>
                      <a:pt x="137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45"/>
              <p:cNvSpPr/>
              <p:nvPr/>
            </p:nvSpPr>
            <p:spPr>
              <a:xfrm>
                <a:off x="374800" y="2043475"/>
                <a:ext cx="17175" cy="17150"/>
              </a:xfrm>
              <a:custGeom>
                <a:rect b="b" l="l" r="r" t="t"/>
                <a:pathLst>
                  <a:path extrusionOk="0" h="686" w="687">
                    <a:moveTo>
                      <a:pt x="1" y="1"/>
                    </a:moveTo>
                    <a:lnTo>
                      <a:pt x="1" y="686"/>
                    </a:lnTo>
                    <a:lnTo>
                      <a:pt x="687" y="686"/>
                    </a:lnTo>
                    <a:lnTo>
                      <a:pt x="6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45"/>
              <p:cNvSpPr/>
              <p:nvPr/>
            </p:nvSpPr>
            <p:spPr>
              <a:xfrm>
                <a:off x="357675" y="2026650"/>
                <a:ext cx="17150" cy="16850"/>
              </a:xfrm>
              <a:custGeom>
                <a:rect b="b" l="l" r="r" t="t"/>
                <a:pathLst>
                  <a:path extrusionOk="0" h="674" w="686">
                    <a:moveTo>
                      <a:pt x="1" y="0"/>
                    </a:moveTo>
                    <a:lnTo>
                      <a:pt x="1"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45"/>
              <p:cNvSpPr/>
              <p:nvPr/>
            </p:nvSpPr>
            <p:spPr>
              <a:xfrm>
                <a:off x="323700" y="2146300"/>
                <a:ext cx="51125" cy="17175"/>
              </a:xfrm>
              <a:custGeom>
                <a:rect b="b" l="l" r="r" t="t"/>
                <a:pathLst>
                  <a:path extrusionOk="0" h="687" w="2045">
                    <a:moveTo>
                      <a:pt x="0" y="1"/>
                    </a:moveTo>
                    <a:lnTo>
                      <a:pt x="0" y="686"/>
                    </a:lnTo>
                    <a:lnTo>
                      <a:pt x="2045" y="686"/>
                    </a:lnTo>
                    <a:lnTo>
                      <a:pt x="20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45"/>
              <p:cNvSpPr/>
              <p:nvPr/>
            </p:nvSpPr>
            <p:spPr>
              <a:xfrm>
                <a:off x="340850" y="2009500"/>
                <a:ext cx="16850" cy="17175"/>
              </a:xfrm>
              <a:custGeom>
                <a:rect b="b" l="l" r="r" t="t"/>
                <a:pathLst>
                  <a:path extrusionOk="0" h="687" w="674">
                    <a:moveTo>
                      <a:pt x="0" y="0"/>
                    </a:moveTo>
                    <a:lnTo>
                      <a:pt x="0" y="686"/>
                    </a:lnTo>
                    <a:lnTo>
                      <a:pt x="674" y="686"/>
                    </a:lnTo>
                    <a:lnTo>
                      <a:pt x="67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45"/>
              <p:cNvSpPr/>
              <p:nvPr/>
            </p:nvSpPr>
            <p:spPr>
              <a:xfrm>
                <a:off x="323700" y="2026650"/>
                <a:ext cx="17175" cy="16850"/>
              </a:xfrm>
              <a:custGeom>
                <a:rect b="b" l="l" r="r" t="t"/>
                <a:pathLst>
                  <a:path extrusionOk="0" h="674" w="687">
                    <a:moveTo>
                      <a:pt x="0" y="0"/>
                    </a:moveTo>
                    <a:lnTo>
                      <a:pt x="0" y="674"/>
                    </a:lnTo>
                    <a:lnTo>
                      <a:pt x="686" y="674"/>
                    </a:lnTo>
                    <a:lnTo>
                      <a:pt x="68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45"/>
              <p:cNvSpPr/>
              <p:nvPr/>
            </p:nvSpPr>
            <p:spPr>
              <a:xfrm>
                <a:off x="289425" y="2094875"/>
                <a:ext cx="34300" cy="51450"/>
              </a:xfrm>
              <a:custGeom>
                <a:rect b="b" l="l" r="r" t="t"/>
                <a:pathLst>
                  <a:path extrusionOk="0" h="2058" w="1372">
                    <a:moveTo>
                      <a:pt x="0" y="1"/>
                    </a:moveTo>
                    <a:lnTo>
                      <a:pt x="0" y="687"/>
                    </a:lnTo>
                    <a:lnTo>
                      <a:pt x="686" y="687"/>
                    </a:lnTo>
                    <a:lnTo>
                      <a:pt x="686" y="2058"/>
                    </a:lnTo>
                    <a:lnTo>
                      <a:pt x="1371" y="2058"/>
                    </a:lnTo>
                    <a:lnTo>
                      <a:pt x="1371" y="687"/>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45"/>
              <p:cNvSpPr/>
              <p:nvPr/>
            </p:nvSpPr>
            <p:spPr>
              <a:xfrm>
                <a:off x="306575" y="2043475"/>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45"/>
              <p:cNvSpPr/>
              <p:nvPr/>
            </p:nvSpPr>
            <p:spPr>
              <a:xfrm>
                <a:off x="289425" y="2060600"/>
                <a:ext cx="17175" cy="17175"/>
              </a:xfrm>
              <a:custGeom>
                <a:rect b="b" l="l" r="r" t="t"/>
                <a:pathLst>
                  <a:path extrusionOk="0" h="687" w="687">
                    <a:moveTo>
                      <a:pt x="0" y="1"/>
                    </a:moveTo>
                    <a:lnTo>
                      <a:pt x="0" y="687"/>
                    </a:lnTo>
                    <a:lnTo>
                      <a:pt x="686" y="687"/>
                    </a:lnTo>
                    <a:lnTo>
                      <a:pt x="68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7" name="Google Shape;5937;p45"/>
              <p:cNvSpPr/>
              <p:nvPr/>
            </p:nvSpPr>
            <p:spPr>
              <a:xfrm>
                <a:off x="272300" y="2077750"/>
                <a:ext cx="17150" cy="17150"/>
              </a:xfrm>
              <a:custGeom>
                <a:rect b="b" l="l" r="r" t="t"/>
                <a:pathLst>
                  <a:path extrusionOk="0" h="686" w="686">
                    <a:moveTo>
                      <a:pt x="0" y="1"/>
                    </a:moveTo>
                    <a:lnTo>
                      <a:pt x="0" y="686"/>
                    </a:lnTo>
                    <a:lnTo>
                      <a:pt x="685" y="686"/>
                    </a:lnTo>
                    <a:lnTo>
                      <a:pt x="68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8" name="Google Shape;5938;p45"/>
            <p:cNvSpPr/>
            <p:nvPr/>
          </p:nvSpPr>
          <p:spPr>
            <a:xfrm rot="5400000">
              <a:off x="7778824" y="881486"/>
              <a:ext cx="102649" cy="34484"/>
            </a:xfrm>
            <a:custGeom>
              <a:rect b="b" l="l" r="r" t="t"/>
              <a:pathLst>
                <a:path extrusionOk="0" h="687" w="2045">
                  <a:moveTo>
                    <a:pt x="0" y="1"/>
                  </a:moveTo>
                  <a:lnTo>
                    <a:pt x="0" y="687"/>
                  </a:lnTo>
                  <a:lnTo>
                    <a:pt x="2045" y="687"/>
                  </a:lnTo>
                  <a:lnTo>
                    <a:pt x="2045" y="1"/>
                  </a:lnTo>
                  <a:close/>
                </a:path>
              </a:pathLst>
            </a:custGeom>
            <a:solidFill>
              <a:srgbClr val="202126">
                <a:alpha val="562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939" name="Google Shape;5939;p45"/>
          <p:cNvPicPr preferRelativeResize="0"/>
          <p:nvPr/>
        </p:nvPicPr>
        <p:blipFill rotWithShape="1">
          <a:blip r:embed="rId3">
            <a:alphaModFix/>
          </a:blip>
          <a:srcRect b="9427" l="52869" r="30487" t="68896"/>
          <a:stretch/>
        </p:blipFill>
        <p:spPr>
          <a:xfrm>
            <a:off x="5416400" y="3107450"/>
            <a:ext cx="1651912" cy="1210125"/>
          </a:xfrm>
          <a:prstGeom prst="rect">
            <a:avLst/>
          </a:prstGeom>
          <a:noFill/>
          <a:ln>
            <a:noFill/>
          </a:ln>
        </p:spPr>
      </p:pic>
      <p:sp>
        <p:nvSpPr>
          <p:cNvPr id="5940" name="Google Shape;5940;p45"/>
          <p:cNvSpPr txBox="1"/>
          <p:nvPr/>
        </p:nvSpPr>
        <p:spPr>
          <a:xfrm>
            <a:off x="5888650" y="2192200"/>
            <a:ext cx="1112100" cy="22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Press Start 2P"/>
                <a:ea typeface="Press Start 2P"/>
                <a:cs typeface="Press Start 2P"/>
                <a:sym typeface="Press Start 2P"/>
              </a:rPr>
              <a:t>I’ve been replased</a:t>
            </a:r>
            <a:endParaRPr sz="900">
              <a:solidFill>
                <a:schemeClr val="dk1"/>
              </a:solidFill>
              <a:latin typeface="Press Start 2P"/>
              <a:ea typeface="Press Start 2P"/>
              <a:cs typeface="Press Start 2P"/>
              <a:sym typeface="Press Start 2P"/>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4" name="Shape 5944"/>
        <p:cNvGrpSpPr/>
        <p:nvPr/>
      </p:nvGrpSpPr>
      <p:grpSpPr>
        <a:xfrm>
          <a:off x="0" y="0"/>
          <a:ext cx="0" cy="0"/>
          <a:chOff x="0" y="0"/>
          <a:chExt cx="0" cy="0"/>
        </a:xfrm>
      </p:grpSpPr>
      <p:sp>
        <p:nvSpPr>
          <p:cNvPr id="5945" name="Google Shape;5945;p46"/>
          <p:cNvSpPr txBox="1"/>
          <p:nvPr>
            <p:ph type="title"/>
          </p:nvPr>
        </p:nvSpPr>
        <p:spPr>
          <a:xfrm>
            <a:off x="928250" y="951200"/>
            <a:ext cx="7454400" cy="519000"/>
          </a:xfrm>
          <a:prstGeom prst="rect">
            <a:avLst/>
          </a:prstGeom>
        </p:spPr>
        <p:txBody>
          <a:bodyPr anchorCtr="0" anchor="ctr" bIns="88650" lIns="88650" spcFirstLastPara="1" rIns="88650" wrap="square" tIns="88650">
            <a:noAutofit/>
          </a:bodyPr>
          <a:lstStyle/>
          <a:p>
            <a:pPr indent="0" lvl="0" marL="0" rtl="0" algn="l">
              <a:spcBef>
                <a:spcPts val="0"/>
              </a:spcBef>
              <a:spcAft>
                <a:spcPts val="0"/>
              </a:spcAft>
              <a:buNone/>
            </a:pPr>
            <a:r>
              <a:rPr lang="en" sz="1939"/>
              <a:t>Scenes: Main Menu </a:t>
            </a:r>
            <a:endParaRPr sz="1939"/>
          </a:p>
        </p:txBody>
      </p:sp>
      <p:pic>
        <p:nvPicPr>
          <p:cNvPr id="5946" name="Google Shape;5946;p46"/>
          <p:cNvPicPr preferRelativeResize="0"/>
          <p:nvPr/>
        </p:nvPicPr>
        <p:blipFill rotWithShape="1">
          <a:blip r:embed="rId3">
            <a:alphaModFix/>
          </a:blip>
          <a:srcRect b="0" l="0" r="961" t="0"/>
          <a:stretch/>
        </p:blipFill>
        <p:spPr>
          <a:xfrm>
            <a:off x="1985000" y="1470201"/>
            <a:ext cx="4919975" cy="2619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0" name="Shape 5950"/>
        <p:cNvGrpSpPr/>
        <p:nvPr/>
      </p:nvGrpSpPr>
      <p:grpSpPr>
        <a:xfrm>
          <a:off x="0" y="0"/>
          <a:ext cx="0" cy="0"/>
          <a:chOff x="0" y="0"/>
          <a:chExt cx="0" cy="0"/>
        </a:xfrm>
      </p:grpSpPr>
      <p:sp>
        <p:nvSpPr>
          <p:cNvPr id="5951" name="Google Shape;5951;p47"/>
          <p:cNvSpPr txBox="1"/>
          <p:nvPr>
            <p:ph type="title"/>
          </p:nvPr>
        </p:nvSpPr>
        <p:spPr>
          <a:xfrm>
            <a:off x="647600" y="556625"/>
            <a:ext cx="7659600" cy="533100"/>
          </a:xfrm>
          <a:prstGeom prst="rect">
            <a:avLst/>
          </a:prstGeom>
        </p:spPr>
        <p:txBody>
          <a:bodyPr anchorCtr="0" anchor="ctr" bIns="91075" lIns="91075" spcFirstLastPara="1" rIns="91075" wrap="square" tIns="91075">
            <a:noAutofit/>
          </a:bodyPr>
          <a:lstStyle/>
          <a:p>
            <a:pPr indent="0" lvl="0" marL="0" rtl="0" algn="l">
              <a:spcBef>
                <a:spcPts val="0"/>
              </a:spcBef>
              <a:spcAft>
                <a:spcPts val="0"/>
              </a:spcAft>
              <a:buNone/>
            </a:pPr>
            <a:r>
              <a:rPr lang="en" sz="1992"/>
              <a:t>Scenes: Level Select</a:t>
            </a:r>
            <a:endParaRPr sz="1992"/>
          </a:p>
        </p:txBody>
      </p:sp>
      <p:pic>
        <p:nvPicPr>
          <p:cNvPr id="5952" name="Google Shape;5952;p47"/>
          <p:cNvPicPr preferRelativeResize="0"/>
          <p:nvPr/>
        </p:nvPicPr>
        <p:blipFill rotWithShape="1">
          <a:blip r:embed="rId3">
            <a:alphaModFix/>
          </a:blip>
          <a:srcRect b="0" l="0" r="44601" t="51338"/>
          <a:stretch/>
        </p:blipFill>
        <p:spPr>
          <a:xfrm>
            <a:off x="1884750" y="1342425"/>
            <a:ext cx="5302202" cy="2458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6" name="Shape 5956"/>
        <p:cNvGrpSpPr/>
        <p:nvPr/>
      </p:nvGrpSpPr>
      <p:grpSpPr>
        <a:xfrm>
          <a:off x="0" y="0"/>
          <a:ext cx="0" cy="0"/>
          <a:chOff x="0" y="0"/>
          <a:chExt cx="0" cy="0"/>
        </a:xfrm>
      </p:grpSpPr>
      <p:sp>
        <p:nvSpPr>
          <p:cNvPr id="5957" name="Google Shape;5957;p48"/>
          <p:cNvSpPr txBox="1"/>
          <p:nvPr>
            <p:ph type="title"/>
          </p:nvPr>
        </p:nvSpPr>
        <p:spPr>
          <a:xfrm>
            <a:off x="491675" y="515425"/>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Scenes: Level 1</a:t>
            </a:r>
            <a:endParaRPr/>
          </a:p>
        </p:txBody>
      </p:sp>
      <p:pic>
        <p:nvPicPr>
          <p:cNvPr id="5958" name="Google Shape;5958;p48"/>
          <p:cNvPicPr preferRelativeResize="0"/>
          <p:nvPr/>
        </p:nvPicPr>
        <p:blipFill>
          <a:blip r:embed="rId3">
            <a:alphaModFix/>
          </a:blip>
          <a:stretch>
            <a:fillRect/>
          </a:stretch>
        </p:blipFill>
        <p:spPr>
          <a:xfrm>
            <a:off x="2343025" y="1079325"/>
            <a:ext cx="4457956" cy="298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2" name="Shape 5962"/>
        <p:cNvGrpSpPr/>
        <p:nvPr/>
      </p:nvGrpSpPr>
      <p:grpSpPr>
        <a:xfrm>
          <a:off x="0" y="0"/>
          <a:ext cx="0" cy="0"/>
          <a:chOff x="0" y="0"/>
          <a:chExt cx="0" cy="0"/>
        </a:xfrm>
      </p:grpSpPr>
      <p:sp>
        <p:nvSpPr>
          <p:cNvPr id="5963" name="Google Shape;5963;p49"/>
          <p:cNvSpPr txBox="1"/>
          <p:nvPr>
            <p:ph type="title"/>
          </p:nvPr>
        </p:nvSpPr>
        <p:spPr>
          <a:xfrm>
            <a:off x="491675" y="557700"/>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Scenes: Level 2</a:t>
            </a:r>
            <a:endParaRPr/>
          </a:p>
        </p:txBody>
      </p:sp>
      <p:pic>
        <p:nvPicPr>
          <p:cNvPr id="5964" name="Google Shape;5964;p49"/>
          <p:cNvPicPr preferRelativeResize="0"/>
          <p:nvPr/>
        </p:nvPicPr>
        <p:blipFill>
          <a:blip r:embed="rId3">
            <a:alphaModFix/>
          </a:blip>
          <a:stretch>
            <a:fillRect/>
          </a:stretch>
        </p:blipFill>
        <p:spPr>
          <a:xfrm>
            <a:off x="2350200" y="1079325"/>
            <a:ext cx="4443576" cy="29848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8" name="Shape 5968"/>
        <p:cNvGrpSpPr/>
        <p:nvPr/>
      </p:nvGrpSpPr>
      <p:grpSpPr>
        <a:xfrm>
          <a:off x="0" y="0"/>
          <a:ext cx="0" cy="0"/>
          <a:chOff x="0" y="0"/>
          <a:chExt cx="0" cy="0"/>
        </a:xfrm>
      </p:grpSpPr>
      <p:sp>
        <p:nvSpPr>
          <p:cNvPr id="5969" name="Google Shape;5969;p50"/>
          <p:cNvSpPr txBox="1"/>
          <p:nvPr>
            <p:ph type="title"/>
          </p:nvPr>
        </p:nvSpPr>
        <p:spPr>
          <a:xfrm>
            <a:off x="461700" y="621125"/>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Scenes: Level 3</a:t>
            </a:r>
            <a:endParaRPr/>
          </a:p>
        </p:txBody>
      </p:sp>
      <p:pic>
        <p:nvPicPr>
          <p:cNvPr id="5970" name="Google Shape;5970;p50"/>
          <p:cNvPicPr preferRelativeResize="0"/>
          <p:nvPr/>
        </p:nvPicPr>
        <p:blipFill>
          <a:blip r:embed="rId3">
            <a:alphaModFix/>
          </a:blip>
          <a:stretch>
            <a:fillRect/>
          </a:stretch>
        </p:blipFill>
        <p:spPr>
          <a:xfrm>
            <a:off x="2097213" y="1079325"/>
            <a:ext cx="4417387" cy="29848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4" name="Shape 5974"/>
        <p:cNvGrpSpPr/>
        <p:nvPr/>
      </p:nvGrpSpPr>
      <p:grpSpPr>
        <a:xfrm>
          <a:off x="0" y="0"/>
          <a:ext cx="0" cy="0"/>
          <a:chOff x="0" y="0"/>
          <a:chExt cx="0" cy="0"/>
        </a:xfrm>
      </p:grpSpPr>
      <p:sp>
        <p:nvSpPr>
          <p:cNvPr id="5975" name="Google Shape;5975;p51"/>
          <p:cNvSpPr txBox="1"/>
          <p:nvPr>
            <p:ph type="title"/>
          </p:nvPr>
        </p:nvSpPr>
        <p:spPr>
          <a:xfrm>
            <a:off x="577563" y="705650"/>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Scenes: Ending</a:t>
            </a:r>
            <a:endParaRPr/>
          </a:p>
        </p:txBody>
      </p:sp>
      <p:pic>
        <p:nvPicPr>
          <p:cNvPr id="5976" name="Google Shape;5976;p51"/>
          <p:cNvPicPr preferRelativeResize="0"/>
          <p:nvPr/>
        </p:nvPicPr>
        <p:blipFill>
          <a:blip r:embed="rId3">
            <a:alphaModFix/>
          </a:blip>
          <a:stretch>
            <a:fillRect/>
          </a:stretch>
        </p:blipFill>
        <p:spPr>
          <a:xfrm>
            <a:off x="2315661" y="1299188"/>
            <a:ext cx="4512699" cy="25451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0" name="Shape 5980"/>
        <p:cNvGrpSpPr/>
        <p:nvPr/>
      </p:nvGrpSpPr>
      <p:grpSpPr>
        <a:xfrm>
          <a:off x="0" y="0"/>
          <a:ext cx="0" cy="0"/>
          <a:chOff x="0" y="0"/>
          <a:chExt cx="0" cy="0"/>
        </a:xfrm>
      </p:grpSpPr>
      <p:sp>
        <p:nvSpPr>
          <p:cNvPr id="5981" name="Google Shape;5981;p52"/>
          <p:cNvSpPr txBox="1"/>
          <p:nvPr>
            <p:ph type="title"/>
          </p:nvPr>
        </p:nvSpPr>
        <p:spPr>
          <a:xfrm>
            <a:off x="711025" y="508375"/>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Character Animations - 1</a:t>
            </a:r>
            <a:endParaRPr/>
          </a:p>
        </p:txBody>
      </p:sp>
      <p:pic>
        <p:nvPicPr>
          <p:cNvPr id="5982" name="Google Shape;5982;p52" title="IMG_6934.GIF"/>
          <p:cNvPicPr preferRelativeResize="0"/>
          <p:nvPr/>
        </p:nvPicPr>
        <p:blipFill>
          <a:blip r:embed="rId3">
            <a:alphaModFix/>
          </a:blip>
          <a:stretch>
            <a:fillRect/>
          </a:stretch>
        </p:blipFill>
        <p:spPr>
          <a:xfrm>
            <a:off x="1329400" y="1355475"/>
            <a:ext cx="1054404" cy="1013850"/>
          </a:xfrm>
          <a:prstGeom prst="rect">
            <a:avLst/>
          </a:prstGeom>
          <a:noFill/>
          <a:ln>
            <a:noFill/>
          </a:ln>
        </p:spPr>
      </p:pic>
      <p:pic>
        <p:nvPicPr>
          <p:cNvPr id="5983" name="Google Shape;5983;p52" title="IMG_6930.GIF"/>
          <p:cNvPicPr preferRelativeResize="0"/>
          <p:nvPr/>
        </p:nvPicPr>
        <p:blipFill>
          <a:blip r:embed="rId4">
            <a:alphaModFix/>
          </a:blip>
          <a:stretch>
            <a:fillRect/>
          </a:stretch>
        </p:blipFill>
        <p:spPr>
          <a:xfrm>
            <a:off x="4028029" y="1355475"/>
            <a:ext cx="1054404" cy="1013850"/>
          </a:xfrm>
          <a:prstGeom prst="rect">
            <a:avLst/>
          </a:prstGeom>
          <a:noFill/>
          <a:ln>
            <a:noFill/>
          </a:ln>
        </p:spPr>
      </p:pic>
      <p:pic>
        <p:nvPicPr>
          <p:cNvPr id="5984" name="Google Shape;5984;p52" title="IMG_6935.GIF"/>
          <p:cNvPicPr preferRelativeResize="0"/>
          <p:nvPr/>
        </p:nvPicPr>
        <p:blipFill>
          <a:blip r:embed="rId5">
            <a:alphaModFix/>
          </a:blip>
          <a:stretch>
            <a:fillRect/>
          </a:stretch>
        </p:blipFill>
        <p:spPr>
          <a:xfrm>
            <a:off x="6621483" y="1254550"/>
            <a:ext cx="1054404" cy="1013850"/>
          </a:xfrm>
          <a:prstGeom prst="rect">
            <a:avLst/>
          </a:prstGeom>
          <a:noFill/>
          <a:ln>
            <a:noFill/>
          </a:ln>
        </p:spPr>
      </p:pic>
      <p:pic>
        <p:nvPicPr>
          <p:cNvPr id="5985" name="Google Shape;5985;p52" title="IMG_6936.PNG"/>
          <p:cNvPicPr preferRelativeResize="0"/>
          <p:nvPr/>
        </p:nvPicPr>
        <p:blipFill>
          <a:blip r:embed="rId6">
            <a:alphaModFix/>
          </a:blip>
          <a:stretch>
            <a:fillRect/>
          </a:stretch>
        </p:blipFill>
        <p:spPr>
          <a:xfrm>
            <a:off x="627513" y="3014174"/>
            <a:ext cx="7855425" cy="1079050"/>
          </a:xfrm>
          <a:prstGeom prst="rect">
            <a:avLst/>
          </a:prstGeom>
          <a:noFill/>
          <a:ln>
            <a:noFill/>
          </a:ln>
        </p:spPr>
      </p:pic>
      <p:sp>
        <p:nvSpPr>
          <p:cNvPr id="5986" name="Google Shape;5986;p52"/>
          <p:cNvSpPr txBox="1"/>
          <p:nvPr/>
        </p:nvSpPr>
        <p:spPr>
          <a:xfrm>
            <a:off x="1196000" y="2440475"/>
            <a:ext cx="1321200" cy="29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Milton_idle</a:t>
            </a:r>
            <a:endParaRPr sz="1300">
              <a:solidFill>
                <a:schemeClr val="dk1"/>
              </a:solidFill>
              <a:latin typeface="Lato"/>
              <a:ea typeface="Lato"/>
              <a:cs typeface="Lato"/>
              <a:sym typeface="Lato"/>
            </a:endParaRPr>
          </a:p>
        </p:txBody>
      </p:sp>
      <p:sp>
        <p:nvSpPr>
          <p:cNvPr id="5987" name="Google Shape;5987;p52"/>
          <p:cNvSpPr txBox="1"/>
          <p:nvPr/>
        </p:nvSpPr>
        <p:spPr>
          <a:xfrm>
            <a:off x="3894625" y="2440475"/>
            <a:ext cx="1321200" cy="29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Milton_running</a:t>
            </a:r>
            <a:endParaRPr sz="1300">
              <a:solidFill>
                <a:schemeClr val="dk1"/>
              </a:solidFill>
              <a:latin typeface="Lato"/>
              <a:ea typeface="Lato"/>
              <a:cs typeface="Lato"/>
              <a:sym typeface="Lato"/>
            </a:endParaRPr>
          </a:p>
        </p:txBody>
      </p:sp>
      <p:sp>
        <p:nvSpPr>
          <p:cNvPr id="5988" name="Google Shape;5988;p52"/>
          <p:cNvSpPr txBox="1"/>
          <p:nvPr/>
        </p:nvSpPr>
        <p:spPr>
          <a:xfrm>
            <a:off x="6488075" y="2440475"/>
            <a:ext cx="1321200" cy="29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Lato"/>
                <a:ea typeface="Lato"/>
                <a:cs typeface="Lato"/>
                <a:sym typeface="Lato"/>
              </a:rPr>
              <a:t>Milton_hurt</a:t>
            </a:r>
            <a:endParaRPr sz="1300">
              <a:solidFill>
                <a:schemeClr val="dk1"/>
              </a:solidFill>
              <a:latin typeface="Lato"/>
              <a:ea typeface="Lato"/>
              <a:cs typeface="Lato"/>
              <a:sym typeface="Lato"/>
            </a:endParaRPr>
          </a:p>
        </p:txBody>
      </p:sp>
      <p:sp>
        <p:nvSpPr>
          <p:cNvPr id="5989" name="Google Shape;5989;p52"/>
          <p:cNvSpPr/>
          <p:nvPr/>
        </p:nvSpPr>
        <p:spPr>
          <a:xfrm>
            <a:off x="568800" y="2959525"/>
            <a:ext cx="8006400" cy="13056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3" name="Shape 5993"/>
        <p:cNvGrpSpPr/>
        <p:nvPr/>
      </p:nvGrpSpPr>
      <p:grpSpPr>
        <a:xfrm>
          <a:off x="0" y="0"/>
          <a:ext cx="0" cy="0"/>
          <a:chOff x="0" y="0"/>
          <a:chExt cx="0" cy="0"/>
        </a:xfrm>
      </p:grpSpPr>
      <p:pic>
        <p:nvPicPr>
          <p:cNvPr id="5994" name="Google Shape;5994;p53" title="Family Outside (freed) - GIF.gif"/>
          <p:cNvPicPr preferRelativeResize="0"/>
          <p:nvPr/>
        </p:nvPicPr>
        <p:blipFill rotWithShape="1">
          <a:blip r:embed="rId3">
            <a:alphaModFix/>
          </a:blip>
          <a:srcRect b="0" l="0" r="0" t="40220"/>
          <a:stretch/>
        </p:blipFill>
        <p:spPr>
          <a:xfrm>
            <a:off x="1657400" y="2877184"/>
            <a:ext cx="2062150" cy="1183450"/>
          </a:xfrm>
          <a:prstGeom prst="rect">
            <a:avLst/>
          </a:prstGeom>
          <a:noFill/>
          <a:ln>
            <a:noFill/>
          </a:ln>
        </p:spPr>
      </p:pic>
      <p:pic>
        <p:nvPicPr>
          <p:cNvPr id="5995" name="Google Shape;5995;p53" title="Family Caged (breakout 2, real one) - GIF.gif"/>
          <p:cNvPicPr preferRelativeResize="0"/>
          <p:nvPr/>
        </p:nvPicPr>
        <p:blipFill rotWithShape="1">
          <a:blip r:embed="rId4">
            <a:alphaModFix/>
          </a:blip>
          <a:srcRect b="0" l="0" r="0" t="40220"/>
          <a:stretch/>
        </p:blipFill>
        <p:spPr>
          <a:xfrm>
            <a:off x="5019625" y="1115884"/>
            <a:ext cx="2062150" cy="1183450"/>
          </a:xfrm>
          <a:prstGeom prst="rect">
            <a:avLst/>
          </a:prstGeom>
          <a:noFill/>
          <a:ln>
            <a:noFill/>
          </a:ln>
        </p:spPr>
      </p:pic>
      <p:pic>
        <p:nvPicPr>
          <p:cNvPr id="5996" name="Google Shape;5996;p53" title="Family Caged (freed) - GIF.gif"/>
          <p:cNvPicPr preferRelativeResize="0"/>
          <p:nvPr/>
        </p:nvPicPr>
        <p:blipFill rotWithShape="1">
          <a:blip r:embed="rId5">
            <a:alphaModFix/>
          </a:blip>
          <a:srcRect b="-6" l="0" r="0" t="39415"/>
          <a:stretch/>
        </p:blipFill>
        <p:spPr>
          <a:xfrm>
            <a:off x="5033375" y="2877175"/>
            <a:ext cx="2034650" cy="1183450"/>
          </a:xfrm>
          <a:prstGeom prst="rect">
            <a:avLst/>
          </a:prstGeom>
          <a:noFill/>
          <a:ln>
            <a:noFill/>
          </a:ln>
        </p:spPr>
      </p:pic>
      <p:pic>
        <p:nvPicPr>
          <p:cNvPr id="5997" name="Google Shape;5997;p53" title="Family Caged (idle) - GIF.gif"/>
          <p:cNvPicPr preferRelativeResize="0"/>
          <p:nvPr/>
        </p:nvPicPr>
        <p:blipFill rotWithShape="1">
          <a:blip r:embed="rId6">
            <a:alphaModFix/>
          </a:blip>
          <a:srcRect b="0" l="0" r="0" t="40220"/>
          <a:stretch/>
        </p:blipFill>
        <p:spPr>
          <a:xfrm>
            <a:off x="1657400" y="1115875"/>
            <a:ext cx="2062150" cy="1183450"/>
          </a:xfrm>
          <a:prstGeom prst="rect">
            <a:avLst/>
          </a:prstGeom>
          <a:noFill/>
          <a:ln>
            <a:noFill/>
          </a:ln>
        </p:spPr>
      </p:pic>
      <p:sp>
        <p:nvSpPr>
          <p:cNvPr id="5998" name="Google Shape;5998;p53"/>
          <p:cNvSpPr txBox="1"/>
          <p:nvPr/>
        </p:nvSpPr>
        <p:spPr>
          <a:xfrm>
            <a:off x="1489600" y="2371650"/>
            <a:ext cx="2599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Quicksand Medium"/>
                <a:ea typeface="Quicksand Medium"/>
                <a:cs typeface="Quicksand Medium"/>
                <a:sym typeface="Quicksand Medium"/>
              </a:rPr>
              <a:t>Family_caged_idle</a:t>
            </a:r>
            <a:endParaRPr>
              <a:solidFill>
                <a:schemeClr val="dk1"/>
              </a:solidFill>
              <a:latin typeface="Quicksand Medium"/>
              <a:ea typeface="Quicksand Medium"/>
              <a:cs typeface="Quicksand Medium"/>
              <a:sym typeface="Quicksand Medium"/>
            </a:endParaRPr>
          </a:p>
        </p:txBody>
      </p:sp>
      <p:sp>
        <p:nvSpPr>
          <p:cNvPr id="5999" name="Google Shape;5999;p53"/>
          <p:cNvSpPr txBox="1"/>
          <p:nvPr/>
        </p:nvSpPr>
        <p:spPr>
          <a:xfrm>
            <a:off x="4750800" y="2440825"/>
            <a:ext cx="2599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Quicksand Medium"/>
                <a:ea typeface="Quicksand Medium"/>
                <a:cs typeface="Quicksand Medium"/>
                <a:sym typeface="Quicksand Medium"/>
              </a:rPr>
              <a:t>Family_breakout_1</a:t>
            </a:r>
            <a:endParaRPr>
              <a:solidFill>
                <a:schemeClr val="dk1"/>
              </a:solidFill>
              <a:latin typeface="Quicksand Medium"/>
              <a:ea typeface="Quicksand Medium"/>
              <a:cs typeface="Quicksand Medium"/>
              <a:sym typeface="Quicksand Medium"/>
            </a:endParaRPr>
          </a:p>
        </p:txBody>
      </p:sp>
      <p:sp>
        <p:nvSpPr>
          <p:cNvPr id="6000" name="Google Shape;6000;p53"/>
          <p:cNvSpPr txBox="1"/>
          <p:nvPr/>
        </p:nvSpPr>
        <p:spPr>
          <a:xfrm>
            <a:off x="1388575" y="4165950"/>
            <a:ext cx="2599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Quicksand Medium"/>
                <a:ea typeface="Quicksand Medium"/>
                <a:cs typeface="Quicksand Medium"/>
                <a:sym typeface="Quicksand Medium"/>
              </a:rPr>
              <a:t>Family_freed</a:t>
            </a:r>
            <a:endParaRPr>
              <a:solidFill>
                <a:schemeClr val="dk1"/>
              </a:solidFill>
              <a:latin typeface="Quicksand Medium"/>
              <a:ea typeface="Quicksand Medium"/>
              <a:cs typeface="Quicksand Medium"/>
              <a:sym typeface="Quicksand Medium"/>
            </a:endParaRPr>
          </a:p>
        </p:txBody>
      </p:sp>
      <p:sp>
        <p:nvSpPr>
          <p:cNvPr id="6001" name="Google Shape;6001;p53"/>
          <p:cNvSpPr txBox="1"/>
          <p:nvPr/>
        </p:nvSpPr>
        <p:spPr>
          <a:xfrm>
            <a:off x="4750800" y="4165950"/>
            <a:ext cx="2599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Quicksand Medium"/>
                <a:ea typeface="Quicksand Medium"/>
                <a:cs typeface="Quicksand Medium"/>
                <a:sym typeface="Quicksand Medium"/>
              </a:rPr>
              <a:t>Family_breakout_2 (freed)</a:t>
            </a:r>
            <a:endParaRPr>
              <a:solidFill>
                <a:schemeClr val="dk1"/>
              </a:solidFill>
              <a:latin typeface="Quicksand Medium"/>
              <a:ea typeface="Quicksand Medium"/>
              <a:cs typeface="Quicksand Medium"/>
              <a:sym typeface="Quicksand Medium"/>
            </a:endParaRPr>
          </a:p>
        </p:txBody>
      </p:sp>
      <p:sp>
        <p:nvSpPr>
          <p:cNvPr id="6002" name="Google Shape;6002;p53"/>
          <p:cNvSpPr txBox="1"/>
          <p:nvPr>
            <p:ph type="title"/>
          </p:nvPr>
        </p:nvSpPr>
        <p:spPr>
          <a:xfrm>
            <a:off x="711025" y="508375"/>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Character Animations - 2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6" name="Shape 6006"/>
        <p:cNvGrpSpPr/>
        <p:nvPr/>
      </p:nvGrpSpPr>
      <p:grpSpPr>
        <a:xfrm>
          <a:off x="0" y="0"/>
          <a:ext cx="0" cy="0"/>
          <a:chOff x="0" y="0"/>
          <a:chExt cx="0" cy="0"/>
        </a:xfrm>
      </p:grpSpPr>
      <p:sp>
        <p:nvSpPr>
          <p:cNvPr id="6007" name="Google Shape;6007;p54"/>
          <p:cNvSpPr txBox="1"/>
          <p:nvPr>
            <p:ph type="title"/>
          </p:nvPr>
        </p:nvSpPr>
        <p:spPr>
          <a:xfrm>
            <a:off x="947875" y="890350"/>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Testing: Questionnaires</a:t>
            </a:r>
            <a:endParaRPr/>
          </a:p>
        </p:txBody>
      </p:sp>
      <p:pic>
        <p:nvPicPr>
          <p:cNvPr id="6008" name="Google Shape;6008;p54" title="pre_post_average_ratings_fixed.png"/>
          <p:cNvPicPr preferRelativeResize="0"/>
          <p:nvPr/>
        </p:nvPicPr>
        <p:blipFill>
          <a:blip r:embed="rId3">
            <a:alphaModFix/>
          </a:blip>
          <a:stretch>
            <a:fillRect/>
          </a:stretch>
        </p:blipFill>
        <p:spPr>
          <a:xfrm>
            <a:off x="1015875" y="1327500"/>
            <a:ext cx="7112250" cy="316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2" name="Shape 6012"/>
        <p:cNvGrpSpPr/>
        <p:nvPr/>
      </p:nvGrpSpPr>
      <p:grpSpPr>
        <a:xfrm>
          <a:off x="0" y="0"/>
          <a:ext cx="0" cy="0"/>
          <a:chOff x="0" y="0"/>
          <a:chExt cx="0" cy="0"/>
        </a:xfrm>
      </p:grpSpPr>
      <p:sp>
        <p:nvSpPr>
          <p:cNvPr id="6013" name="Google Shape;6013;p55"/>
          <p:cNvSpPr txBox="1"/>
          <p:nvPr>
            <p:ph type="title"/>
          </p:nvPr>
        </p:nvSpPr>
        <p:spPr>
          <a:xfrm>
            <a:off x="1226550" y="3759675"/>
            <a:ext cx="6690900" cy="644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Final Product: Demo Video </a:t>
            </a:r>
            <a:endParaRPr/>
          </a:p>
        </p:txBody>
      </p:sp>
      <p:pic>
        <p:nvPicPr>
          <p:cNvPr id="6014" name="Google Shape;6014;p55" title="Screen Recording 2026-04-30 034612.mp4">
            <a:hlinkClick r:id="rId3"/>
          </p:cNvPr>
          <p:cNvPicPr preferRelativeResize="0"/>
          <p:nvPr/>
        </p:nvPicPr>
        <p:blipFill>
          <a:blip r:embed="rId4">
            <a:alphaModFix/>
          </a:blip>
          <a:stretch>
            <a:fillRect/>
          </a:stretch>
        </p:blipFill>
        <p:spPr>
          <a:xfrm>
            <a:off x="2380050" y="639050"/>
            <a:ext cx="4724969" cy="323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4"/>
                                        </p:tgtEl>
                                        <p:attrNameLst>
                                          <p:attrName>style.visibility</p:attrName>
                                        </p:attrNameLst>
                                      </p:cBhvr>
                                      <p:to>
                                        <p:strVal val="visible"/>
                                      </p:to>
                                    </p:set>
                                    <p:animEffect filter="fade" transition="in">
                                      <p:cBhvr>
                                        <p:cTn dur="1000"/>
                                        <p:tgtEl>
                                          <p:spTgt spid="60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8" name="Shape 6018"/>
        <p:cNvGrpSpPr/>
        <p:nvPr/>
      </p:nvGrpSpPr>
      <p:grpSpPr>
        <a:xfrm>
          <a:off x="0" y="0"/>
          <a:ext cx="0" cy="0"/>
          <a:chOff x="0" y="0"/>
          <a:chExt cx="0" cy="0"/>
        </a:xfrm>
      </p:grpSpPr>
      <p:sp>
        <p:nvSpPr>
          <p:cNvPr id="6019" name="Google Shape;6019;p56"/>
          <p:cNvSpPr txBox="1"/>
          <p:nvPr>
            <p:ph type="title"/>
          </p:nvPr>
        </p:nvSpPr>
        <p:spPr>
          <a:xfrm>
            <a:off x="1422100" y="1083750"/>
            <a:ext cx="3322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Try it out!</a:t>
            </a:r>
            <a:endParaRPr/>
          </a:p>
        </p:txBody>
      </p:sp>
      <p:sp>
        <p:nvSpPr>
          <p:cNvPr id="6020" name="Google Shape;6020;p56"/>
          <p:cNvSpPr txBox="1"/>
          <p:nvPr>
            <p:ph idx="1" type="body"/>
          </p:nvPr>
        </p:nvSpPr>
        <p:spPr>
          <a:xfrm>
            <a:off x="1259975" y="1736700"/>
            <a:ext cx="2460300" cy="16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Hosted in Unity Play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https://play.unity.com/en/games/fd48e121-d87b-4d57-926d-057db749b4f1/hamster-homebound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Best experienced with Browser set to 80% Zoom</a:t>
            </a:r>
            <a:endParaRPr/>
          </a:p>
        </p:txBody>
      </p:sp>
      <p:pic>
        <p:nvPicPr>
          <p:cNvPr id="6021" name="Google Shape;6021;p56"/>
          <p:cNvPicPr preferRelativeResize="0"/>
          <p:nvPr/>
        </p:nvPicPr>
        <p:blipFill>
          <a:blip r:embed="rId4">
            <a:alphaModFix/>
          </a:blip>
          <a:stretch>
            <a:fillRect/>
          </a:stretch>
        </p:blipFill>
        <p:spPr>
          <a:xfrm>
            <a:off x="4100571" y="1736700"/>
            <a:ext cx="4020980" cy="23563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5" name="Shape 6025"/>
        <p:cNvGrpSpPr/>
        <p:nvPr/>
      </p:nvGrpSpPr>
      <p:grpSpPr>
        <a:xfrm>
          <a:off x="0" y="0"/>
          <a:ext cx="0" cy="0"/>
          <a:chOff x="0" y="0"/>
          <a:chExt cx="0" cy="0"/>
        </a:xfrm>
      </p:grpSpPr>
      <p:sp>
        <p:nvSpPr>
          <p:cNvPr id="6026" name="Google Shape;6026;p57"/>
          <p:cNvSpPr txBox="1"/>
          <p:nvPr>
            <p:ph type="title"/>
          </p:nvPr>
        </p:nvSpPr>
        <p:spPr>
          <a:xfrm>
            <a:off x="919700" y="959325"/>
            <a:ext cx="7688400" cy="53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Let us know your thoughts!</a:t>
            </a:r>
            <a:endParaRPr/>
          </a:p>
        </p:txBody>
      </p:sp>
      <p:pic>
        <p:nvPicPr>
          <p:cNvPr id="6027" name="Google Shape;6027;p57" title="https_docs_google_com_forms_d_e_1FAIpQLSef5fIlKRNaPgtQbr1BHf73ULkqPDnqARWd79OZn8RANYJTgQ_viewform_usp_header.png"/>
          <p:cNvPicPr preferRelativeResize="0"/>
          <p:nvPr/>
        </p:nvPicPr>
        <p:blipFill>
          <a:blip r:embed="rId3">
            <a:alphaModFix/>
          </a:blip>
          <a:stretch>
            <a:fillRect/>
          </a:stretch>
        </p:blipFill>
        <p:spPr>
          <a:xfrm>
            <a:off x="3629799" y="1473475"/>
            <a:ext cx="2268201" cy="2268201"/>
          </a:xfrm>
          <a:prstGeom prst="rect">
            <a:avLst/>
          </a:prstGeom>
          <a:noFill/>
          <a:ln>
            <a:noFill/>
          </a:ln>
        </p:spPr>
      </p:pic>
      <p:sp>
        <p:nvSpPr>
          <p:cNvPr id="6028" name="Google Shape;6028;p57"/>
          <p:cNvSpPr txBox="1"/>
          <p:nvPr/>
        </p:nvSpPr>
        <p:spPr>
          <a:xfrm>
            <a:off x="3294650" y="3741675"/>
            <a:ext cx="2938500" cy="77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Quicksand Medium"/>
                <a:ea typeface="Quicksand Medium"/>
                <a:cs typeface="Quicksand Medium"/>
                <a:sym typeface="Quicksand Medium"/>
              </a:rPr>
              <a:t>Scan the code to access our post-questionnaire</a:t>
            </a:r>
            <a:endParaRPr sz="1300">
              <a:solidFill>
                <a:schemeClr val="lt1"/>
              </a:solidFill>
              <a:latin typeface="Quicksand Medium"/>
              <a:ea typeface="Quicksand Medium"/>
              <a:cs typeface="Quicksand Medium"/>
              <a:sym typeface="Quicksand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2" name="Shape 6032"/>
        <p:cNvGrpSpPr/>
        <p:nvPr/>
      </p:nvGrpSpPr>
      <p:grpSpPr>
        <a:xfrm>
          <a:off x="0" y="0"/>
          <a:ext cx="0" cy="0"/>
          <a:chOff x="0" y="0"/>
          <a:chExt cx="0" cy="0"/>
        </a:xfrm>
      </p:grpSpPr>
      <p:sp>
        <p:nvSpPr>
          <p:cNvPr id="6033" name="Google Shape;6033;p58"/>
          <p:cNvSpPr txBox="1"/>
          <p:nvPr>
            <p:ph type="title"/>
          </p:nvPr>
        </p:nvSpPr>
        <p:spPr>
          <a:xfrm>
            <a:off x="1240075" y="1618375"/>
            <a:ext cx="7163700" cy="151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Questions?</a:t>
            </a:r>
            <a:endParaRPr sz="3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7" name="Shape 6037"/>
        <p:cNvGrpSpPr/>
        <p:nvPr/>
      </p:nvGrpSpPr>
      <p:grpSpPr>
        <a:xfrm>
          <a:off x="0" y="0"/>
          <a:ext cx="0" cy="0"/>
          <a:chOff x="0" y="0"/>
          <a:chExt cx="0" cy="0"/>
        </a:xfrm>
      </p:grpSpPr>
      <p:sp>
        <p:nvSpPr>
          <p:cNvPr id="6038" name="Google Shape;6038;p59"/>
          <p:cNvSpPr txBox="1"/>
          <p:nvPr>
            <p:ph type="title"/>
          </p:nvPr>
        </p:nvSpPr>
        <p:spPr>
          <a:xfrm>
            <a:off x="1363575" y="1660650"/>
            <a:ext cx="7688400" cy="151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Thank you!!</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oday's Cute Hamster Personal Organizer by Slidesgo">
  <a:themeElements>
    <a:clrScheme name="Simple Light">
      <a:dk1>
        <a:srgbClr val="202126"/>
      </a:dk1>
      <a:lt1>
        <a:srgbClr val="FFFFFF"/>
      </a:lt1>
      <a:dk2>
        <a:srgbClr val="FFBB00"/>
      </a:dk2>
      <a:lt2>
        <a:srgbClr val="FF6183"/>
      </a:lt2>
      <a:accent1>
        <a:srgbClr val="C90A4D"/>
      </a:accent1>
      <a:accent2>
        <a:srgbClr val="5EBDFF"/>
      </a:accent2>
      <a:accent3>
        <a:srgbClr val="8FD1FF"/>
      </a:accent3>
      <a:accent4>
        <a:srgbClr val="9BE65A"/>
      </a:accent4>
      <a:accent5>
        <a:srgbClr val="79B346"/>
      </a:accent5>
      <a:accent6>
        <a:srgbClr val="87383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